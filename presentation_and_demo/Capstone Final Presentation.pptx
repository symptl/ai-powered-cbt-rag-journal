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0.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64.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78.xml"/>
  <Override ContentType="application/vnd.openxmlformats-officedocument.presentationml.slideLayout+xml" PartName="/ppt/slideLayouts/slideLayout65.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72.xml"/>
  <Override ContentType="application/vnd.openxmlformats-officedocument.presentationml.slideLayout+xml" PartName="/ppt/slideLayouts/slideLayout49.xml"/>
  <Override ContentType="application/vnd.openxmlformats-officedocument.presentationml.slideLayout+xml" PartName="/ppt/slideLayouts/slideLayout7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66.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71.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4.xml"/>
  <Override ContentType="application/vnd.openxmlformats-officedocument.presentationml.slideLayout+xml" PartName="/ppt/slideLayouts/slideLayout24.xml"/>
  <Override ContentType="application/vnd.openxmlformats-officedocument.presentationml.slideLayout+xml" PartName="/ppt/slideLayouts/slideLayout67.xml"/>
  <Override ContentType="application/vnd.openxmlformats-officedocument.presentationml.slideLayout+xml" PartName="/ppt/slideLayouts/slideLayout83.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7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74.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68.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77.xml"/>
  <Override ContentType="application/vnd.openxmlformats-officedocument.presentationml.slideLayout+xml" PartName="/ppt/slideLayouts/slideLayout82.xml"/>
  <Override ContentType="application/vnd.openxmlformats-officedocument.presentationml.slideLayout+xml" PartName="/ppt/slideLayouts/slideLayout30.xml"/>
  <Override ContentType="application/vnd.openxmlformats-officedocument.presentationml.slideLayout+xml" PartName="/ppt/slideLayouts/slideLayout73.xml"/>
  <Override ContentType="application/vnd.openxmlformats-officedocument.presentationml.slideLayout+xml" PartName="/ppt/slideLayouts/slideLayout56.xml"/>
  <Override ContentType="application/vnd.openxmlformats-officedocument.presentationml.slideLayout+xml" PartName="/ppt/slideLayouts/slideLayout81.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69.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8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63.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75.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32" r:id="rId5"/>
    <p:sldMasterId id="2147483733" r:id="rId6"/>
    <p:sldMasterId id="2147483734"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Lst>
  <p:sldSz cy="5143500" cx="9144000"/>
  <p:notesSz cx="6858000" cy="9144000"/>
  <p:embeddedFontLst>
    <p:embeddedFont>
      <p:font typeface="Sora SemiBold"/>
      <p:regular r:id="rId31"/>
      <p:bold r:id="rId32"/>
    </p:embeddedFont>
    <p:embeddedFont>
      <p:font typeface="Proxima Nova"/>
      <p:regular r:id="rId33"/>
      <p:bold r:id="rId34"/>
      <p:italic r:id="rId35"/>
      <p:boldItalic r:id="rId36"/>
    </p:embeddedFont>
    <p:embeddedFont>
      <p:font typeface="Lato"/>
      <p:regular r:id="rId37"/>
      <p:bold r:id="rId38"/>
      <p:italic r:id="rId39"/>
      <p:boldItalic r:id="rId40"/>
    </p:embeddedFont>
    <p:embeddedFont>
      <p:font typeface="Sora Light"/>
      <p:regular r:id="rId41"/>
      <p:bold r:id="rId42"/>
    </p:embeddedFont>
    <p:embeddedFont>
      <p:font typeface="Sora ExtraLight"/>
      <p:regular r:id="rId43"/>
      <p:bold r:id="rId44"/>
    </p:embeddedFont>
    <p:embeddedFont>
      <p:font typeface="Sora ExtraBold"/>
      <p:bold r:id="rId45"/>
    </p:embeddedFont>
    <p:embeddedFont>
      <p:font typeface="Sora"/>
      <p:regular r:id="rId46"/>
      <p:bold r:id="rId47"/>
    </p:embeddedFont>
    <p:embeddedFont>
      <p:font typeface="Sora Medium"/>
      <p:regular r:id="rId48"/>
      <p:bold r:id="rId4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A612CCA-1D9D-4723-A9E0-462132FB22D6}">
  <a:tblStyle styleId="{0A612CCA-1D9D-4723-A9E0-462132FB22D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Lato-boldItalic.fntdata"/><Relationship Id="rId42" Type="http://schemas.openxmlformats.org/officeDocument/2006/relationships/font" Target="fonts/SoraLight-bold.fntdata"/><Relationship Id="rId41" Type="http://schemas.openxmlformats.org/officeDocument/2006/relationships/font" Target="fonts/SoraLight-regular.fntdata"/><Relationship Id="rId44" Type="http://schemas.openxmlformats.org/officeDocument/2006/relationships/font" Target="fonts/SoraExtraLight-bold.fntdata"/><Relationship Id="rId43" Type="http://schemas.openxmlformats.org/officeDocument/2006/relationships/font" Target="fonts/SoraExtraLight-regular.fntdata"/><Relationship Id="rId46" Type="http://schemas.openxmlformats.org/officeDocument/2006/relationships/font" Target="fonts/Sora-regular.fntdata"/><Relationship Id="rId45" Type="http://schemas.openxmlformats.org/officeDocument/2006/relationships/font" Target="fonts/SoraExtraBold-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48" Type="http://schemas.openxmlformats.org/officeDocument/2006/relationships/font" Target="fonts/SoraMedium-regular.fntdata"/><Relationship Id="rId47" Type="http://schemas.openxmlformats.org/officeDocument/2006/relationships/font" Target="fonts/Sora-bold.fntdata"/><Relationship Id="rId49" Type="http://schemas.openxmlformats.org/officeDocument/2006/relationships/font" Target="fonts/SoraMedium-bold.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notesMaster" Target="notesMasters/notesMaster1.xml"/><Relationship Id="rId31" Type="http://schemas.openxmlformats.org/officeDocument/2006/relationships/font" Target="fonts/SoraSemiBold-regular.fntdata"/><Relationship Id="rId30" Type="http://schemas.openxmlformats.org/officeDocument/2006/relationships/slide" Target="slides/slide22.xml"/><Relationship Id="rId33" Type="http://schemas.openxmlformats.org/officeDocument/2006/relationships/font" Target="fonts/ProximaNova-regular.fntdata"/><Relationship Id="rId32" Type="http://schemas.openxmlformats.org/officeDocument/2006/relationships/font" Target="fonts/SoraSemiBold-bold.fntdata"/><Relationship Id="rId35" Type="http://schemas.openxmlformats.org/officeDocument/2006/relationships/font" Target="fonts/ProximaNova-italic.fntdata"/><Relationship Id="rId34" Type="http://schemas.openxmlformats.org/officeDocument/2006/relationships/font" Target="fonts/ProximaNova-bold.fntdata"/><Relationship Id="rId37" Type="http://schemas.openxmlformats.org/officeDocument/2006/relationships/font" Target="fonts/Lato-regular.fntdata"/><Relationship Id="rId36" Type="http://schemas.openxmlformats.org/officeDocument/2006/relationships/font" Target="fonts/ProximaNova-boldItalic.fntdata"/><Relationship Id="rId39" Type="http://schemas.openxmlformats.org/officeDocument/2006/relationships/font" Target="fonts/Lato-italic.fntdata"/><Relationship Id="rId38" Type="http://schemas.openxmlformats.org/officeDocument/2006/relationships/font" Target="fonts/Lato-bold.fntdata"/><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11" Type="http://schemas.openxmlformats.org/officeDocument/2006/relationships/slide" Target="slides/slide3.xml"/><Relationship Id="rId10" Type="http://schemas.openxmlformats.org/officeDocument/2006/relationships/slide" Target="slides/slide2.xml"/><Relationship Id="rId13" Type="http://schemas.openxmlformats.org/officeDocument/2006/relationships/slide" Target="slides/slide5.xml"/><Relationship Id="rId12" Type="http://schemas.openxmlformats.org/officeDocument/2006/relationships/slide" Target="slides/slide4.xml"/><Relationship Id="rId15" Type="http://schemas.openxmlformats.org/officeDocument/2006/relationships/slide" Target="slides/slide7.xml"/><Relationship Id="rId14" Type="http://schemas.openxmlformats.org/officeDocument/2006/relationships/slide" Target="slides/slide6.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4" name="Shape 1064"/>
        <p:cNvGrpSpPr/>
        <p:nvPr/>
      </p:nvGrpSpPr>
      <p:grpSpPr>
        <a:xfrm>
          <a:off x="0" y="0"/>
          <a:ext cx="0" cy="0"/>
          <a:chOff x="0" y="0"/>
          <a:chExt cx="0" cy="0"/>
        </a:xfrm>
      </p:grpSpPr>
      <p:sp>
        <p:nvSpPr>
          <p:cNvPr id="1065" name="Google Shape;1065;g3a95938d78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6" name="Google Shape;1066;g3a95938d78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1" name="Shape 1071"/>
        <p:cNvGrpSpPr/>
        <p:nvPr/>
      </p:nvGrpSpPr>
      <p:grpSpPr>
        <a:xfrm>
          <a:off x="0" y="0"/>
          <a:ext cx="0" cy="0"/>
          <a:chOff x="0" y="0"/>
          <a:chExt cx="0" cy="0"/>
        </a:xfrm>
      </p:grpSpPr>
      <p:sp>
        <p:nvSpPr>
          <p:cNvPr id="1072" name="Google Shape;1072;g39cedea7d60_0_1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3" name="Google Shape;1073;g39cedea7d60_0_1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Sineli</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8" name="Shape 1088"/>
        <p:cNvGrpSpPr/>
        <p:nvPr/>
      </p:nvGrpSpPr>
      <p:grpSpPr>
        <a:xfrm>
          <a:off x="0" y="0"/>
          <a:ext cx="0" cy="0"/>
          <a:chOff x="0" y="0"/>
          <a:chExt cx="0" cy="0"/>
        </a:xfrm>
      </p:grpSpPr>
      <p:sp>
        <p:nvSpPr>
          <p:cNvPr id="1089" name="Google Shape;1089;g3aea5f6e12f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0" name="Google Shape;1090;g3aea5f6e12f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200">
                <a:solidFill>
                  <a:schemeClr val="dk1"/>
                </a:solidFill>
                <a:latin typeface="Proxima Nova"/>
                <a:ea typeface="Proxima Nova"/>
                <a:cs typeface="Proxima Nova"/>
                <a:sym typeface="Proxima Nova"/>
              </a:rPr>
              <a:t>Our target users are Reflective, Therapy-Adjacent Young Adults </a:t>
            </a:r>
            <a:endParaRPr sz="1200">
              <a:solidFill>
                <a:schemeClr val="dk1"/>
              </a:solidFill>
              <a:latin typeface="Proxima Nova"/>
              <a:ea typeface="Proxima Nova"/>
              <a:cs typeface="Proxima Nova"/>
              <a:sym typeface="Proxima Nova"/>
            </a:endParaRPr>
          </a:p>
          <a:p>
            <a:pPr indent="0" lvl="0" marL="0" rtl="0" algn="l">
              <a:lnSpc>
                <a:spcPct val="115000"/>
              </a:lnSpc>
              <a:spcBef>
                <a:spcPts val="1200"/>
              </a:spcBef>
              <a:spcAft>
                <a:spcPts val="0"/>
              </a:spcAft>
              <a:buClr>
                <a:schemeClr val="dk1"/>
              </a:buClr>
              <a:buSzPts val="1100"/>
              <a:buFont typeface="Arial"/>
              <a:buNone/>
            </a:pPr>
            <a:r>
              <a:rPr b="1" lang="en" sz="1200">
                <a:solidFill>
                  <a:schemeClr val="dk1"/>
                </a:solidFill>
                <a:latin typeface="Proxima Nova"/>
                <a:ea typeface="Proxima Nova"/>
                <a:cs typeface="Proxima Nova"/>
                <a:sym typeface="Proxima Nova"/>
              </a:rPr>
              <a:t>About:</a:t>
            </a:r>
            <a:r>
              <a:rPr lang="en" sz="1200">
                <a:solidFill>
                  <a:schemeClr val="dk1"/>
                </a:solidFill>
                <a:latin typeface="Proxima Nova"/>
                <a:ea typeface="Proxima Nova"/>
                <a:cs typeface="Proxima Nova"/>
                <a:sym typeface="Proxima Nova"/>
              </a:rPr>
              <a:t> who are emotionally curious and follow wellness culture. They already explore self-care and productivity tools because they value reflection but often have a hard time sticking to journaling because the lack of structure and engagement. </a:t>
            </a:r>
            <a:endParaRPr sz="1200">
              <a:solidFill>
                <a:schemeClr val="dk1"/>
              </a:solidFill>
              <a:latin typeface="Proxima Nova"/>
              <a:ea typeface="Proxima Nova"/>
              <a:cs typeface="Proxima Nova"/>
              <a:sym typeface="Proxima Nova"/>
            </a:endParaRPr>
          </a:p>
          <a:p>
            <a:pPr indent="0" lvl="0" marL="0" rtl="0" algn="l">
              <a:lnSpc>
                <a:spcPct val="115000"/>
              </a:lnSpc>
              <a:spcBef>
                <a:spcPts val="1200"/>
              </a:spcBef>
              <a:spcAft>
                <a:spcPts val="0"/>
              </a:spcAft>
              <a:buClr>
                <a:schemeClr val="dk1"/>
              </a:buClr>
              <a:buSzPts val="1100"/>
              <a:buFont typeface="Arial"/>
              <a:buNone/>
            </a:pPr>
            <a:r>
              <a:rPr b="1" lang="en" sz="1200">
                <a:solidFill>
                  <a:schemeClr val="dk1"/>
                </a:solidFill>
                <a:latin typeface="Proxima Nova"/>
                <a:ea typeface="Proxima Nova"/>
                <a:cs typeface="Proxima Nova"/>
                <a:sym typeface="Proxima Nova"/>
              </a:rPr>
              <a:t>Motivation: </a:t>
            </a:r>
            <a:r>
              <a:rPr lang="en" sz="1200">
                <a:solidFill>
                  <a:schemeClr val="dk1"/>
                </a:solidFill>
                <a:latin typeface="Proxima Nova"/>
                <a:ea typeface="Proxima Nova"/>
                <a:cs typeface="Proxima Nova"/>
                <a:sym typeface="Proxima Nova"/>
              </a:rPr>
              <a:t>These users are motivated by building emotional awareness, finding peace or perspective after long days, and are open to expressing feelings privately</a:t>
            </a:r>
            <a:endParaRPr sz="1200">
              <a:solidFill>
                <a:schemeClr val="dk1"/>
              </a:solidFill>
              <a:latin typeface="Proxima Nova"/>
              <a:ea typeface="Proxima Nova"/>
              <a:cs typeface="Proxima Nova"/>
              <a:sym typeface="Proxima Nova"/>
            </a:endParaRPr>
          </a:p>
          <a:p>
            <a:pPr indent="0" lvl="0" marL="0" rtl="0" algn="l">
              <a:lnSpc>
                <a:spcPct val="115000"/>
              </a:lnSpc>
              <a:spcBef>
                <a:spcPts val="1200"/>
              </a:spcBef>
              <a:spcAft>
                <a:spcPts val="1200"/>
              </a:spcAft>
              <a:buClr>
                <a:schemeClr val="dk1"/>
              </a:buClr>
              <a:buSzPts val="1100"/>
              <a:buFont typeface="Arial"/>
              <a:buNone/>
            </a:pPr>
            <a:r>
              <a:rPr b="1" lang="en" sz="1200">
                <a:solidFill>
                  <a:schemeClr val="dk1"/>
                </a:solidFill>
                <a:latin typeface="Proxima Nova"/>
                <a:ea typeface="Proxima Nova"/>
                <a:cs typeface="Proxima Nova"/>
                <a:sym typeface="Proxima Nova"/>
              </a:rPr>
              <a:t>Pain Points:</a:t>
            </a:r>
            <a:r>
              <a:rPr lang="en" sz="1200">
                <a:solidFill>
                  <a:schemeClr val="dk1"/>
                </a:solidFill>
                <a:latin typeface="Proxima Nova"/>
                <a:ea typeface="Proxima Nova"/>
                <a:cs typeface="Proxima Nova"/>
                <a:sym typeface="Proxima Nova"/>
              </a:rPr>
              <a:t> Our users want to reflect and grown, but they struggle to stay consistent. They’re also looking for a space that feels safe and personal.</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0" name="Shape 1100"/>
        <p:cNvGrpSpPr/>
        <p:nvPr/>
      </p:nvGrpSpPr>
      <p:grpSpPr>
        <a:xfrm>
          <a:off x="0" y="0"/>
          <a:ext cx="0" cy="0"/>
          <a:chOff x="0" y="0"/>
          <a:chExt cx="0" cy="0"/>
        </a:xfrm>
      </p:grpSpPr>
      <p:sp>
        <p:nvSpPr>
          <p:cNvPr id="1101" name="Google Shape;1101;g3ac6da2eae1_7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2" name="Google Shape;1102;g3ac6da2eae1_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050">
                <a:solidFill>
                  <a:srgbClr val="0E0E0E"/>
                </a:solidFill>
              </a:rPr>
              <a:t>Hannah</a:t>
            </a:r>
            <a:endParaRPr sz="1050">
              <a:solidFill>
                <a:srgbClr val="0E0E0E"/>
              </a:solidFill>
            </a:endParaRPr>
          </a:p>
          <a:p>
            <a:pPr indent="0" lvl="0" marL="0" rtl="0" algn="l">
              <a:lnSpc>
                <a:spcPct val="115000"/>
              </a:lnSpc>
              <a:spcBef>
                <a:spcPts val="0"/>
              </a:spcBef>
              <a:spcAft>
                <a:spcPts val="0"/>
              </a:spcAft>
              <a:buNone/>
            </a:pPr>
            <a:r>
              <a:t/>
            </a:r>
            <a:endParaRPr sz="1050">
              <a:solidFill>
                <a:srgbClr val="0E0E0E"/>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Introduction &amp; Landing Page</a:t>
            </a:r>
            <a:r>
              <a:rPr lang="en">
                <a:solidFill>
                  <a:schemeClr val="dk1"/>
                </a:solidFill>
              </a:rPr>
              <a:t>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opportunity here is to create a journaling experience that fits how users think and feel. Our MVP delivers a clean, minimal design that feels safe and transparent.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So here on the landing page, we first explain what </a:t>
            </a:r>
            <a:r>
              <a:rPr b="1" lang="en">
                <a:solidFill>
                  <a:schemeClr val="dk1"/>
                </a:solidFill>
              </a:rPr>
              <a:t>refraIMe</a:t>
            </a:r>
            <a:r>
              <a:rPr lang="en">
                <a:solidFill>
                  <a:schemeClr val="dk1"/>
                </a:solidFill>
              </a:rPr>
              <a:t> is, and then we go on to talk about our recommendations for using refraime. And we also highlight our data privacy commitment upfront.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So the user will sign in with Google.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The Journaling Interface</a:t>
            </a:r>
            <a:r>
              <a:rPr lang="en">
                <a:solidFill>
                  <a:schemeClr val="dk1"/>
                </a:solidFill>
              </a:rPr>
              <a:t>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So, once signed in, the user sees a calm writing interface. We provide CBT-based writing prompts to help the users get started.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So I'm going to go ahead and put a pre-generated journal entry into the text box. This is reflecting a user saying that they're stressed about starting a new job, they're excited, but they don't know if they're going to be good enough or figure things out fast enough, and that's ultimately what is weighing them down.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So, go ahead and press 'Reflect with AI'.</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The AI Reflection Session</a:t>
            </a:r>
            <a:r>
              <a:rPr lang="en">
                <a:solidFill>
                  <a:schemeClr val="dk1"/>
                </a:solidFill>
              </a:rPr>
              <a:t>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here I'll click 'Start AI Reflection,' and it immediately explains its approach, that it uses CBT practices.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So the AI reads the journal entry, which touches on how they've got a sense of excitement and also anxiety from the journal entry. And also lets the user know that it's normal to feel this way. And then to help guide the reflection, it asks, 'What are some specific things that are causing you to worry about not being good enough?'</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So I'm going to put this pre-generated prompt talking about how the user is worried about not picking things up fast enough or making mistakes early on. And I'll send that to the AI.</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AI again takes the response, tells the user that it seems like they're concerned about meeting expectations. And that again, that this is common for them to feel. It then asks another guiding question, like 'What are some specific examples of situations where you might feel this pressure to prove yourself?'"</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Feedback &amp; Citations</a:t>
            </a:r>
            <a:r>
              <a:rPr lang="en">
                <a:solidFill>
                  <a:schemeClr val="dk1"/>
                </a:solidFill>
              </a:rPr>
              <a:t>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So we'll just go ahead and end the session. So if the user wants to do that, there's a feedback popup that shows. It's a quick way for them to share what's working and what could be better.</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And based on user feedback, people wanted to know what the AI is being taught. So we added this </a:t>
            </a:r>
            <a:r>
              <a:rPr b="1" lang="en">
                <a:solidFill>
                  <a:schemeClr val="dk1"/>
                </a:solidFill>
              </a:rPr>
              <a:t>Citations</a:t>
            </a:r>
            <a:r>
              <a:rPr lang="en">
                <a:solidFill>
                  <a:schemeClr val="dk1"/>
                </a:solidFill>
              </a:rPr>
              <a:t> page right here, that any user can go through and look at the sources that we used.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Privacy &amp; User Control</a:t>
            </a:r>
            <a:r>
              <a:rPr lang="en">
                <a:solidFill>
                  <a:schemeClr val="dk1"/>
                </a:solidFill>
              </a:rPr>
              <a:t>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And we also made a </a:t>
            </a:r>
            <a:r>
              <a:rPr b="1" lang="en">
                <a:solidFill>
                  <a:schemeClr val="dk1"/>
                </a:solidFill>
              </a:rPr>
              <a:t>Privacy</a:t>
            </a:r>
            <a:r>
              <a:rPr lang="en">
                <a:solidFill>
                  <a:schemeClr val="dk1"/>
                </a:solidFill>
              </a:rPr>
              <a:t> statement a priority. It really shows what we're doing with the data, how we store it.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Users can go and view or delete their past entries and the conversations -They also can go ahead and delete their account as well.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So they have complete control over all of their data.</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Conclusion</a:t>
            </a:r>
            <a:r>
              <a:rPr lang="en">
                <a:solidFill>
                  <a:schemeClr val="dk1"/>
                </a:solidFill>
              </a:rPr>
              <a:t>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Our MVP demonstrates how we can create a journaling experience that's both therapeutic and trustworthy with a working AI, while maintaining transparency about data privacy and the sources behind our AI guidance</a:t>
            </a:r>
            <a:endParaRPr>
              <a:solidFill>
                <a:schemeClr val="dk1"/>
              </a:solidFill>
            </a:endParaRPr>
          </a:p>
          <a:p>
            <a:pPr indent="0" lvl="0" marL="0" rtl="0" algn="l">
              <a:spcBef>
                <a:spcPts val="1200"/>
              </a:spcBef>
              <a:spcAft>
                <a:spcPts val="0"/>
              </a:spcAft>
              <a:buNone/>
            </a:pPr>
            <a:r>
              <a:t/>
            </a:r>
            <a:endParaRPr b="1" sz="1000">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5" name="Shape 1105"/>
        <p:cNvGrpSpPr/>
        <p:nvPr/>
      </p:nvGrpSpPr>
      <p:grpSpPr>
        <a:xfrm>
          <a:off x="0" y="0"/>
          <a:ext cx="0" cy="0"/>
          <a:chOff x="0" y="0"/>
          <a:chExt cx="0" cy="0"/>
        </a:xfrm>
      </p:grpSpPr>
      <p:sp>
        <p:nvSpPr>
          <p:cNvPr id="1106" name="Google Shape;1106;g3ae324453f5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7" name="Google Shape;1107;g3ae324453f5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Sineli</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2" name="Shape 1152"/>
        <p:cNvGrpSpPr/>
        <p:nvPr/>
      </p:nvGrpSpPr>
      <p:grpSpPr>
        <a:xfrm>
          <a:off x="0" y="0"/>
          <a:ext cx="0" cy="0"/>
          <a:chOff x="0" y="0"/>
          <a:chExt cx="0" cy="0"/>
        </a:xfrm>
      </p:grpSpPr>
      <p:sp>
        <p:nvSpPr>
          <p:cNvPr id="1153" name="Google Shape;1153;g3aea5f6e12f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4" name="Google Shape;1154;g3aea5f6e12f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Shyam</a:t>
            </a:r>
            <a:endParaRPr b="1"/>
          </a:p>
          <a:p>
            <a:pPr indent="0" lvl="0" marL="0" rtl="0" algn="l">
              <a:spcBef>
                <a:spcPts val="0"/>
              </a:spcBef>
              <a:spcAft>
                <a:spcPts val="0"/>
              </a:spcAft>
              <a:buNone/>
            </a:pPr>
            <a:r>
              <a:t/>
            </a:r>
            <a:endParaRPr/>
          </a:p>
          <a:p>
            <a:pPr indent="0" lvl="0" marL="0" rtl="0" algn="l">
              <a:spcBef>
                <a:spcPts val="0"/>
              </a:spcBef>
              <a:spcAft>
                <a:spcPts val="0"/>
              </a:spcAft>
              <a:buNone/>
            </a:pPr>
            <a:r>
              <a:rPr lang="en"/>
              <a:t>Between initial exploratory results and practical deployment concerns, we went with Gemma2 as our local model, specifically the instruction tuned version with 9 billion parameters.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opted for 4-bit AWQ quantization, which keeps track of the most salient weights when quantizing to maintain as much accuracy as possible while reducing memory footprint.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Due to the causal attention from a decoder only architecture, we implemented KV Caching to avoid repeating calculations for tokens that have already been generated.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model was served with vLLM, which enables efficient utilization of a GPU through continuous request batching as well as “blocks” of KV Cache with a certain token length. This allowed us to recycle cache between different requests up until a given prompt diverged, as opposed to needing an exact match on all prior tokens.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9" name="Shape 1159"/>
        <p:cNvGrpSpPr/>
        <p:nvPr/>
      </p:nvGrpSpPr>
      <p:grpSpPr>
        <a:xfrm>
          <a:off x="0" y="0"/>
          <a:ext cx="0" cy="0"/>
          <a:chOff x="0" y="0"/>
          <a:chExt cx="0" cy="0"/>
        </a:xfrm>
      </p:grpSpPr>
      <p:sp>
        <p:nvSpPr>
          <p:cNvPr id="1160" name="Google Shape;1160;g39d3c6cff0c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1" name="Google Shape;1161;g39d3c6cff0c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Brad</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The core of the journal experience is driven by a Retrieval Augmented Generation (or RAG) system. This system leverages a CBT-focused knowledge base to transform the user’s journal entry into reflective guiding questions to maximize their journaling experience.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The process happens in 5 distinct steps:</a:t>
            </a:r>
            <a:endParaRPr>
              <a:solidFill>
                <a:schemeClr val="dk1"/>
              </a:solidFill>
            </a:endParaRPr>
          </a:p>
          <a:p>
            <a:pPr indent="-298450" lvl="0" marL="457200" rtl="0" algn="l">
              <a:spcBef>
                <a:spcPts val="0"/>
              </a:spcBef>
              <a:spcAft>
                <a:spcPts val="0"/>
              </a:spcAft>
              <a:buClr>
                <a:schemeClr val="dk1"/>
              </a:buClr>
              <a:buSzPts val="1100"/>
              <a:buAutoNum type="arabicPeriod"/>
            </a:pPr>
            <a:r>
              <a:rPr lang="en">
                <a:solidFill>
                  <a:schemeClr val="dk1"/>
                </a:solidFill>
              </a:rPr>
              <a:t>Data Ingestion</a:t>
            </a:r>
            <a:endParaRPr>
              <a:solidFill>
                <a:schemeClr val="dk1"/>
              </a:solidFill>
            </a:endParaRPr>
          </a:p>
          <a:p>
            <a:pPr indent="-298450" lvl="0" marL="457200" rtl="0" algn="l">
              <a:spcBef>
                <a:spcPts val="0"/>
              </a:spcBef>
              <a:spcAft>
                <a:spcPts val="0"/>
              </a:spcAft>
              <a:buClr>
                <a:schemeClr val="dk1"/>
              </a:buClr>
              <a:buSzPts val="1100"/>
              <a:buAutoNum type="arabicPeriod"/>
            </a:pPr>
            <a:r>
              <a:rPr lang="en">
                <a:solidFill>
                  <a:schemeClr val="dk1"/>
                </a:solidFill>
              </a:rPr>
              <a:t>Data Loading</a:t>
            </a:r>
            <a:endParaRPr>
              <a:solidFill>
                <a:schemeClr val="dk1"/>
              </a:solidFill>
            </a:endParaRPr>
          </a:p>
          <a:p>
            <a:pPr indent="-298450" lvl="0" marL="457200" rtl="0" algn="l">
              <a:spcBef>
                <a:spcPts val="0"/>
              </a:spcBef>
              <a:spcAft>
                <a:spcPts val="0"/>
              </a:spcAft>
              <a:buClr>
                <a:schemeClr val="dk1"/>
              </a:buClr>
              <a:buSzPts val="1100"/>
              <a:buAutoNum type="arabicPeriod"/>
            </a:pPr>
            <a:r>
              <a:rPr lang="en">
                <a:solidFill>
                  <a:schemeClr val="dk1"/>
                </a:solidFill>
              </a:rPr>
              <a:t>Journal Summarization</a:t>
            </a:r>
            <a:endParaRPr>
              <a:solidFill>
                <a:schemeClr val="dk1"/>
              </a:solidFill>
            </a:endParaRPr>
          </a:p>
          <a:p>
            <a:pPr indent="-298450" lvl="0" marL="457200" rtl="0" algn="l">
              <a:spcBef>
                <a:spcPts val="0"/>
              </a:spcBef>
              <a:spcAft>
                <a:spcPts val="0"/>
              </a:spcAft>
              <a:buClr>
                <a:schemeClr val="dk1"/>
              </a:buClr>
              <a:buSzPts val="1100"/>
              <a:buAutoNum type="arabicPeriod"/>
            </a:pPr>
            <a:r>
              <a:rPr lang="en">
                <a:solidFill>
                  <a:schemeClr val="dk1"/>
                </a:solidFill>
              </a:rPr>
              <a:t>Data Retrieval</a:t>
            </a:r>
            <a:endParaRPr>
              <a:solidFill>
                <a:schemeClr val="dk1"/>
              </a:solidFill>
            </a:endParaRPr>
          </a:p>
          <a:p>
            <a:pPr indent="-298450" lvl="0" marL="457200" rtl="0" algn="l">
              <a:spcBef>
                <a:spcPts val="0"/>
              </a:spcBef>
              <a:spcAft>
                <a:spcPts val="0"/>
              </a:spcAft>
              <a:buClr>
                <a:schemeClr val="dk1"/>
              </a:buClr>
              <a:buSzPts val="1100"/>
              <a:buAutoNum type="arabicPeriod"/>
            </a:pPr>
            <a:r>
              <a:rPr lang="en">
                <a:solidFill>
                  <a:schemeClr val="dk1"/>
                </a:solidFill>
              </a:rPr>
              <a:t>Finally, LLM response generation</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6" name="Shape 1196"/>
        <p:cNvGrpSpPr/>
        <p:nvPr/>
      </p:nvGrpSpPr>
      <p:grpSpPr>
        <a:xfrm>
          <a:off x="0" y="0"/>
          <a:ext cx="0" cy="0"/>
          <a:chOff x="0" y="0"/>
          <a:chExt cx="0" cy="0"/>
        </a:xfrm>
      </p:grpSpPr>
      <p:sp>
        <p:nvSpPr>
          <p:cNvPr id="1197" name="Google Shape;1197;g3ab9f67f62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8" name="Google Shape;1198;g3ab9f67f62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Brad</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solidFill>
                  <a:schemeClr val="dk1"/>
                </a:solidFill>
              </a:rPr>
              <a:t>First</a:t>
            </a:r>
            <a:r>
              <a:rPr lang="en">
                <a:solidFill>
                  <a:schemeClr val="dk1"/>
                </a:solidFill>
              </a:rPr>
              <a:t>, our curated CBT-related documents are ingested into the system. To improve the accuracy of context retrieval, we pre-clean these documents before ingestion, removing extraneous material—such as bibliographies, graphs, and other nonessential content.</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strike="sngStrike">
                <a:solidFill>
                  <a:schemeClr val="dk1"/>
                </a:solidFill>
              </a:rPr>
              <a:t>In building our CBT knowledge base, we prioritized medical journals and instructional articles rather than worksheet-style resources, ensuring the content provides clear, evidence-based guidance.</a:t>
            </a:r>
            <a:endParaRPr strike="sngStrike">
              <a:solidFill>
                <a:schemeClr val="dk1"/>
              </a:solidFill>
              <a:highlight>
                <a:srgbClr val="FFFF00"/>
              </a:highlight>
            </a:endParaRPr>
          </a:p>
          <a:p>
            <a:pPr indent="0" lvl="0" marL="0" rtl="0" algn="l">
              <a:spcBef>
                <a:spcPts val="120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1" name="Shape 1211"/>
        <p:cNvGrpSpPr/>
        <p:nvPr/>
      </p:nvGrpSpPr>
      <p:grpSpPr>
        <a:xfrm>
          <a:off x="0" y="0"/>
          <a:ext cx="0" cy="0"/>
          <a:chOff x="0" y="0"/>
          <a:chExt cx="0" cy="0"/>
        </a:xfrm>
      </p:grpSpPr>
      <p:sp>
        <p:nvSpPr>
          <p:cNvPr id="1212" name="Google Shape;1212;g36cf3981644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3" name="Google Shape;1213;g36cf3981644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Brad</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Next, these documents are converted and loaded into text embeddings within Amazon Bedrock. Through experimentation, we found that segmenting text into 384-token chunks with 50% overlap is the combination that yields the most reliable and contextually rich results for response generation.</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7" name="Shape 1227"/>
        <p:cNvGrpSpPr/>
        <p:nvPr/>
      </p:nvGrpSpPr>
      <p:grpSpPr>
        <a:xfrm>
          <a:off x="0" y="0"/>
          <a:ext cx="0" cy="0"/>
          <a:chOff x="0" y="0"/>
          <a:chExt cx="0" cy="0"/>
        </a:xfrm>
      </p:grpSpPr>
      <p:sp>
        <p:nvSpPr>
          <p:cNvPr id="1228" name="Google Shape;1228;g36cf3981644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9" name="Google Shape;1229;g36cf3981644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Brad</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solidFill>
                  <a:schemeClr val="dk1"/>
                </a:solidFill>
              </a:rPr>
              <a:t>When a user submits a journal entry, it is first summarized to capture its key themes and overarching psychological trends for more accurate context retrieval, </a:t>
            </a:r>
            <a:r>
              <a:rPr lang="en" strike="sngStrike">
                <a:solidFill>
                  <a:schemeClr val="dk1"/>
                </a:solidFill>
              </a:rPr>
              <a:t>rather than getting lost in nuanced details.</a:t>
            </a:r>
            <a:endParaRPr strike="sngStrike">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In this journal entry, the user is writing about a time when she felt her partner “does not miss me the way that I miss him.” She continues, “I know these feelings aren’t true, but that their conversation left her feeling frustrated and sad.”</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The summarization hits on these key ideas, recognizing that the user “expresses feelings of sadness and frustration stemming from perceived lack of reciprocation in their romantic relationship” and it points out the potential for cognitive distortions and catastrophizing.</a:t>
            </a:r>
            <a:endParaRPr>
              <a:solidFill>
                <a:schemeClr val="dk1"/>
              </a:solidFill>
            </a:endParaRPr>
          </a:p>
          <a:p>
            <a:pPr indent="0" lvl="0" marL="0" rtl="0" algn="l">
              <a:lnSpc>
                <a:spcPct val="115000"/>
              </a:lnSpc>
              <a:spcBef>
                <a:spcPts val="1200"/>
              </a:spcBef>
              <a:spcAft>
                <a:spcPts val="120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5" name="Shape 1245"/>
        <p:cNvGrpSpPr/>
        <p:nvPr/>
      </p:nvGrpSpPr>
      <p:grpSpPr>
        <a:xfrm>
          <a:off x="0" y="0"/>
          <a:ext cx="0" cy="0"/>
          <a:chOff x="0" y="0"/>
          <a:chExt cx="0" cy="0"/>
        </a:xfrm>
      </p:grpSpPr>
      <p:sp>
        <p:nvSpPr>
          <p:cNvPr id="1246" name="Google Shape;1246;g3adbfaf7166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7" name="Google Shape;1247;g3adbfaf7166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Brad</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None/>
            </a:pPr>
            <a:r>
              <a:rPr lang="en">
                <a:solidFill>
                  <a:schemeClr val="dk1"/>
                </a:solidFill>
              </a:rPr>
              <a:t>The summarized journal entry is then used to retrieve the most semantically relevant CBT information from the embedded knowledge base.</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Using that same journal entry, the retrieved context is spot on.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It touches on the idea of a person who has a core belief that they are “unlovable” and how they might work hard to please their partner in an effort to win them over. If these feelings aren’t reciprocated and their partner breaks up with them, it can lead to increased feelings of vulnerability and depression or anxiety.</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1" name="Shape 1261"/>
        <p:cNvGrpSpPr/>
        <p:nvPr/>
      </p:nvGrpSpPr>
      <p:grpSpPr>
        <a:xfrm>
          <a:off x="0" y="0"/>
          <a:ext cx="0" cy="0"/>
          <a:chOff x="0" y="0"/>
          <a:chExt cx="0" cy="0"/>
        </a:xfrm>
      </p:grpSpPr>
      <p:sp>
        <p:nvSpPr>
          <p:cNvPr id="1262" name="Google Shape;1262;g39d1d8ed13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3" name="Google Shape;1263;g39d1d8ed13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Michael</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Here you can see what our model’s responses look like with and </a:t>
            </a:r>
            <a:r>
              <a:rPr lang="en">
                <a:solidFill>
                  <a:schemeClr val="dk1"/>
                </a:solidFill>
              </a:rPr>
              <a:t>without</a:t>
            </a:r>
            <a:r>
              <a:rPr lang="en">
                <a:solidFill>
                  <a:schemeClr val="dk1"/>
                </a:solidFill>
              </a:rPr>
              <a:t> RAG. In this example, a user journals about how their work day was difficult due to needing to juggle multiple tasks.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On the left is our </a:t>
            </a:r>
            <a:r>
              <a:rPr b="1" lang="en">
                <a:solidFill>
                  <a:schemeClr val="dk1"/>
                </a:solidFill>
              </a:rPr>
              <a:t>baseline mode without RAG</a:t>
            </a:r>
            <a:r>
              <a:rPr lang="en">
                <a:solidFill>
                  <a:schemeClr val="dk1"/>
                </a:solidFill>
              </a:rPr>
              <a:t>. The response is much longer, a bit too clinical and tries to tell the user exactly </a:t>
            </a:r>
            <a:r>
              <a:rPr lang="en">
                <a:solidFill>
                  <a:schemeClr val="dk1"/>
                </a:solidFill>
              </a:rPr>
              <a:t>what</a:t>
            </a:r>
            <a:r>
              <a:rPr lang="en">
                <a:solidFill>
                  <a:schemeClr val="dk1"/>
                </a:solidFill>
              </a:rPr>
              <a:t> to do. It reads “...”. While it’s technically accurate, it sounds more like a textbook than an empathetic journaling companion.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On the right is our </a:t>
            </a:r>
            <a:r>
              <a:rPr b="1" lang="en">
                <a:solidFill>
                  <a:schemeClr val="dk1"/>
                </a:solidFill>
              </a:rPr>
              <a:t>improved model</a:t>
            </a:r>
            <a:r>
              <a:rPr lang="en">
                <a:solidFill>
                  <a:schemeClr val="dk1"/>
                </a:solidFill>
              </a:rPr>
              <a:t> after introducing RAG and a ton of prompt refinement. This version is </a:t>
            </a:r>
            <a:r>
              <a:rPr b="1" lang="en">
                <a:solidFill>
                  <a:schemeClr val="dk1"/>
                </a:solidFill>
              </a:rPr>
              <a:t>shorter</a:t>
            </a:r>
            <a:r>
              <a:rPr lang="en">
                <a:solidFill>
                  <a:schemeClr val="dk1"/>
                </a:solidFill>
              </a:rPr>
              <a:t>, more natural, and more emotionally attuned. It reads “...”. Instead of instructing the user, it first </a:t>
            </a:r>
            <a:r>
              <a:rPr b="1" lang="en">
                <a:solidFill>
                  <a:schemeClr val="dk1"/>
                </a:solidFill>
              </a:rPr>
              <a:t>validates their feelings </a:t>
            </a:r>
            <a:r>
              <a:rPr lang="en">
                <a:solidFill>
                  <a:schemeClr val="dk1"/>
                </a:solidFill>
              </a:rPr>
              <a:t>and then asks a </a:t>
            </a:r>
            <a:r>
              <a:rPr b="1" lang="en">
                <a:solidFill>
                  <a:schemeClr val="dk1"/>
                </a:solidFill>
              </a:rPr>
              <a:t>gentle, open-ended question</a:t>
            </a:r>
            <a:r>
              <a:rPr lang="en">
                <a:solidFill>
                  <a:schemeClr val="dk1"/>
                </a:solidFill>
              </a:rPr>
              <a:t> that encourages reflection.</a:t>
            </a:r>
            <a:endParaRPr>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lang="en">
                <a:solidFill>
                  <a:schemeClr val="dk1"/>
                </a:solidFill>
              </a:rPr>
              <a:t>After talking with a </a:t>
            </a:r>
            <a:r>
              <a:rPr b="1" lang="en">
                <a:solidFill>
                  <a:schemeClr val="dk1"/>
                </a:solidFill>
              </a:rPr>
              <a:t>CBT domain expert</a:t>
            </a:r>
            <a:r>
              <a:rPr lang="en">
                <a:solidFill>
                  <a:schemeClr val="dk1"/>
                </a:solidFill>
              </a:rPr>
              <a:t>, we learned two key principles that guided this improvement: keep responses </a:t>
            </a:r>
            <a:r>
              <a:rPr b="1" lang="en">
                <a:solidFill>
                  <a:schemeClr val="dk1"/>
                </a:solidFill>
              </a:rPr>
              <a:t>concise</a:t>
            </a:r>
            <a:r>
              <a:rPr lang="en">
                <a:solidFill>
                  <a:schemeClr val="dk1"/>
                </a:solidFill>
              </a:rPr>
              <a:t>, and </a:t>
            </a:r>
            <a:r>
              <a:rPr b="1" lang="en">
                <a:solidFill>
                  <a:schemeClr val="dk1"/>
                </a:solidFill>
              </a:rPr>
              <a:t>don’t explicitly mention CBT frameworks</a:t>
            </a:r>
            <a:r>
              <a:rPr lang="en">
                <a:solidFill>
                  <a:schemeClr val="dk1"/>
                </a:solidFill>
              </a:rPr>
              <a: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8" name="Shape 1288"/>
        <p:cNvGrpSpPr/>
        <p:nvPr/>
      </p:nvGrpSpPr>
      <p:grpSpPr>
        <a:xfrm>
          <a:off x="0" y="0"/>
          <a:ext cx="0" cy="0"/>
          <a:chOff x="0" y="0"/>
          <a:chExt cx="0" cy="0"/>
        </a:xfrm>
      </p:grpSpPr>
      <p:sp>
        <p:nvSpPr>
          <p:cNvPr id="1289" name="Google Shape;1289;g3ab8026e8a9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0" name="Google Shape;1290;g3ab8026e8a9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Michael</a:t>
            </a:r>
            <a:endParaRPr/>
          </a:p>
          <a:p>
            <a:pPr indent="0" lvl="0" marL="0" rtl="0" algn="l">
              <a:lnSpc>
                <a:spcPct val="115000"/>
              </a:lnSpc>
              <a:spcBef>
                <a:spcPts val="1200"/>
              </a:spcBef>
              <a:spcAft>
                <a:spcPts val="0"/>
              </a:spcAft>
              <a:buClr>
                <a:schemeClr val="dk1"/>
              </a:buClr>
              <a:buSzPts val="1100"/>
              <a:buFont typeface="Arial"/>
              <a:buNone/>
            </a:pPr>
            <a:r>
              <a:rPr lang="en"/>
              <a:t>I wanted to take a moment to show how our model output is actually useful for our users.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So to </a:t>
            </a:r>
            <a:r>
              <a:rPr lang="en">
                <a:solidFill>
                  <a:schemeClr val="dk1"/>
                </a:solidFill>
              </a:rPr>
              <a:t>reiterate</a:t>
            </a:r>
            <a:r>
              <a:rPr lang="en">
                <a:solidFill>
                  <a:schemeClr val="dk1"/>
                </a:solidFill>
              </a:rPr>
              <a:t>: a user writes a journal entry, the RAG retrieves relevant information from our CBT </a:t>
            </a:r>
            <a:r>
              <a:rPr lang="en">
                <a:solidFill>
                  <a:schemeClr val="dk1"/>
                </a:solidFill>
              </a:rPr>
              <a:t>knowledge base and the LLM generates a response.</a:t>
            </a:r>
            <a:endParaRPr>
              <a:solidFill>
                <a:schemeClr val="dk1"/>
              </a:solidFill>
            </a:endParaRPr>
          </a:p>
          <a:p>
            <a:pPr indent="0" lvl="0" marL="0" rtl="0" algn="l">
              <a:lnSpc>
                <a:spcPct val="115000"/>
              </a:lnSpc>
              <a:spcBef>
                <a:spcPts val="1200"/>
              </a:spcBef>
              <a:spcAft>
                <a:spcPts val="0"/>
              </a:spcAft>
              <a:buNone/>
            </a:pPr>
            <a:r>
              <a:rPr lang="en">
                <a:solidFill>
                  <a:schemeClr val="dk1"/>
                </a:solidFill>
              </a:rPr>
              <a:t>Then, the user is guided to insight. They start to see the pattern of how they think and consider alternative explanations for their thoughts</a:t>
            </a:r>
            <a:endParaRPr>
              <a:solidFill>
                <a:schemeClr val="dk1"/>
              </a:solidFill>
            </a:endParaRPr>
          </a:p>
          <a:p>
            <a:pPr indent="0" lvl="0" marL="0" rtl="0" algn="l">
              <a:lnSpc>
                <a:spcPct val="115000"/>
              </a:lnSpc>
              <a:spcBef>
                <a:spcPts val="1200"/>
              </a:spcBef>
              <a:spcAft>
                <a:spcPts val="0"/>
              </a:spcAft>
              <a:buNone/>
            </a:pPr>
            <a:r>
              <a:rPr lang="en">
                <a:solidFill>
                  <a:schemeClr val="dk1"/>
                </a:solidFill>
              </a:rPr>
              <a:t>And that is where the long-term value truly comes in. Over time, users internalize these skills: They start catching their own distortions. They're journaling and start applying the techniques they have learned from previous sessions independently until this becomes automatic and more a part of how they generally think.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What we aim to provide is a friend that helps you build better habits of thinking.</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So now, let's talk evaluation.</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7" name="Shape 1307"/>
        <p:cNvGrpSpPr/>
        <p:nvPr/>
      </p:nvGrpSpPr>
      <p:grpSpPr>
        <a:xfrm>
          <a:off x="0" y="0"/>
          <a:ext cx="0" cy="0"/>
          <a:chOff x="0" y="0"/>
          <a:chExt cx="0" cy="0"/>
        </a:xfrm>
      </p:grpSpPr>
      <p:sp>
        <p:nvSpPr>
          <p:cNvPr id="1308" name="Google Shape;1308;g3aea5f6e12f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9" name="Google Shape;1309;g3aea5f6e12f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Michael</a:t>
            </a:r>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For evaluation, we used an evaluation rubric called the Cognitive Therapy Rating Scale. It's a standardized assessment tool used in clinical practice and CBT training programs where it scores various metrics on a scale of 1-6.</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We have an LLM acting as a judge to score 50 user/assistant dialogues using that exact same 1-6 scale.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Now, why did we use this scale specifically? Three reasons: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One - it's widely used.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Two - it's comprehensive. We're measuring therapeutic competence across multiple dimensions.</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Three - benchmarking. Other papers in this space have used similar frameworks, so we can compare our results to existing work.</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Note:</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lang="en">
                <a:solidFill>
                  <a:schemeClr val="dk1"/>
                </a:solidFill>
              </a:rPr>
              <a:t>Understanding - does it understand what the user is saying?</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Interpersonal effectiveness - does it feel warm and supportive?</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Guided discovery - is it asking good guiding questions?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Focusing on key cognitions - is it zeroing in on the important thoughts?</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en">
                <a:solidFill>
                  <a:schemeClr val="dk1"/>
                </a:solidFill>
              </a:rPr>
              <a:t>Application of CBT methods - is it actually using CBT frameworks?</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6" name="Shape 1316"/>
        <p:cNvGrpSpPr/>
        <p:nvPr/>
      </p:nvGrpSpPr>
      <p:grpSpPr>
        <a:xfrm>
          <a:off x="0" y="0"/>
          <a:ext cx="0" cy="0"/>
          <a:chOff x="0" y="0"/>
          <a:chExt cx="0" cy="0"/>
        </a:xfrm>
      </p:grpSpPr>
      <p:sp>
        <p:nvSpPr>
          <p:cNvPr id="1317" name="Google Shape;1317;g3ac6da2eae1_8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8" name="Google Shape;1318;g3ac6da2eae1_8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Michael</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Here are our evaluation results on 50 separate dialogues of 3+ turns. We're doing really well on Understanding and Focusing on Key Cognitions. The model knows how to spot the core problem and stay on it. And while we don’t have a baseline to compare to on Application of CBT Techniques, we are performing very well there.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takeaway is that the model is understanding what to discuss and using CBT to guide the user through those key thoughts. It's doing the therapy part right. </a:t>
            </a:r>
            <a:endParaRPr>
              <a:solidFill>
                <a:schemeClr val="dk1"/>
              </a:solidFill>
            </a:endParaRPr>
          </a:p>
          <a:p>
            <a:pPr indent="0" lvl="0" marL="0" rtl="0" algn="l">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1200"/>
              </a:spcAft>
              <a:buNone/>
            </a:pPr>
            <a:r>
              <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4" name="Shape 1324"/>
        <p:cNvGrpSpPr/>
        <p:nvPr/>
      </p:nvGrpSpPr>
      <p:grpSpPr>
        <a:xfrm>
          <a:off x="0" y="0"/>
          <a:ext cx="0" cy="0"/>
          <a:chOff x="0" y="0"/>
          <a:chExt cx="0" cy="0"/>
        </a:xfrm>
      </p:grpSpPr>
      <p:sp>
        <p:nvSpPr>
          <p:cNvPr id="1325" name="Google Shape;1325;g3ae2251ef38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6" name="Google Shape;1326;g3ae2251ef38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Sineli</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6" name="Shape 1356"/>
        <p:cNvGrpSpPr/>
        <p:nvPr/>
      </p:nvGrpSpPr>
      <p:grpSpPr>
        <a:xfrm>
          <a:off x="0" y="0"/>
          <a:ext cx="0" cy="0"/>
          <a:chOff x="0" y="0"/>
          <a:chExt cx="0" cy="0"/>
        </a:xfrm>
      </p:grpSpPr>
      <p:sp>
        <p:nvSpPr>
          <p:cNvPr id="1357" name="Google Shape;1357;g39cedea7d60_0_16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8" name="Google Shape;1358;g39cedea7d60_0_16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Shyam</a:t>
            </a:r>
            <a:endParaRPr b="1"/>
          </a:p>
          <a:p>
            <a:pPr indent="0" lvl="0" marL="0" rtl="0" algn="l">
              <a:spcBef>
                <a:spcPts val="0"/>
              </a:spcBef>
              <a:spcAft>
                <a:spcPts val="0"/>
              </a:spcAft>
              <a:buNone/>
            </a:pPr>
            <a:r>
              <a:t/>
            </a:r>
            <a:endParaRPr/>
          </a:p>
          <a:p>
            <a:pPr indent="0" lvl="0" marL="0" rtl="0" algn="l">
              <a:spcBef>
                <a:spcPts val="0"/>
              </a:spcBef>
              <a:spcAft>
                <a:spcPts val="0"/>
              </a:spcAft>
              <a:buNone/>
            </a:pPr>
            <a:r>
              <a:rPr lang="en"/>
              <a:t>So our key technical takeaways from this project are as follows: </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AutoNum type="arabicParenR"/>
            </a:pPr>
            <a:r>
              <a:rPr lang="en"/>
              <a:t>A rigid input </a:t>
            </a:r>
            <a:r>
              <a:rPr lang="en"/>
              <a:t>schema</a:t>
            </a:r>
            <a:r>
              <a:rPr lang="en"/>
              <a:t> is critical when prompting our model with many different sources of information, such as journal entries and chat histories. It helps prevent hallucinations and ensures the model properly attributes a given piece of info to the correct source.</a:t>
            </a:r>
            <a:endParaRPr/>
          </a:p>
          <a:p>
            <a:pPr indent="0" lvl="0" marL="457200" rtl="0" algn="l">
              <a:spcBef>
                <a:spcPts val="0"/>
              </a:spcBef>
              <a:spcAft>
                <a:spcPts val="0"/>
              </a:spcAft>
              <a:buNone/>
            </a:pPr>
            <a:r>
              <a:t/>
            </a:r>
            <a:endParaRPr/>
          </a:p>
          <a:p>
            <a:pPr indent="-298450" lvl="0" marL="457200" rtl="0" algn="l">
              <a:spcBef>
                <a:spcPts val="0"/>
              </a:spcBef>
              <a:spcAft>
                <a:spcPts val="0"/>
              </a:spcAft>
              <a:buSzPts val="1100"/>
              <a:buAutoNum type="arabicParenR"/>
            </a:pPr>
            <a:r>
              <a:rPr lang="en"/>
              <a:t>RAG document selection needs to be thoughtful. We can’t simply add documents with the relevant </a:t>
            </a:r>
            <a:r>
              <a:rPr lang="en"/>
              <a:t>subject</a:t>
            </a:r>
            <a:r>
              <a:rPr lang="en"/>
              <a:t> matter. Each retrieved chunk needs to contain useful context. For example, we attempted to use worksheets as docs in our knowledge base and those sources simply added questions and not additional information around the frameworks </a:t>
            </a:r>
            <a:r>
              <a:rPr lang="en"/>
              <a:t>themselves</a:t>
            </a:r>
            <a:r>
              <a:rPr lang="en"/>
              <a:t> that could be used to respond more effectively to the user.</a:t>
            </a:r>
            <a:endParaRPr/>
          </a:p>
          <a:p>
            <a:pPr indent="0" lvl="0" marL="457200" rtl="0" algn="l">
              <a:spcBef>
                <a:spcPts val="0"/>
              </a:spcBef>
              <a:spcAft>
                <a:spcPts val="0"/>
              </a:spcAft>
              <a:buNone/>
            </a:pPr>
            <a:r>
              <a:t/>
            </a:r>
            <a:endParaRPr/>
          </a:p>
          <a:p>
            <a:pPr indent="-298450" lvl="0" marL="457200" rtl="0" algn="l">
              <a:spcBef>
                <a:spcPts val="0"/>
              </a:spcBef>
              <a:spcAft>
                <a:spcPts val="0"/>
              </a:spcAft>
              <a:buSzPts val="1100"/>
              <a:buAutoNum type="arabicParenR"/>
            </a:pPr>
            <a:r>
              <a:rPr lang="en"/>
              <a:t>Finally, model choice really mattered. Mistral (7B) and Llama (8B) produced frequent hallucinations, while Qwen (14B) and Gemma (9B) were much more stable in the notebooks. But once we moved into deployment with LangChain, Qwen’s consistency dropped, while Gemma remained reliably accurate. In the end, we chose Gemma because it gave us the best balance of quality, stability, and low hallucination rates across the entire pipeline.</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4" name="Shape 1364"/>
        <p:cNvGrpSpPr/>
        <p:nvPr/>
      </p:nvGrpSpPr>
      <p:grpSpPr>
        <a:xfrm>
          <a:off x="0" y="0"/>
          <a:ext cx="0" cy="0"/>
          <a:chOff x="0" y="0"/>
          <a:chExt cx="0" cy="0"/>
        </a:xfrm>
      </p:grpSpPr>
      <p:sp>
        <p:nvSpPr>
          <p:cNvPr id="1365" name="Google Shape;1365;g3ab70d75b69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6" name="Google Shape;1366;g3ab70d75b69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Shyam</a:t>
            </a:r>
            <a:endParaRPr b="1"/>
          </a:p>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Here is the high-level architecture of the entire system behind the product. The core of the system is on AWS with a Sagemaker inference endpoint hosting and running Gemma2 as well as a Bedrock knowledge base that provides chunks of context for each invocation of Gemma2 on Sagemaker. There are multiple API’s to handle user inputs, chat histories, and generated text to build prompts, request inference, and return an appropriate response to the user.</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PREVIOUS VERSION, DON’T READ!</a:t>
            </a:r>
            <a:endParaRPr>
              <a:solidFill>
                <a:schemeClr val="dk1"/>
              </a:solidFill>
            </a:endParaRPr>
          </a:p>
          <a:p>
            <a:pPr indent="0" lvl="0" marL="0" rtl="0" algn="l">
              <a:spcBef>
                <a:spcPts val="0"/>
              </a:spcBef>
              <a:spcAft>
                <a:spcPts val="0"/>
              </a:spcAft>
              <a:buNone/>
            </a:pPr>
            <a:r>
              <a:rPr lang="en">
                <a:solidFill>
                  <a:schemeClr val="dk1"/>
                </a:solidFill>
              </a:rPr>
              <a:t>Here is the high-level architecture of the entire system behind the product. We have the following components:</a:t>
            </a:r>
            <a:endParaRPr>
              <a:solidFill>
                <a:schemeClr val="dk1"/>
              </a:solidFill>
            </a:endParaRPr>
          </a:p>
          <a:p>
            <a:pPr indent="0" lvl="0" marL="0" rtl="0" algn="l">
              <a:spcBef>
                <a:spcPts val="0"/>
              </a:spcBef>
              <a:spcAft>
                <a:spcPts val="0"/>
              </a:spcAft>
              <a:buNone/>
            </a:pPr>
            <a:r>
              <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 Sagemaker inference endpoint that is running the model</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 Bedrock knowledge base to return context relevant to the latest user input</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An S3 bucket to hold model artifacts and documents for these systems</a:t>
            </a:r>
            <a:endParaRPr>
              <a:solidFill>
                <a:schemeClr val="dk1"/>
              </a:solidFill>
            </a:endParaRPr>
          </a:p>
          <a:p>
            <a:pPr indent="0" lvl="0" marL="457200" rtl="0" algn="l">
              <a:spcBef>
                <a:spcPts val="0"/>
              </a:spcBef>
              <a:spcAft>
                <a:spcPts val="0"/>
              </a:spcAft>
              <a:buNone/>
            </a:pPr>
            <a:r>
              <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 frontend that displays a web page, handles user authentication through Google, and accepts entries and responses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 MongoDB implementation that records all chat histories and returns them as needed for chat responses</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 backend API that connects frontend requests with the chat histories in MongoDB and requests AI responses as needed</a:t>
            </a:r>
            <a:endParaRPr>
              <a:solidFill>
                <a:schemeClr val="dk1"/>
              </a:solidFill>
            </a:endParaRPr>
          </a:p>
          <a:p>
            <a:pPr indent="0" lvl="0" marL="0" rtl="0" algn="l">
              <a:spcBef>
                <a:spcPts val="0"/>
              </a:spcBef>
              <a:spcAft>
                <a:spcPts val="0"/>
              </a:spcAft>
              <a:buNone/>
            </a:pPr>
            <a:r>
              <a:t/>
            </a:r>
            <a:endParaRPr>
              <a:solidFill>
                <a:schemeClr val="dk1"/>
              </a:solidFill>
            </a:endParaRPr>
          </a:p>
          <a:p>
            <a:pPr indent="-298450" lvl="0" marL="457200" rtl="0" algn="l">
              <a:spcBef>
                <a:spcPts val="0"/>
              </a:spcBef>
              <a:spcAft>
                <a:spcPts val="0"/>
              </a:spcAft>
              <a:buClr>
                <a:schemeClr val="dk1"/>
              </a:buClr>
              <a:buSzPts val="1100"/>
              <a:buChar char="-"/>
            </a:pPr>
            <a:r>
              <a:rPr lang="en">
                <a:solidFill>
                  <a:schemeClr val="dk1"/>
                </a:solidFill>
              </a:rPr>
              <a:t>And to connect everything, a LangChain API that ingests a provided chat history and prompt from the backend API, retrieves the relevant chunks from Bedrock, and then assembles the full context and prompt payload to send the final request to the Sagemaker inference endpoint. The response returned to this API is propagated all the way through to the front end.</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The frontend with the google authentication and the MongoDB implementation are both outside of AWS, every other component is deployed on AWS.</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0" name="Shape 1370"/>
        <p:cNvGrpSpPr/>
        <p:nvPr/>
      </p:nvGrpSpPr>
      <p:grpSpPr>
        <a:xfrm>
          <a:off x="0" y="0"/>
          <a:ext cx="0" cy="0"/>
          <a:chOff x="0" y="0"/>
          <a:chExt cx="0" cy="0"/>
        </a:xfrm>
      </p:grpSpPr>
      <p:sp>
        <p:nvSpPr>
          <p:cNvPr id="1371" name="Google Shape;1371;g3ab70d75b69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2" name="Google Shape;1372;g3ab70d75b69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Sineli</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7" name="Shape 1407"/>
        <p:cNvGrpSpPr/>
        <p:nvPr/>
      </p:nvGrpSpPr>
      <p:grpSpPr>
        <a:xfrm>
          <a:off x="0" y="0"/>
          <a:ext cx="0" cy="0"/>
          <a:chOff x="0" y="0"/>
          <a:chExt cx="0" cy="0"/>
        </a:xfrm>
      </p:grpSpPr>
      <p:sp>
        <p:nvSpPr>
          <p:cNvPr id="1408" name="Google Shape;1408;g39d3c6cff0c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9" name="Google Shape;1409;g39d3c6cff0c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Hannah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“With refrAIme our mission is to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1" name="Shape 1421"/>
        <p:cNvGrpSpPr/>
        <p:nvPr/>
      </p:nvGrpSpPr>
      <p:grpSpPr>
        <a:xfrm>
          <a:off x="0" y="0"/>
          <a:ext cx="0" cy="0"/>
          <a:chOff x="0" y="0"/>
          <a:chExt cx="0" cy="0"/>
        </a:xfrm>
      </p:grpSpPr>
      <p:sp>
        <p:nvSpPr>
          <p:cNvPr id="1422" name="Google Shape;1422;g3ada22abe54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3" name="Google Shape;1423;g3ada22abe54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Hannah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“With refrAIme our mission is to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6" name="Shape 1426"/>
        <p:cNvGrpSpPr/>
        <p:nvPr/>
      </p:nvGrpSpPr>
      <p:grpSpPr>
        <a:xfrm>
          <a:off x="0" y="0"/>
          <a:ext cx="0" cy="0"/>
          <a:chOff x="0" y="0"/>
          <a:chExt cx="0" cy="0"/>
        </a:xfrm>
      </p:grpSpPr>
      <p:sp>
        <p:nvSpPr>
          <p:cNvPr id="1427" name="Google Shape;1427;g3aea5f6e12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8" name="Google Shape;1428;g3aea5f6e12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Hannah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“With refrAIme our mission is to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4157700" y="1061225"/>
            <a:ext cx="4260000" cy="1750500"/>
          </a:xfrm>
          <a:prstGeom prst="rect">
            <a:avLst/>
          </a:prstGeom>
        </p:spPr>
        <p:txBody>
          <a:bodyPr anchorCtr="0" anchor="b" bIns="91425" lIns="91425" spcFirstLastPara="1" rIns="91425" wrap="square" tIns="91425">
            <a:noAutofit/>
          </a:bodyPr>
          <a:lstStyle>
            <a:lvl1pPr lvl="0">
              <a:spcBef>
                <a:spcPts val="0"/>
              </a:spcBef>
              <a:spcAft>
                <a:spcPts val="0"/>
              </a:spcAft>
              <a:buClr>
                <a:srgbClr val="191919"/>
              </a:buClr>
              <a:buSzPts val="5200"/>
              <a:buNone/>
              <a:defRPr sz="48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0" name="Google Shape;10;p2"/>
          <p:cNvSpPr txBox="1"/>
          <p:nvPr>
            <p:ph idx="1" type="subTitle"/>
          </p:nvPr>
        </p:nvSpPr>
        <p:spPr>
          <a:xfrm>
            <a:off x="4157700" y="2997200"/>
            <a:ext cx="4260000" cy="365700"/>
          </a:xfrm>
          <a:prstGeom prst="rect">
            <a:avLst/>
          </a:prstGeom>
          <a:solidFill>
            <a:schemeClr val="lt2"/>
          </a:solidFill>
        </p:spPr>
        <p:txBody>
          <a:bodyPr anchorCtr="0" anchor="ctr" bIns="91425" lIns="91425" spcFirstLastPara="1" rIns="91425" wrap="square" tIns="91425">
            <a:noAutofit/>
          </a:bodyPr>
          <a:lstStyle>
            <a:lvl1pPr lvl="0">
              <a:lnSpc>
                <a:spcPct val="115000"/>
              </a:lnSpc>
              <a:spcBef>
                <a:spcPts val="0"/>
              </a:spcBef>
              <a:spcAft>
                <a:spcPts val="0"/>
              </a:spcAft>
              <a:buSzPts val="1400"/>
              <a:buNone/>
              <a:defRPr sz="1600">
                <a:solidFill>
                  <a:schemeClr val="accent5"/>
                </a:solidFill>
              </a:defRPr>
            </a:lvl1pPr>
            <a:lvl2pPr lvl="1">
              <a:lnSpc>
                <a:spcPct val="115000"/>
              </a:lnSpc>
              <a:spcBef>
                <a:spcPts val="0"/>
              </a:spcBef>
              <a:spcAft>
                <a:spcPts val="0"/>
              </a:spcAft>
              <a:buSzPts val="1800"/>
              <a:buNone/>
              <a:defRPr sz="1800"/>
            </a:lvl2pPr>
            <a:lvl3pPr lvl="2">
              <a:lnSpc>
                <a:spcPct val="115000"/>
              </a:lnSpc>
              <a:spcBef>
                <a:spcPts val="0"/>
              </a:spcBef>
              <a:spcAft>
                <a:spcPts val="0"/>
              </a:spcAft>
              <a:buSzPts val="1800"/>
              <a:buNone/>
              <a:defRPr sz="1800"/>
            </a:lvl3pPr>
            <a:lvl4pPr lvl="3">
              <a:lnSpc>
                <a:spcPct val="115000"/>
              </a:lnSpc>
              <a:spcBef>
                <a:spcPts val="0"/>
              </a:spcBef>
              <a:spcAft>
                <a:spcPts val="0"/>
              </a:spcAft>
              <a:buSzPts val="1800"/>
              <a:buNone/>
              <a:defRPr sz="1800"/>
            </a:lvl4pPr>
            <a:lvl5pPr lvl="4">
              <a:lnSpc>
                <a:spcPct val="115000"/>
              </a:lnSpc>
              <a:spcBef>
                <a:spcPts val="0"/>
              </a:spcBef>
              <a:spcAft>
                <a:spcPts val="0"/>
              </a:spcAft>
              <a:buSzPts val="1800"/>
              <a:buNone/>
              <a:defRPr sz="1800"/>
            </a:lvl5pPr>
            <a:lvl6pPr lvl="5">
              <a:lnSpc>
                <a:spcPct val="115000"/>
              </a:lnSpc>
              <a:spcBef>
                <a:spcPts val="0"/>
              </a:spcBef>
              <a:spcAft>
                <a:spcPts val="0"/>
              </a:spcAft>
              <a:buSzPts val="1800"/>
              <a:buNone/>
              <a:defRPr sz="1800"/>
            </a:lvl6pPr>
            <a:lvl7pPr lvl="6">
              <a:lnSpc>
                <a:spcPct val="115000"/>
              </a:lnSpc>
              <a:spcBef>
                <a:spcPts val="0"/>
              </a:spcBef>
              <a:spcAft>
                <a:spcPts val="0"/>
              </a:spcAft>
              <a:buSzPts val="1800"/>
              <a:buNone/>
              <a:defRPr sz="1800"/>
            </a:lvl7pPr>
            <a:lvl8pPr lvl="7">
              <a:lnSpc>
                <a:spcPct val="115000"/>
              </a:lnSpc>
              <a:spcBef>
                <a:spcPts val="0"/>
              </a:spcBef>
              <a:spcAft>
                <a:spcPts val="0"/>
              </a:spcAft>
              <a:buSzPts val="1800"/>
              <a:buNone/>
              <a:defRPr sz="1800"/>
            </a:lvl8pPr>
            <a:lvl9pPr lvl="8">
              <a:lnSpc>
                <a:spcPct val="115000"/>
              </a:lnSpc>
              <a:spcBef>
                <a:spcPts val="0"/>
              </a:spcBef>
              <a:spcAft>
                <a:spcPts val="0"/>
              </a:spcAft>
              <a:buSzPts val="1800"/>
              <a:buNone/>
              <a:defRPr sz="1800"/>
            </a:lvl9pPr>
          </a:lstStyle>
          <a:p/>
        </p:txBody>
      </p:sp>
      <p:grpSp>
        <p:nvGrpSpPr>
          <p:cNvPr id="11" name="Google Shape;11;p2"/>
          <p:cNvGrpSpPr/>
          <p:nvPr/>
        </p:nvGrpSpPr>
        <p:grpSpPr>
          <a:xfrm>
            <a:off x="-709225" y="2020450"/>
            <a:ext cx="10403925" cy="4250875"/>
            <a:chOff x="-709225" y="2020450"/>
            <a:chExt cx="10403925" cy="4250875"/>
          </a:xfrm>
        </p:grpSpPr>
        <p:grpSp>
          <p:nvGrpSpPr>
            <p:cNvPr id="12" name="Google Shape;12;p2"/>
            <p:cNvGrpSpPr/>
            <p:nvPr/>
          </p:nvGrpSpPr>
          <p:grpSpPr>
            <a:xfrm>
              <a:off x="176175" y="2459300"/>
              <a:ext cx="418425" cy="3812025"/>
              <a:chOff x="176175" y="2459300"/>
              <a:chExt cx="418425" cy="3812025"/>
            </a:xfrm>
          </p:grpSpPr>
          <p:cxnSp>
            <p:nvCxnSpPr>
              <p:cNvPr id="13" name="Google Shape;13;p2"/>
              <p:cNvCxnSpPr/>
              <p:nvPr/>
            </p:nvCxnSpPr>
            <p:spPr>
              <a:xfrm flipH="1" rot="5400000">
                <a:off x="-1093800" y="3815900"/>
                <a:ext cx="3045000" cy="331800"/>
              </a:xfrm>
              <a:prstGeom prst="bentConnector3">
                <a:avLst>
                  <a:gd fmla="val 50000" name="adj1"/>
                </a:avLst>
              </a:prstGeom>
              <a:noFill/>
              <a:ln cap="flat" cmpd="sng" w="19050">
                <a:solidFill>
                  <a:schemeClr val="lt2"/>
                </a:solidFill>
                <a:prstDash val="solid"/>
                <a:round/>
                <a:headEnd len="med" w="med" type="none"/>
                <a:tailEnd len="med" w="med" type="oval"/>
              </a:ln>
            </p:spPr>
          </p:cxnSp>
          <p:cxnSp>
            <p:nvCxnSpPr>
              <p:cNvPr id="14" name="Google Shape;14;p2"/>
              <p:cNvCxnSpPr/>
              <p:nvPr/>
            </p:nvCxnSpPr>
            <p:spPr>
              <a:xfrm flipH="1" rot="5400000">
                <a:off x="-1327875" y="4449875"/>
                <a:ext cx="3325500" cy="317400"/>
              </a:xfrm>
              <a:prstGeom prst="bentConnector3">
                <a:avLst>
                  <a:gd fmla="val 64575" name="adj1"/>
                </a:avLst>
              </a:prstGeom>
              <a:noFill/>
              <a:ln cap="flat" cmpd="sng" w="19050">
                <a:solidFill>
                  <a:schemeClr val="lt2"/>
                </a:solidFill>
                <a:prstDash val="solid"/>
                <a:round/>
                <a:headEnd len="med" w="med" type="none"/>
                <a:tailEnd len="med" w="med" type="oval"/>
              </a:ln>
            </p:spPr>
          </p:cxnSp>
        </p:grpSp>
        <p:grpSp>
          <p:nvGrpSpPr>
            <p:cNvPr id="15" name="Google Shape;15;p2"/>
            <p:cNvGrpSpPr/>
            <p:nvPr/>
          </p:nvGrpSpPr>
          <p:grpSpPr>
            <a:xfrm>
              <a:off x="-709225" y="4185350"/>
              <a:ext cx="7895400" cy="1976375"/>
              <a:chOff x="-709225" y="4185350"/>
              <a:chExt cx="7895400" cy="1976375"/>
            </a:xfrm>
          </p:grpSpPr>
          <p:cxnSp>
            <p:nvCxnSpPr>
              <p:cNvPr id="16" name="Google Shape;16;p2"/>
              <p:cNvCxnSpPr/>
              <p:nvPr/>
            </p:nvCxnSpPr>
            <p:spPr>
              <a:xfrm flipH="1" rot="10800000">
                <a:off x="-709225" y="4185350"/>
                <a:ext cx="7895400" cy="1147500"/>
              </a:xfrm>
              <a:prstGeom prst="bentConnector3">
                <a:avLst>
                  <a:gd fmla="val 71221" name="adj1"/>
                </a:avLst>
              </a:prstGeom>
              <a:noFill/>
              <a:ln cap="flat" cmpd="sng" w="19050">
                <a:solidFill>
                  <a:schemeClr val="lt2"/>
                </a:solidFill>
                <a:prstDash val="solid"/>
                <a:round/>
                <a:headEnd len="med" w="med" type="none"/>
                <a:tailEnd len="med" w="med" type="oval"/>
              </a:ln>
            </p:spPr>
          </p:cxnSp>
          <p:cxnSp>
            <p:nvCxnSpPr>
              <p:cNvPr id="17" name="Google Shape;17;p2"/>
              <p:cNvCxnSpPr/>
              <p:nvPr/>
            </p:nvCxnSpPr>
            <p:spPr>
              <a:xfrm flipH="1" rot="10800000">
                <a:off x="2953025" y="4367125"/>
                <a:ext cx="3567000" cy="1794600"/>
              </a:xfrm>
              <a:prstGeom prst="bentConnector3">
                <a:avLst>
                  <a:gd fmla="val 50000" name="adj1"/>
                </a:avLst>
              </a:prstGeom>
              <a:noFill/>
              <a:ln cap="flat" cmpd="sng" w="19050">
                <a:solidFill>
                  <a:schemeClr val="lt2"/>
                </a:solidFill>
                <a:prstDash val="solid"/>
                <a:round/>
                <a:headEnd len="med" w="med" type="none"/>
                <a:tailEnd len="med" w="med" type="oval"/>
              </a:ln>
            </p:spPr>
          </p:cxnSp>
        </p:grpSp>
        <p:grpSp>
          <p:nvGrpSpPr>
            <p:cNvPr id="18" name="Google Shape;18;p2"/>
            <p:cNvGrpSpPr/>
            <p:nvPr/>
          </p:nvGrpSpPr>
          <p:grpSpPr>
            <a:xfrm>
              <a:off x="8417700" y="2020450"/>
              <a:ext cx="1277000" cy="2568900"/>
              <a:chOff x="8417700" y="2020450"/>
              <a:chExt cx="1277000" cy="2568900"/>
            </a:xfrm>
          </p:grpSpPr>
          <p:cxnSp>
            <p:nvCxnSpPr>
              <p:cNvPr id="19" name="Google Shape;19;p2"/>
              <p:cNvCxnSpPr/>
              <p:nvPr/>
            </p:nvCxnSpPr>
            <p:spPr>
              <a:xfrm rot="5400000">
                <a:off x="7933150" y="2965750"/>
                <a:ext cx="2568900" cy="678300"/>
              </a:xfrm>
              <a:prstGeom prst="bentConnector3">
                <a:avLst>
                  <a:gd fmla="val 4494" name="adj1"/>
                </a:avLst>
              </a:prstGeom>
              <a:noFill/>
              <a:ln cap="flat" cmpd="sng" w="19050">
                <a:solidFill>
                  <a:schemeClr val="lt2"/>
                </a:solidFill>
                <a:prstDash val="solid"/>
                <a:round/>
                <a:headEnd len="med" w="med" type="none"/>
                <a:tailEnd len="med" w="med" type="oval"/>
              </a:ln>
            </p:spPr>
          </p:cxnSp>
          <p:cxnSp>
            <p:nvCxnSpPr>
              <p:cNvPr id="20" name="Google Shape;20;p2"/>
              <p:cNvCxnSpPr/>
              <p:nvPr/>
            </p:nvCxnSpPr>
            <p:spPr>
              <a:xfrm>
                <a:off x="8417700" y="3180050"/>
                <a:ext cx="359700" cy="1051800"/>
              </a:xfrm>
              <a:prstGeom prst="bentConnector2">
                <a:avLst/>
              </a:prstGeom>
              <a:noFill/>
              <a:ln cap="flat" cmpd="sng" w="19050">
                <a:solidFill>
                  <a:schemeClr val="lt2"/>
                </a:solidFill>
                <a:prstDash val="solid"/>
                <a:round/>
                <a:headEnd len="med" w="med" type="none"/>
                <a:tailEnd len="med" w="med" type="oval"/>
              </a:ln>
            </p:spPr>
          </p:cxnSp>
          <p:cxnSp>
            <p:nvCxnSpPr>
              <p:cNvPr id="21" name="Google Shape;21;p2"/>
              <p:cNvCxnSpPr/>
              <p:nvPr/>
            </p:nvCxnSpPr>
            <p:spPr>
              <a:xfrm rot="5400000">
                <a:off x="8288750" y="2779400"/>
                <a:ext cx="2082300" cy="729600"/>
              </a:xfrm>
              <a:prstGeom prst="bentConnector3">
                <a:avLst>
                  <a:gd fmla="val 50000" name="adj1"/>
                </a:avLst>
              </a:prstGeom>
              <a:noFill/>
              <a:ln cap="flat" cmpd="sng" w="19050">
                <a:solidFill>
                  <a:schemeClr val="lt2"/>
                </a:solidFill>
                <a:prstDash val="solid"/>
                <a:round/>
                <a:headEnd len="med" w="med" type="none"/>
                <a:tailEnd len="med" w="med" type="oval"/>
              </a:ln>
            </p:spPr>
          </p:cxnSp>
        </p:grpSp>
      </p:grpSp>
      <p:grpSp>
        <p:nvGrpSpPr>
          <p:cNvPr id="22" name="Google Shape;22;p2"/>
          <p:cNvGrpSpPr/>
          <p:nvPr/>
        </p:nvGrpSpPr>
        <p:grpSpPr>
          <a:xfrm>
            <a:off x="84278" y="2240873"/>
            <a:ext cx="8837445" cy="2718104"/>
            <a:chOff x="84278" y="2240873"/>
            <a:chExt cx="8837445" cy="2718104"/>
          </a:xfrm>
        </p:grpSpPr>
        <p:sp>
          <p:nvSpPr>
            <p:cNvPr id="23" name="Google Shape;23;p2"/>
            <p:cNvSpPr/>
            <p:nvPr/>
          </p:nvSpPr>
          <p:spPr>
            <a:xfrm>
              <a:off x="84278" y="2240873"/>
              <a:ext cx="144320" cy="144304"/>
            </a:xfrm>
            <a:custGeom>
              <a:rect b="b" l="l" r="r" t="t"/>
              <a:pathLst>
                <a:path extrusionOk="0" h="3298" w="3298">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8777403" y="4814673"/>
              <a:ext cx="144320" cy="144304"/>
            </a:xfrm>
            <a:custGeom>
              <a:rect b="b" l="l" r="r" t="t"/>
              <a:pathLst>
                <a:path extrusionOk="0" h="3298" w="3298">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5" name="Shape 25"/>
        <p:cNvGrpSpPr/>
        <p:nvPr/>
      </p:nvGrpSpPr>
      <p:grpSpPr>
        <a:xfrm>
          <a:off x="0" y="0"/>
          <a:ext cx="0" cy="0"/>
          <a:chOff x="0" y="0"/>
          <a:chExt cx="0" cy="0"/>
        </a:xfrm>
      </p:grpSpPr>
      <p:sp>
        <p:nvSpPr>
          <p:cNvPr id="26" name="Google Shape;26;p3"/>
          <p:cNvSpPr txBox="1"/>
          <p:nvPr>
            <p:ph type="title"/>
          </p:nvPr>
        </p:nvSpPr>
        <p:spPr>
          <a:xfrm>
            <a:off x="720000" y="2303250"/>
            <a:ext cx="4044900" cy="841800"/>
          </a:xfrm>
          <a:prstGeom prst="rect">
            <a:avLst/>
          </a:prstGeom>
        </p:spPr>
        <p:txBody>
          <a:bodyPr anchorCtr="0" anchor="b" bIns="91425" lIns="91425" spcFirstLastPara="1" rIns="91425" wrap="square" tIns="91425">
            <a:noAutofit/>
          </a:bodyPr>
          <a:lstStyle>
            <a:lvl1pPr lvl="0" algn="r">
              <a:lnSpc>
                <a:spcPct val="115000"/>
              </a:lnSpc>
              <a:spcBef>
                <a:spcPts val="0"/>
              </a:spcBef>
              <a:spcAft>
                <a:spcPts val="0"/>
              </a:spcAft>
              <a:buSzPts val="3600"/>
              <a:buNone/>
              <a:defRPr sz="42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7" name="Google Shape;27;p3"/>
          <p:cNvSpPr txBox="1"/>
          <p:nvPr>
            <p:ph hasCustomPrompt="1" idx="2" type="title"/>
          </p:nvPr>
        </p:nvSpPr>
        <p:spPr>
          <a:xfrm>
            <a:off x="3249975" y="1014475"/>
            <a:ext cx="1411800" cy="899700"/>
          </a:xfrm>
          <a:prstGeom prst="rect">
            <a:avLst/>
          </a:prstGeom>
          <a:solidFill>
            <a:schemeClr val="lt2"/>
          </a:solidFill>
        </p:spPr>
        <p:txBody>
          <a:bodyPr anchorCtr="0" anchor="ctr" bIns="91425" lIns="91425" spcFirstLastPara="1" rIns="91425" wrap="square" tIns="91425">
            <a:noAutofit/>
          </a:bodyPr>
          <a:lstStyle>
            <a:lvl1pPr lvl="0" rtl="0" algn="ctr">
              <a:spcBef>
                <a:spcPts val="0"/>
              </a:spcBef>
              <a:spcAft>
                <a:spcPts val="0"/>
              </a:spcAft>
              <a:buSzPts val="6000"/>
              <a:buNone/>
              <a:defRPr sz="6000">
                <a:solidFill>
                  <a:schemeClr val="accent2"/>
                </a:solidFill>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8" name="Google Shape;28;p3"/>
          <p:cNvSpPr txBox="1"/>
          <p:nvPr>
            <p:ph idx="1" type="subTitle"/>
          </p:nvPr>
        </p:nvSpPr>
        <p:spPr>
          <a:xfrm>
            <a:off x="720000" y="3311500"/>
            <a:ext cx="4044900" cy="365700"/>
          </a:xfrm>
          <a:prstGeom prst="rect">
            <a:avLst/>
          </a:prstGeom>
          <a:solidFill>
            <a:schemeClr val="lt2"/>
          </a:solidFill>
        </p:spPr>
        <p:txBody>
          <a:bodyPr anchorCtr="0" anchor="ctr" bIns="91425" lIns="91425" spcFirstLastPara="1" rIns="91425" wrap="square" tIns="91425">
            <a:noAutofit/>
          </a:bodyPr>
          <a:lstStyle>
            <a:lvl1pPr lvl="0" rtl="0" algn="r">
              <a:lnSpc>
                <a:spcPct val="115000"/>
              </a:lnSpc>
              <a:spcBef>
                <a:spcPts val="0"/>
              </a:spcBef>
              <a:spcAft>
                <a:spcPts val="0"/>
              </a:spcAft>
              <a:buSzPts val="1400"/>
              <a:buNone/>
              <a:defRPr sz="1600">
                <a:solidFill>
                  <a:schemeClr val="accent5"/>
                </a:solidFill>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grpSp>
        <p:nvGrpSpPr>
          <p:cNvPr id="29" name="Google Shape;29;p3"/>
          <p:cNvGrpSpPr/>
          <p:nvPr/>
        </p:nvGrpSpPr>
        <p:grpSpPr>
          <a:xfrm>
            <a:off x="140000" y="188300"/>
            <a:ext cx="580000" cy="6094500"/>
            <a:chOff x="140000" y="188300"/>
            <a:chExt cx="580000" cy="6094500"/>
          </a:xfrm>
        </p:grpSpPr>
        <p:cxnSp>
          <p:nvCxnSpPr>
            <p:cNvPr id="30" name="Google Shape;30;p3"/>
            <p:cNvCxnSpPr/>
            <p:nvPr/>
          </p:nvCxnSpPr>
          <p:spPr>
            <a:xfrm rot="-5400000">
              <a:off x="-522000" y="4271050"/>
              <a:ext cx="2018700" cy="465300"/>
            </a:xfrm>
            <a:prstGeom prst="bentConnector2">
              <a:avLst/>
            </a:prstGeom>
            <a:noFill/>
            <a:ln cap="flat" cmpd="sng" w="19050">
              <a:solidFill>
                <a:schemeClr val="lt2"/>
              </a:solidFill>
              <a:prstDash val="solid"/>
              <a:round/>
              <a:headEnd len="med" w="med" type="none"/>
              <a:tailEnd len="med" w="med" type="oval"/>
            </a:ln>
          </p:spPr>
        </p:cxnSp>
        <p:cxnSp>
          <p:nvCxnSpPr>
            <p:cNvPr id="31" name="Google Shape;31;p3"/>
            <p:cNvCxnSpPr/>
            <p:nvPr/>
          </p:nvCxnSpPr>
          <p:spPr>
            <a:xfrm rot="-5400000">
              <a:off x="-2575525" y="3200000"/>
              <a:ext cx="6094500" cy="71100"/>
            </a:xfrm>
            <a:prstGeom prst="bentConnector3">
              <a:avLst>
                <a:gd fmla="val 50000" name="adj1"/>
              </a:avLst>
            </a:prstGeom>
            <a:noFill/>
            <a:ln cap="flat" cmpd="sng" w="19050">
              <a:solidFill>
                <a:schemeClr val="lt2"/>
              </a:solidFill>
              <a:prstDash val="solid"/>
              <a:round/>
              <a:headEnd len="med" w="med" type="none"/>
              <a:tailEnd len="med" w="med" type="oval"/>
            </a:ln>
          </p:spPr>
        </p:cxnSp>
        <p:cxnSp>
          <p:nvCxnSpPr>
            <p:cNvPr id="32" name="Google Shape;32;p3"/>
            <p:cNvCxnSpPr/>
            <p:nvPr/>
          </p:nvCxnSpPr>
          <p:spPr>
            <a:xfrm rot="-5400000">
              <a:off x="-1584400" y="3258800"/>
              <a:ext cx="3657300" cy="208500"/>
            </a:xfrm>
            <a:prstGeom prst="bentConnector3">
              <a:avLst>
                <a:gd fmla="val 50000" name="adj1"/>
              </a:avLst>
            </a:prstGeom>
            <a:noFill/>
            <a:ln cap="flat" cmpd="sng" w="19050">
              <a:solidFill>
                <a:schemeClr val="lt2"/>
              </a:solidFill>
              <a:prstDash val="solid"/>
              <a:round/>
              <a:headEnd len="med" w="med" type="none"/>
              <a:tailEnd len="med" w="med" type="oval"/>
            </a:ln>
          </p:spPr>
        </p:cxn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3" name="Shape 33"/>
        <p:cNvGrpSpPr/>
        <p:nvPr/>
      </p:nvGrpSpPr>
      <p:grpSpPr>
        <a:xfrm>
          <a:off x="0" y="0"/>
          <a:ext cx="0" cy="0"/>
          <a:chOff x="0" y="0"/>
          <a:chExt cx="0" cy="0"/>
        </a:xfrm>
      </p:grpSpPr>
      <p:sp>
        <p:nvSpPr>
          <p:cNvPr id="34" name="Google Shape;34;p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5" name="Google Shape;35;p4"/>
          <p:cNvSpPr txBox="1"/>
          <p:nvPr>
            <p:ph idx="1" type="body"/>
          </p:nvPr>
        </p:nvSpPr>
        <p:spPr>
          <a:xfrm>
            <a:off x="720000" y="1215751"/>
            <a:ext cx="7704000" cy="338400"/>
          </a:xfrm>
          <a:prstGeom prst="rect">
            <a:avLst/>
          </a:prstGeom>
        </p:spPr>
        <p:txBody>
          <a:bodyPr anchorCtr="0" anchor="t" bIns="91425" lIns="91425" spcFirstLastPara="1" rIns="91425" wrap="square" tIns="91425">
            <a:noAutofit/>
          </a:bodyPr>
          <a:lstStyle>
            <a:lvl1pPr indent="-317500" lvl="0" marL="457200" rtl="0">
              <a:lnSpc>
                <a:spcPct val="115000"/>
              </a:lnSpc>
              <a:spcBef>
                <a:spcPts val="0"/>
              </a:spcBef>
              <a:spcAft>
                <a:spcPts val="0"/>
              </a:spcAft>
              <a:buSzPts val="1400"/>
              <a:buAutoNum type="arabicPeriod"/>
              <a:defRPr/>
            </a:lvl1pPr>
            <a:lvl2pPr indent="-317500" lvl="1" marL="914400" rtl="0">
              <a:lnSpc>
                <a:spcPct val="115000"/>
              </a:lnSpc>
              <a:spcBef>
                <a:spcPts val="0"/>
              </a:spcBef>
              <a:spcAft>
                <a:spcPts val="0"/>
              </a:spcAft>
              <a:buSzPts val="1400"/>
              <a:buFont typeface="Lato Light"/>
              <a:buAutoNum type="alphaLcPeriod"/>
              <a:defRPr/>
            </a:lvl2pPr>
            <a:lvl3pPr indent="-317500" lvl="2" marL="1371600" rtl="0">
              <a:lnSpc>
                <a:spcPct val="115000"/>
              </a:lnSpc>
              <a:spcBef>
                <a:spcPts val="0"/>
              </a:spcBef>
              <a:spcAft>
                <a:spcPts val="0"/>
              </a:spcAft>
              <a:buSzPts val="1400"/>
              <a:buFont typeface="Lato Light"/>
              <a:buAutoNum type="romanLcPeriod"/>
              <a:defRPr/>
            </a:lvl3pPr>
            <a:lvl4pPr indent="-317500" lvl="3" marL="1828800" rtl="0">
              <a:lnSpc>
                <a:spcPct val="115000"/>
              </a:lnSpc>
              <a:spcBef>
                <a:spcPts val="0"/>
              </a:spcBef>
              <a:spcAft>
                <a:spcPts val="0"/>
              </a:spcAft>
              <a:buSzPts val="1400"/>
              <a:buFont typeface="Lato Light"/>
              <a:buAutoNum type="arabicPeriod"/>
              <a:defRPr/>
            </a:lvl4pPr>
            <a:lvl5pPr indent="-317500" lvl="4" marL="2286000" rtl="0">
              <a:lnSpc>
                <a:spcPct val="115000"/>
              </a:lnSpc>
              <a:spcBef>
                <a:spcPts val="0"/>
              </a:spcBef>
              <a:spcAft>
                <a:spcPts val="0"/>
              </a:spcAft>
              <a:buSzPts val="1400"/>
              <a:buFont typeface="Lato Light"/>
              <a:buAutoNum type="alphaLcPeriod"/>
              <a:defRPr/>
            </a:lvl5pPr>
            <a:lvl6pPr indent="-317500" lvl="5" marL="2743200" rtl="0">
              <a:lnSpc>
                <a:spcPct val="115000"/>
              </a:lnSpc>
              <a:spcBef>
                <a:spcPts val="0"/>
              </a:spcBef>
              <a:spcAft>
                <a:spcPts val="0"/>
              </a:spcAft>
              <a:buSzPts val="1400"/>
              <a:buFont typeface="Lato Light"/>
              <a:buAutoNum type="romanLcPeriod"/>
              <a:defRPr/>
            </a:lvl6pPr>
            <a:lvl7pPr indent="-317500" lvl="6" marL="3200400" rtl="0">
              <a:lnSpc>
                <a:spcPct val="115000"/>
              </a:lnSpc>
              <a:spcBef>
                <a:spcPts val="0"/>
              </a:spcBef>
              <a:spcAft>
                <a:spcPts val="0"/>
              </a:spcAft>
              <a:buSzPts val="1400"/>
              <a:buFont typeface="Lato Light"/>
              <a:buAutoNum type="arabicPeriod"/>
              <a:defRPr/>
            </a:lvl7pPr>
            <a:lvl8pPr indent="-317500" lvl="7" marL="3657600" rtl="0">
              <a:lnSpc>
                <a:spcPct val="115000"/>
              </a:lnSpc>
              <a:spcBef>
                <a:spcPts val="0"/>
              </a:spcBef>
              <a:spcAft>
                <a:spcPts val="0"/>
              </a:spcAft>
              <a:buSzPts val="1400"/>
              <a:buFont typeface="Lato Light"/>
              <a:buAutoNum type="alphaLcPeriod"/>
              <a:defRPr/>
            </a:lvl8pPr>
            <a:lvl9pPr indent="-317500" lvl="8" marL="4114800" rtl="0">
              <a:lnSpc>
                <a:spcPct val="115000"/>
              </a:lnSpc>
              <a:spcBef>
                <a:spcPts val="0"/>
              </a:spcBef>
              <a:spcAft>
                <a:spcPts val="0"/>
              </a:spcAft>
              <a:buSzPts val="1400"/>
              <a:buFont typeface="Lato Light"/>
              <a:buAutoNum type="romanLcPeriod"/>
              <a:defRPr/>
            </a:lvl9pPr>
          </a:lstStyle>
          <a:p/>
        </p:txBody>
      </p:sp>
      <p:cxnSp>
        <p:nvCxnSpPr>
          <p:cNvPr id="36" name="Google Shape;36;p4"/>
          <p:cNvCxnSpPr/>
          <p:nvPr/>
        </p:nvCxnSpPr>
        <p:spPr>
          <a:xfrm flipH="1" rot="-5400000">
            <a:off x="-1741502" y="1903025"/>
            <a:ext cx="4581000" cy="342000"/>
          </a:xfrm>
          <a:prstGeom prst="bentConnector2">
            <a:avLst/>
          </a:prstGeom>
          <a:noFill/>
          <a:ln cap="flat" cmpd="sng" w="19050">
            <a:solidFill>
              <a:schemeClr val="lt2"/>
            </a:solidFill>
            <a:prstDash val="solid"/>
            <a:round/>
            <a:headEnd len="med" w="med" type="none"/>
            <a:tailEnd len="med" w="med" type="oval"/>
          </a:ln>
        </p:spPr>
      </p:cxnSp>
      <p:grpSp>
        <p:nvGrpSpPr>
          <p:cNvPr id="37" name="Google Shape;37;p4"/>
          <p:cNvGrpSpPr/>
          <p:nvPr/>
        </p:nvGrpSpPr>
        <p:grpSpPr>
          <a:xfrm>
            <a:off x="378000" y="4579925"/>
            <a:ext cx="7970450" cy="273800"/>
            <a:chOff x="378000" y="4579925"/>
            <a:chExt cx="7970450" cy="273800"/>
          </a:xfrm>
        </p:grpSpPr>
        <p:sp>
          <p:nvSpPr>
            <p:cNvPr id="38" name="Google Shape;38;p4"/>
            <p:cNvSpPr/>
            <p:nvPr/>
          </p:nvSpPr>
          <p:spPr>
            <a:xfrm>
              <a:off x="378000" y="4579925"/>
              <a:ext cx="183600" cy="1836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9" name="Google Shape;39;p4"/>
            <p:cNvSpPr/>
            <p:nvPr/>
          </p:nvSpPr>
          <p:spPr>
            <a:xfrm>
              <a:off x="8164850" y="4670125"/>
              <a:ext cx="183600" cy="1836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40" name="Google Shape;40;p4"/>
            <p:cNvSpPr/>
            <p:nvPr/>
          </p:nvSpPr>
          <p:spPr>
            <a:xfrm>
              <a:off x="6756550" y="4670125"/>
              <a:ext cx="183600" cy="183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41" name="Shape 41"/>
        <p:cNvGrpSpPr/>
        <p:nvPr/>
      </p:nvGrpSpPr>
      <p:grpSpPr>
        <a:xfrm>
          <a:off x="0" y="0"/>
          <a:ext cx="0" cy="0"/>
          <a:chOff x="0" y="0"/>
          <a:chExt cx="0" cy="0"/>
        </a:xfrm>
      </p:grpSpPr>
      <p:sp>
        <p:nvSpPr>
          <p:cNvPr id="42" name="Google Shape;42;p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43" name="Google Shape;43;p5"/>
          <p:cNvSpPr txBox="1"/>
          <p:nvPr>
            <p:ph idx="1" type="subTitle"/>
          </p:nvPr>
        </p:nvSpPr>
        <p:spPr>
          <a:xfrm>
            <a:off x="5040058" y="3057025"/>
            <a:ext cx="2560500" cy="12111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2800"/>
              <a:buNone/>
              <a:defRPr sz="1400"/>
            </a:lvl1pPr>
            <a:lvl2pPr lvl="1" rtl="0" algn="ctr">
              <a:lnSpc>
                <a:spcPct val="115000"/>
              </a:lnSpc>
              <a:spcBef>
                <a:spcPts val="0"/>
              </a:spcBef>
              <a:spcAft>
                <a:spcPts val="0"/>
              </a:spcAft>
              <a:buSzPts val="2800"/>
              <a:buNone/>
              <a:defRPr sz="2800"/>
            </a:lvl2pPr>
            <a:lvl3pPr lvl="2" rtl="0" algn="ctr">
              <a:lnSpc>
                <a:spcPct val="115000"/>
              </a:lnSpc>
              <a:spcBef>
                <a:spcPts val="0"/>
              </a:spcBef>
              <a:spcAft>
                <a:spcPts val="0"/>
              </a:spcAft>
              <a:buSzPts val="2800"/>
              <a:buNone/>
              <a:defRPr sz="2800"/>
            </a:lvl3pPr>
            <a:lvl4pPr lvl="3" rtl="0" algn="ctr">
              <a:lnSpc>
                <a:spcPct val="115000"/>
              </a:lnSpc>
              <a:spcBef>
                <a:spcPts val="0"/>
              </a:spcBef>
              <a:spcAft>
                <a:spcPts val="0"/>
              </a:spcAft>
              <a:buSzPts val="2800"/>
              <a:buNone/>
              <a:defRPr sz="2800"/>
            </a:lvl4pPr>
            <a:lvl5pPr lvl="4" rtl="0" algn="ctr">
              <a:lnSpc>
                <a:spcPct val="115000"/>
              </a:lnSpc>
              <a:spcBef>
                <a:spcPts val="0"/>
              </a:spcBef>
              <a:spcAft>
                <a:spcPts val="0"/>
              </a:spcAft>
              <a:buSzPts val="2800"/>
              <a:buNone/>
              <a:defRPr sz="2800"/>
            </a:lvl5pPr>
            <a:lvl6pPr lvl="5" rtl="0" algn="ctr">
              <a:lnSpc>
                <a:spcPct val="115000"/>
              </a:lnSpc>
              <a:spcBef>
                <a:spcPts val="0"/>
              </a:spcBef>
              <a:spcAft>
                <a:spcPts val="0"/>
              </a:spcAft>
              <a:buSzPts val="2800"/>
              <a:buNone/>
              <a:defRPr sz="2800"/>
            </a:lvl6pPr>
            <a:lvl7pPr lvl="6" rtl="0" algn="ctr">
              <a:lnSpc>
                <a:spcPct val="115000"/>
              </a:lnSpc>
              <a:spcBef>
                <a:spcPts val="0"/>
              </a:spcBef>
              <a:spcAft>
                <a:spcPts val="0"/>
              </a:spcAft>
              <a:buSzPts val="2800"/>
              <a:buNone/>
              <a:defRPr sz="2800"/>
            </a:lvl7pPr>
            <a:lvl8pPr lvl="7" rtl="0" algn="ctr">
              <a:lnSpc>
                <a:spcPct val="115000"/>
              </a:lnSpc>
              <a:spcBef>
                <a:spcPts val="0"/>
              </a:spcBef>
              <a:spcAft>
                <a:spcPts val="0"/>
              </a:spcAft>
              <a:buSzPts val="2800"/>
              <a:buNone/>
              <a:defRPr sz="2800"/>
            </a:lvl8pPr>
            <a:lvl9pPr lvl="8" rtl="0" algn="ctr">
              <a:lnSpc>
                <a:spcPct val="115000"/>
              </a:lnSpc>
              <a:spcBef>
                <a:spcPts val="0"/>
              </a:spcBef>
              <a:spcAft>
                <a:spcPts val="0"/>
              </a:spcAft>
              <a:buSzPts val="2800"/>
              <a:buNone/>
              <a:defRPr sz="2800"/>
            </a:lvl9pPr>
          </a:lstStyle>
          <a:p/>
        </p:txBody>
      </p:sp>
      <p:sp>
        <p:nvSpPr>
          <p:cNvPr id="44" name="Google Shape;44;p5"/>
          <p:cNvSpPr txBox="1"/>
          <p:nvPr>
            <p:ph idx="2" type="subTitle"/>
          </p:nvPr>
        </p:nvSpPr>
        <p:spPr>
          <a:xfrm>
            <a:off x="1543450" y="3057025"/>
            <a:ext cx="2560500" cy="12111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2800"/>
              <a:buNone/>
              <a:defRPr sz="1400"/>
            </a:lvl1pPr>
            <a:lvl2pPr lvl="1" rtl="0" algn="ctr">
              <a:lnSpc>
                <a:spcPct val="115000"/>
              </a:lnSpc>
              <a:spcBef>
                <a:spcPts val="0"/>
              </a:spcBef>
              <a:spcAft>
                <a:spcPts val="0"/>
              </a:spcAft>
              <a:buSzPts val="2800"/>
              <a:buNone/>
              <a:defRPr sz="2800"/>
            </a:lvl2pPr>
            <a:lvl3pPr lvl="2" rtl="0" algn="ctr">
              <a:lnSpc>
                <a:spcPct val="115000"/>
              </a:lnSpc>
              <a:spcBef>
                <a:spcPts val="0"/>
              </a:spcBef>
              <a:spcAft>
                <a:spcPts val="0"/>
              </a:spcAft>
              <a:buSzPts val="2800"/>
              <a:buNone/>
              <a:defRPr sz="2800"/>
            </a:lvl3pPr>
            <a:lvl4pPr lvl="3" rtl="0" algn="ctr">
              <a:lnSpc>
                <a:spcPct val="115000"/>
              </a:lnSpc>
              <a:spcBef>
                <a:spcPts val="0"/>
              </a:spcBef>
              <a:spcAft>
                <a:spcPts val="0"/>
              </a:spcAft>
              <a:buSzPts val="2800"/>
              <a:buNone/>
              <a:defRPr sz="2800"/>
            </a:lvl4pPr>
            <a:lvl5pPr lvl="4" rtl="0" algn="ctr">
              <a:lnSpc>
                <a:spcPct val="115000"/>
              </a:lnSpc>
              <a:spcBef>
                <a:spcPts val="0"/>
              </a:spcBef>
              <a:spcAft>
                <a:spcPts val="0"/>
              </a:spcAft>
              <a:buSzPts val="2800"/>
              <a:buNone/>
              <a:defRPr sz="2800"/>
            </a:lvl5pPr>
            <a:lvl6pPr lvl="5" rtl="0" algn="ctr">
              <a:lnSpc>
                <a:spcPct val="115000"/>
              </a:lnSpc>
              <a:spcBef>
                <a:spcPts val="0"/>
              </a:spcBef>
              <a:spcAft>
                <a:spcPts val="0"/>
              </a:spcAft>
              <a:buSzPts val="2800"/>
              <a:buNone/>
              <a:defRPr sz="2800"/>
            </a:lvl6pPr>
            <a:lvl7pPr lvl="6" rtl="0" algn="ctr">
              <a:lnSpc>
                <a:spcPct val="115000"/>
              </a:lnSpc>
              <a:spcBef>
                <a:spcPts val="0"/>
              </a:spcBef>
              <a:spcAft>
                <a:spcPts val="0"/>
              </a:spcAft>
              <a:buSzPts val="2800"/>
              <a:buNone/>
              <a:defRPr sz="2800"/>
            </a:lvl7pPr>
            <a:lvl8pPr lvl="7" rtl="0" algn="ctr">
              <a:lnSpc>
                <a:spcPct val="115000"/>
              </a:lnSpc>
              <a:spcBef>
                <a:spcPts val="0"/>
              </a:spcBef>
              <a:spcAft>
                <a:spcPts val="0"/>
              </a:spcAft>
              <a:buSzPts val="2800"/>
              <a:buNone/>
              <a:defRPr sz="2800"/>
            </a:lvl8pPr>
            <a:lvl9pPr lvl="8" rtl="0" algn="ctr">
              <a:lnSpc>
                <a:spcPct val="115000"/>
              </a:lnSpc>
              <a:spcBef>
                <a:spcPts val="0"/>
              </a:spcBef>
              <a:spcAft>
                <a:spcPts val="0"/>
              </a:spcAft>
              <a:buSzPts val="2800"/>
              <a:buNone/>
              <a:defRPr sz="2800"/>
            </a:lvl9pPr>
          </a:lstStyle>
          <a:p/>
        </p:txBody>
      </p:sp>
      <p:sp>
        <p:nvSpPr>
          <p:cNvPr id="45" name="Google Shape;45;p5"/>
          <p:cNvSpPr txBox="1"/>
          <p:nvPr>
            <p:ph idx="3" type="subTitle"/>
          </p:nvPr>
        </p:nvSpPr>
        <p:spPr>
          <a:xfrm>
            <a:off x="5040058" y="2662226"/>
            <a:ext cx="2560500" cy="414900"/>
          </a:xfrm>
          <a:prstGeom prst="rect">
            <a:avLst/>
          </a:prstGeom>
        </p:spPr>
        <p:txBody>
          <a:bodyPr anchorCtr="0" anchor="b" bIns="91425" lIns="91425" spcFirstLastPara="1" rIns="91425" wrap="square" tIns="91425">
            <a:noAutofit/>
          </a:bodyPr>
          <a:lstStyle>
            <a:lvl1pPr lvl="0" rtl="0">
              <a:lnSpc>
                <a:spcPct val="115000"/>
              </a:lnSpc>
              <a:spcBef>
                <a:spcPts val="0"/>
              </a:spcBef>
              <a:spcAft>
                <a:spcPts val="0"/>
              </a:spcAft>
              <a:buSzPts val="2400"/>
              <a:buFont typeface="Sora"/>
              <a:buNone/>
              <a:defRPr b="1" sz="2000">
                <a:latin typeface="Sora"/>
                <a:ea typeface="Sora"/>
                <a:cs typeface="Sora"/>
                <a:sym typeface="Sora"/>
              </a:defRPr>
            </a:lvl1pPr>
            <a:lvl2pPr lvl="1" rtl="0" algn="ctr">
              <a:lnSpc>
                <a:spcPct val="115000"/>
              </a:lnSpc>
              <a:spcBef>
                <a:spcPts val="0"/>
              </a:spcBef>
              <a:spcAft>
                <a:spcPts val="0"/>
              </a:spcAft>
              <a:buSzPts val="2400"/>
              <a:buFont typeface="Sora"/>
              <a:buNone/>
              <a:defRPr b="1" sz="2400">
                <a:latin typeface="Sora"/>
                <a:ea typeface="Sora"/>
                <a:cs typeface="Sora"/>
                <a:sym typeface="Sora"/>
              </a:defRPr>
            </a:lvl2pPr>
            <a:lvl3pPr lvl="2" rtl="0" algn="ctr">
              <a:lnSpc>
                <a:spcPct val="115000"/>
              </a:lnSpc>
              <a:spcBef>
                <a:spcPts val="0"/>
              </a:spcBef>
              <a:spcAft>
                <a:spcPts val="0"/>
              </a:spcAft>
              <a:buSzPts val="2400"/>
              <a:buFont typeface="Sora"/>
              <a:buNone/>
              <a:defRPr b="1" sz="2400">
                <a:latin typeface="Sora"/>
                <a:ea typeface="Sora"/>
                <a:cs typeface="Sora"/>
                <a:sym typeface="Sora"/>
              </a:defRPr>
            </a:lvl3pPr>
            <a:lvl4pPr lvl="3" rtl="0" algn="ctr">
              <a:lnSpc>
                <a:spcPct val="115000"/>
              </a:lnSpc>
              <a:spcBef>
                <a:spcPts val="0"/>
              </a:spcBef>
              <a:spcAft>
                <a:spcPts val="0"/>
              </a:spcAft>
              <a:buSzPts val="2400"/>
              <a:buFont typeface="Sora"/>
              <a:buNone/>
              <a:defRPr b="1" sz="2400">
                <a:latin typeface="Sora"/>
                <a:ea typeface="Sora"/>
                <a:cs typeface="Sora"/>
                <a:sym typeface="Sora"/>
              </a:defRPr>
            </a:lvl4pPr>
            <a:lvl5pPr lvl="4" rtl="0" algn="ctr">
              <a:lnSpc>
                <a:spcPct val="115000"/>
              </a:lnSpc>
              <a:spcBef>
                <a:spcPts val="0"/>
              </a:spcBef>
              <a:spcAft>
                <a:spcPts val="0"/>
              </a:spcAft>
              <a:buSzPts val="2400"/>
              <a:buFont typeface="Sora"/>
              <a:buNone/>
              <a:defRPr b="1" sz="2400">
                <a:latin typeface="Sora"/>
                <a:ea typeface="Sora"/>
                <a:cs typeface="Sora"/>
                <a:sym typeface="Sora"/>
              </a:defRPr>
            </a:lvl5pPr>
            <a:lvl6pPr lvl="5" rtl="0" algn="ctr">
              <a:lnSpc>
                <a:spcPct val="115000"/>
              </a:lnSpc>
              <a:spcBef>
                <a:spcPts val="0"/>
              </a:spcBef>
              <a:spcAft>
                <a:spcPts val="0"/>
              </a:spcAft>
              <a:buSzPts val="2400"/>
              <a:buFont typeface="Sora"/>
              <a:buNone/>
              <a:defRPr b="1" sz="2400">
                <a:latin typeface="Sora"/>
                <a:ea typeface="Sora"/>
                <a:cs typeface="Sora"/>
                <a:sym typeface="Sora"/>
              </a:defRPr>
            </a:lvl6pPr>
            <a:lvl7pPr lvl="6" rtl="0" algn="ctr">
              <a:lnSpc>
                <a:spcPct val="115000"/>
              </a:lnSpc>
              <a:spcBef>
                <a:spcPts val="0"/>
              </a:spcBef>
              <a:spcAft>
                <a:spcPts val="0"/>
              </a:spcAft>
              <a:buSzPts val="2400"/>
              <a:buFont typeface="Sora"/>
              <a:buNone/>
              <a:defRPr b="1" sz="2400">
                <a:latin typeface="Sora"/>
                <a:ea typeface="Sora"/>
                <a:cs typeface="Sora"/>
                <a:sym typeface="Sora"/>
              </a:defRPr>
            </a:lvl7pPr>
            <a:lvl8pPr lvl="7" rtl="0" algn="ctr">
              <a:lnSpc>
                <a:spcPct val="115000"/>
              </a:lnSpc>
              <a:spcBef>
                <a:spcPts val="0"/>
              </a:spcBef>
              <a:spcAft>
                <a:spcPts val="0"/>
              </a:spcAft>
              <a:buSzPts val="2400"/>
              <a:buFont typeface="Sora"/>
              <a:buNone/>
              <a:defRPr b="1" sz="2400">
                <a:latin typeface="Sora"/>
                <a:ea typeface="Sora"/>
                <a:cs typeface="Sora"/>
                <a:sym typeface="Sora"/>
              </a:defRPr>
            </a:lvl8pPr>
            <a:lvl9pPr lvl="8" rtl="0" algn="ctr">
              <a:lnSpc>
                <a:spcPct val="115000"/>
              </a:lnSpc>
              <a:spcBef>
                <a:spcPts val="0"/>
              </a:spcBef>
              <a:spcAft>
                <a:spcPts val="0"/>
              </a:spcAft>
              <a:buSzPts val="2400"/>
              <a:buFont typeface="Sora"/>
              <a:buNone/>
              <a:defRPr b="1" sz="2400">
                <a:latin typeface="Sora"/>
                <a:ea typeface="Sora"/>
                <a:cs typeface="Sora"/>
                <a:sym typeface="Sora"/>
              </a:defRPr>
            </a:lvl9pPr>
          </a:lstStyle>
          <a:p/>
        </p:txBody>
      </p:sp>
      <p:sp>
        <p:nvSpPr>
          <p:cNvPr id="46" name="Google Shape;46;p5"/>
          <p:cNvSpPr txBox="1"/>
          <p:nvPr>
            <p:ph idx="4" type="subTitle"/>
          </p:nvPr>
        </p:nvSpPr>
        <p:spPr>
          <a:xfrm>
            <a:off x="1543450" y="2662226"/>
            <a:ext cx="2560500" cy="414900"/>
          </a:xfrm>
          <a:prstGeom prst="rect">
            <a:avLst/>
          </a:prstGeom>
        </p:spPr>
        <p:txBody>
          <a:bodyPr anchorCtr="0" anchor="b" bIns="91425" lIns="91425" spcFirstLastPara="1" rIns="91425" wrap="square" tIns="91425">
            <a:noAutofit/>
          </a:bodyPr>
          <a:lstStyle>
            <a:lvl1pPr lvl="0" rtl="0">
              <a:lnSpc>
                <a:spcPct val="115000"/>
              </a:lnSpc>
              <a:spcBef>
                <a:spcPts val="0"/>
              </a:spcBef>
              <a:spcAft>
                <a:spcPts val="0"/>
              </a:spcAft>
              <a:buSzPts val="2400"/>
              <a:buFont typeface="Sora"/>
              <a:buNone/>
              <a:defRPr b="1" sz="2000">
                <a:latin typeface="Sora"/>
                <a:ea typeface="Sora"/>
                <a:cs typeface="Sora"/>
                <a:sym typeface="Sora"/>
              </a:defRPr>
            </a:lvl1pPr>
            <a:lvl2pPr lvl="1" rtl="0" algn="ctr">
              <a:lnSpc>
                <a:spcPct val="115000"/>
              </a:lnSpc>
              <a:spcBef>
                <a:spcPts val="0"/>
              </a:spcBef>
              <a:spcAft>
                <a:spcPts val="0"/>
              </a:spcAft>
              <a:buSzPts val="2400"/>
              <a:buFont typeface="Sora"/>
              <a:buNone/>
              <a:defRPr b="1" sz="2400">
                <a:latin typeface="Sora"/>
                <a:ea typeface="Sora"/>
                <a:cs typeface="Sora"/>
                <a:sym typeface="Sora"/>
              </a:defRPr>
            </a:lvl2pPr>
            <a:lvl3pPr lvl="2" rtl="0" algn="ctr">
              <a:lnSpc>
                <a:spcPct val="115000"/>
              </a:lnSpc>
              <a:spcBef>
                <a:spcPts val="0"/>
              </a:spcBef>
              <a:spcAft>
                <a:spcPts val="0"/>
              </a:spcAft>
              <a:buSzPts val="2400"/>
              <a:buFont typeface="Sora"/>
              <a:buNone/>
              <a:defRPr b="1" sz="2400">
                <a:latin typeface="Sora"/>
                <a:ea typeface="Sora"/>
                <a:cs typeface="Sora"/>
                <a:sym typeface="Sora"/>
              </a:defRPr>
            </a:lvl3pPr>
            <a:lvl4pPr lvl="3" rtl="0" algn="ctr">
              <a:lnSpc>
                <a:spcPct val="115000"/>
              </a:lnSpc>
              <a:spcBef>
                <a:spcPts val="0"/>
              </a:spcBef>
              <a:spcAft>
                <a:spcPts val="0"/>
              </a:spcAft>
              <a:buSzPts val="2400"/>
              <a:buFont typeface="Sora"/>
              <a:buNone/>
              <a:defRPr b="1" sz="2400">
                <a:latin typeface="Sora"/>
                <a:ea typeface="Sora"/>
                <a:cs typeface="Sora"/>
                <a:sym typeface="Sora"/>
              </a:defRPr>
            </a:lvl4pPr>
            <a:lvl5pPr lvl="4" rtl="0" algn="ctr">
              <a:lnSpc>
                <a:spcPct val="115000"/>
              </a:lnSpc>
              <a:spcBef>
                <a:spcPts val="0"/>
              </a:spcBef>
              <a:spcAft>
                <a:spcPts val="0"/>
              </a:spcAft>
              <a:buSzPts val="2400"/>
              <a:buFont typeface="Sora"/>
              <a:buNone/>
              <a:defRPr b="1" sz="2400">
                <a:latin typeface="Sora"/>
                <a:ea typeface="Sora"/>
                <a:cs typeface="Sora"/>
                <a:sym typeface="Sora"/>
              </a:defRPr>
            </a:lvl5pPr>
            <a:lvl6pPr lvl="5" rtl="0" algn="ctr">
              <a:lnSpc>
                <a:spcPct val="115000"/>
              </a:lnSpc>
              <a:spcBef>
                <a:spcPts val="0"/>
              </a:spcBef>
              <a:spcAft>
                <a:spcPts val="0"/>
              </a:spcAft>
              <a:buSzPts val="2400"/>
              <a:buFont typeface="Sora"/>
              <a:buNone/>
              <a:defRPr b="1" sz="2400">
                <a:latin typeface="Sora"/>
                <a:ea typeface="Sora"/>
                <a:cs typeface="Sora"/>
                <a:sym typeface="Sora"/>
              </a:defRPr>
            </a:lvl6pPr>
            <a:lvl7pPr lvl="6" rtl="0" algn="ctr">
              <a:lnSpc>
                <a:spcPct val="115000"/>
              </a:lnSpc>
              <a:spcBef>
                <a:spcPts val="0"/>
              </a:spcBef>
              <a:spcAft>
                <a:spcPts val="0"/>
              </a:spcAft>
              <a:buSzPts val="2400"/>
              <a:buFont typeface="Sora"/>
              <a:buNone/>
              <a:defRPr b="1" sz="2400">
                <a:latin typeface="Sora"/>
                <a:ea typeface="Sora"/>
                <a:cs typeface="Sora"/>
                <a:sym typeface="Sora"/>
              </a:defRPr>
            </a:lvl7pPr>
            <a:lvl8pPr lvl="7" rtl="0" algn="ctr">
              <a:lnSpc>
                <a:spcPct val="115000"/>
              </a:lnSpc>
              <a:spcBef>
                <a:spcPts val="0"/>
              </a:spcBef>
              <a:spcAft>
                <a:spcPts val="0"/>
              </a:spcAft>
              <a:buSzPts val="2400"/>
              <a:buFont typeface="Sora"/>
              <a:buNone/>
              <a:defRPr b="1" sz="2400">
                <a:latin typeface="Sora"/>
                <a:ea typeface="Sora"/>
                <a:cs typeface="Sora"/>
                <a:sym typeface="Sora"/>
              </a:defRPr>
            </a:lvl8pPr>
            <a:lvl9pPr lvl="8" rtl="0" algn="ctr">
              <a:lnSpc>
                <a:spcPct val="115000"/>
              </a:lnSpc>
              <a:spcBef>
                <a:spcPts val="0"/>
              </a:spcBef>
              <a:spcAft>
                <a:spcPts val="0"/>
              </a:spcAft>
              <a:buSzPts val="2400"/>
              <a:buFont typeface="Sora"/>
              <a:buNone/>
              <a:defRPr b="1" sz="2400">
                <a:latin typeface="Sora"/>
                <a:ea typeface="Sora"/>
                <a:cs typeface="Sora"/>
                <a:sym typeface="Sora"/>
              </a:defRPr>
            </a:lvl9pPr>
          </a:lstStyle>
          <a:p/>
        </p:txBody>
      </p:sp>
      <p:grpSp>
        <p:nvGrpSpPr>
          <p:cNvPr id="47" name="Google Shape;47;p5"/>
          <p:cNvGrpSpPr/>
          <p:nvPr/>
        </p:nvGrpSpPr>
        <p:grpSpPr>
          <a:xfrm>
            <a:off x="65750" y="123192"/>
            <a:ext cx="9078236" cy="5947020"/>
            <a:chOff x="65750" y="123192"/>
            <a:chExt cx="9078236" cy="5947020"/>
          </a:xfrm>
        </p:grpSpPr>
        <p:cxnSp>
          <p:nvCxnSpPr>
            <p:cNvPr id="48" name="Google Shape;48;p5"/>
            <p:cNvCxnSpPr/>
            <p:nvPr/>
          </p:nvCxnSpPr>
          <p:spPr>
            <a:xfrm rot="-5400000">
              <a:off x="6194650" y="2609525"/>
              <a:ext cx="4686900" cy="546300"/>
            </a:xfrm>
            <a:prstGeom prst="bentConnector3">
              <a:avLst>
                <a:gd fmla="val 50000" name="adj1"/>
              </a:avLst>
            </a:prstGeom>
            <a:noFill/>
            <a:ln cap="flat" cmpd="sng" w="19050">
              <a:solidFill>
                <a:schemeClr val="lt2"/>
              </a:solidFill>
              <a:prstDash val="solid"/>
              <a:round/>
              <a:headEnd len="med" w="med" type="none"/>
              <a:tailEnd len="med" w="med" type="oval"/>
            </a:ln>
          </p:spPr>
        </p:cxnSp>
        <p:cxnSp>
          <p:nvCxnSpPr>
            <p:cNvPr id="49" name="Google Shape;49;p5"/>
            <p:cNvCxnSpPr/>
            <p:nvPr/>
          </p:nvCxnSpPr>
          <p:spPr>
            <a:xfrm rot="-5400000">
              <a:off x="6564000" y="2981200"/>
              <a:ext cx="4140000" cy="606600"/>
            </a:xfrm>
            <a:prstGeom prst="bentConnector3">
              <a:avLst>
                <a:gd fmla="val 50000" name="adj1"/>
              </a:avLst>
            </a:prstGeom>
            <a:noFill/>
            <a:ln cap="flat" cmpd="sng" w="19050">
              <a:solidFill>
                <a:schemeClr val="lt2"/>
              </a:solidFill>
              <a:prstDash val="solid"/>
              <a:round/>
              <a:headEnd len="med" w="med" type="none"/>
              <a:tailEnd len="med" w="med" type="oval"/>
            </a:ln>
          </p:spPr>
        </p:cxnSp>
        <p:cxnSp>
          <p:nvCxnSpPr>
            <p:cNvPr id="50" name="Google Shape;50;p5"/>
            <p:cNvCxnSpPr/>
            <p:nvPr/>
          </p:nvCxnSpPr>
          <p:spPr>
            <a:xfrm rot="-5400000">
              <a:off x="-2013300" y="3409838"/>
              <a:ext cx="4697700" cy="366300"/>
            </a:xfrm>
            <a:prstGeom prst="bentConnector3">
              <a:avLst>
                <a:gd fmla="val 50000" name="adj1"/>
              </a:avLst>
            </a:prstGeom>
            <a:noFill/>
            <a:ln cap="flat" cmpd="sng" w="19050">
              <a:solidFill>
                <a:schemeClr val="lt2"/>
              </a:solidFill>
              <a:prstDash val="solid"/>
              <a:round/>
              <a:headEnd len="med" w="med" type="none"/>
              <a:tailEnd len="med" w="med" type="oval"/>
            </a:ln>
          </p:spPr>
        </p:cxnSp>
        <p:cxnSp>
          <p:nvCxnSpPr>
            <p:cNvPr id="51" name="Google Shape;51;p5"/>
            <p:cNvCxnSpPr/>
            <p:nvPr/>
          </p:nvCxnSpPr>
          <p:spPr>
            <a:xfrm rot="-5400000">
              <a:off x="-1700950" y="3696913"/>
              <a:ext cx="4140000" cy="606600"/>
            </a:xfrm>
            <a:prstGeom prst="bentConnector3">
              <a:avLst>
                <a:gd fmla="val 50000" name="adj1"/>
              </a:avLst>
            </a:prstGeom>
            <a:noFill/>
            <a:ln cap="flat" cmpd="sng" w="19050">
              <a:solidFill>
                <a:schemeClr val="lt2"/>
              </a:solidFill>
              <a:prstDash val="solid"/>
              <a:round/>
              <a:headEnd len="med" w="med" type="none"/>
              <a:tailEnd len="med" w="med" type="oval"/>
            </a:ln>
          </p:spPr>
        </p:cxnSp>
        <p:grpSp>
          <p:nvGrpSpPr>
            <p:cNvPr id="52" name="Google Shape;52;p5"/>
            <p:cNvGrpSpPr/>
            <p:nvPr/>
          </p:nvGrpSpPr>
          <p:grpSpPr>
            <a:xfrm>
              <a:off x="244996" y="123192"/>
              <a:ext cx="8898990" cy="3904742"/>
              <a:chOff x="244996" y="123192"/>
              <a:chExt cx="8898990" cy="3904742"/>
            </a:xfrm>
          </p:grpSpPr>
          <p:sp>
            <p:nvSpPr>
              <p:cNvPr id="53" name="Google Shape;53;p5"/>
              <p:cNvSpPr/>
              <p:nvPr/>
            </p:nvSpPr>
            <p:spPr>
              <a:xfrm>
                <a:off x="8307552" y="123192"/>
                <a:ext cx="246441" cy="246441"/>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5"/>
              <p:cNvSpPr/>
              <p:nvPr/>
            </p:nvSpPr>
            <p:spPr>
              <a:xfrm>
                <a:off x="8554009" y="836635"/>
                <a:ext cx="181108" cy="181108"/>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5"/>
              <p:cNvSpPr/>
              <p:nvPr/>
            </p:nvSpPr>
            <p:spPr>
              <a:xfrm>
                <a:off x="9010993" y="3894941"/>
                <a:ext cx="132993" cy="132993"/>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5"/>
              <p:cNvSpPr/>
              <p:nvPr/>
            </p:nvSpPr>
            <p:spPr>
              <a:xfrm>
                <a:off x="244996" y="1750985"/>
                <a:ext cx="181108" cy="181108"/>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7" name="Shape 57"/>
        <p:cNvGrpSpPr/>
        <p:nvPr/>
      </p:nvGrpSpPr>
      <p:grpSpPr>
        <a:xfrm>
          <a:off x="0" y="0"/>
          <a:ext cx="0" cy="0"/>
          <a:chOff x="0" y="0"/>
          <a:chExt cx="0" cy="0"/>
        </a:xfrm>
      </p:grpSpPr>
      <p:sp>
        <p:nvSpPr>
          <p:cNvPr id="58" name="Google Shape;58;p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59" name="Google Shape;59;p6"/>
          <p:cNvGrpSpPr/>
          <p:nvPr/>
        </p:nvGrpSpPr>
        <p:grpSpPr>
          <a:xfrm>
            <a:off x="8576588" y="4496315"/>
            <a:ext cx="422946" cy="368845"/>
            <a:chOff x="8576588" y="4496315"/>
            <a:chExt cx="422946" cy="368845"/>
          </a:xfrm>
        </p:grpSpPr>
        <p:sp>
          <p:nvSpPr>
            <p:cNvPr id="60" name="Google Shape;60;p6"/>
            <p:cNvSpPr/>
            <p:nvPr/>
          </p:nvSpPr>
          <p:spPr>
            <a:xfrm rot="-5400000">
              <a:off x="8576580" y="4720848"/>
              <a:ext cx="144320" cy="144304"/>
            </a:xfrm>
            <a:custGeom>
              <a:rect b="b" l="l" r="r" t="t"/>
              <a:pathLst>
                <a:path extrusionOk="0" h="3298" w="3298">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6"/>
            <p:cNvSpPr/>
            <p:nvPr/>
          </p:nvSpPr>
          <p:spPr>
            <a:xfrm rot="-5400000">
              <a:off x="8775019" y="4496328"/>
              <a:ext cx="224528" cy="224503"/>
            </a:xfrm>
            <a:custGeom>
              <a:rect b="b" l="l" r="r" t="t"/>
              <a:pathLst>
                <a:path extrusionOk="0" h="3298" w="3298">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 name="Google Shape;62;p6"/>
          <p:cNvGrpSpPr/>
          <p:nvPr/>
        </p:nvGrpSpPr>
        <p:grpSpPr>
          <a:xfrm>
            <a:off x="67325" y="-592117"/>
            <a:ext cx="8932200" cy="5485500"/>
            <a:chOff x="67325" y="-592117"/>
            <a:chExt cx="8932200" cy="5485500"/>
          </a:xfrm>
        </p:grpSpPr>
        <p:cxnSp>
          <p:nvCxnSpPr>
            <p:cNvPr id="63" name="Google Shape;63;p6"/>
            <p:cNvCxnSpPr/>
            <p:nvPr/>
          </p:nvCxnSpPr>
          <p:spPr>
            <a:xfrm>
              <a:off x="67325" y="-592117"/>
              <a:ext cx="8932200" cy="5485500"/>
            </a:xfrm>
            <a:prstGeom prst="bentConnector3">
              <a:avLst>
                <a:gd fmla="val 814" name="adj1"/>
              </a:avLst>
            </a:prstGeom>
            <a:noFill/>
            <a:ln cap="flat" cmpd="sng" w="19050">
              <a:solidFill>
                <a:schemeClr val="lt2"/>
              </a:solidFill>
              <a:prstDash val="solid"/>
              <a:round/>
              <a:headEnd len="med" w="med" type="none"/>
              <a:tailEnd len="med" w="med" type="oval"/>
            </a:ln>
          </p:spPr>
        </p:cxnSp>
        <p:cxnSp>
          <p:nvCxnSpPr>
            <p:cNvPr id="64" name="Google Shape;64;p6"/>
            <p:cNvCxnSpPr/>
            <p:nvPr/>
          </p:nvCxnSpPr>
          <p:spPr>
            <a:xfrm flipH="1" rot="-5400000">
              <a:off x="-2079325" y="1859333"/>
              <a:ext cx="4747800" cy="149700"/>
            </a:xfrm>
            <a:prstGeom prst="bentConnector3">
              <a:avLst>
                <a:gd fmla="val 50000" name="adj1"/>
              </a:avLst>
            </a:prstGeom>
            <a:noFill/>
            <a:ln cap="flat" cmpd="sng" w="19050">
              <a:solidFill>
                <a:schemeClr val="lt2"/>
              </a:solidFill>
              <a:prstDash val="solid"/>
              <a:round/>
              <a:headEnd len="med" w="med" type="none"/>
              <a:tailEnd len="med" w="med" type="oval"/>
            </a:ln>
          </p:spPr>
        </p:cxn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5" name="Shape 65"/>
        <p:cNvGrpSpPr/>
        <p:nvPr/>
      </p:nvGrpSpPr>
      <p:grpSpPr>
        <a:xfrm>
          <a:off x="0" y="0"/>
          <a:ext cx="0" cy="0"/>
          <a:chOff x="0" y="0"/>
          <a:chExt cx="0" cy="0"/>
        </a:xfrm>
      </p:grpSpPr>
      <p:sp>
        <p:nvSpPr>
          <p:cNvPr id="66" name="Google Shape;66;p7"/>
          <p:cNvSpPr txBox="1"/>
          <p:nvPr>
            <p:ph idx="1" type="subTitle"/>
          </p:nvPr>
        </p:nvSpPr>
        <p:spPr>
          <a:xfrm>
            <a:off x="2375775" y="2379467"/>
            <a:ext cx="3247500" cy="11727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Clr>
                <a:schemeClr val="dk2"/>
              </a:buClr>
              <a:buSzPts val="1400"/>
              <a:buAutoNum type="arabicPeriod"/>
              <a:defRPr sz="1400"/>
            </a:lvl1pPr>
            <a:lvl2pPr lvl="1" rtl="0" algn="ctr">
              <a:lnSpc>
                <a:spcPct val="115000"/>
              </a:lnSpc>
              <a:spcBef>
                <a:spcPts val="0"/>
              </a:spcBef>
              <a:spcAft>
                <a:spcPts val="0"/>
              </a:spcAft>
              <a:buClr>
                <a:srgbClr val="999999"/>
              </a:buClr>
              <a:buSzPts val="800"/>
              <a:buAutoNum type="alphaLcPeriod"/>
              <a:defRPr/>
            </a:lvl2pPr>
            <a:lvl3pPr lvl="2" rtl="0" algn="ctr">
              <a:lnSpc>
                <a:spcPct val="115000"/>
              </a:lnSpc>
              <a:spcBef>
                <a:spcPts val="0"/>
              </a:spcBef>
              <a:spcAft>
                <a:spcPts val="0"/>
              </a:spcAft>
              <a:buClr>
                <a:srgbClr val="999999"/>
              </a:buClr>
              <a:buSzPts val="800"/>
              <a:buAutoNum type="romanLcPeriod"/>
              <a:defRPr/>
            </a:lvl3pPr>
            <a:lvl4pPr lvl="3" rtl="0" algn="ctr">
              <a:lnSpc>
                <a:spcPct val="115000"/>
              </a:lnSpc>
              <a:spcBef>
                <a:spcPts val="0"/>
              </a:spcBef>
              <a:spcAft>
                <a:spcPts val="0"/>
              </a:spcAft>
              <a:buClr>
                <a:srgbClr val="999999"/>
              </a:buClr>
              <a:buSzPts val="800"/>
              <a:buAutoNum type="arabicPeriod"/>
              <a:defRPr/>
            </a:lvl4pPr>
            <a:lvl5pPr lvl="4" rtl="0" algn="ctr">
              <a:lnSpc>
                <a:spcPct val="115000"/>
              </a:lnSpc>
              <a:spcBef>
                <a:spcPts val="0"/>
              </a:spcBef>
              <a:spcAft>
                <a:spcPts val="0"/>
              </a:spcAft>
              <a:buClr>
                <a:srgbClr val="999999"/>
              </a:buClr>
              <a:buSzPts val="1200"/>
              <a:buAutoNum type="alphaLcPeriod"/>
              <a:defRPr/>
            </a:lvl5pPr>
            <a:lvl6pPr lvl="5" rtl="0" algn="ctr">
              <a:lnSpc>
                <a:spcPct val="115000"/>
              </a:lnSpc>
              <a:spcBef>
                <a:spcPts val="0"/>
              </a:spcBef>
              <a:spcAft>
                <a:spcPts val="0"/>
              </a:spcAft>
              <a:buClr>
                <a:srgbClr val="999999"/>
              </a:buClr>
              <a:buSzPts val="1200"/>
              <a:buAutoNum type="romanLcPeriod"/>
              <a:defRPr/>
            </a:lvl6pPr>
            <a:lvl7pPr lvl="6" rtl="0" algn="ctr">
              <a:lnSpc>
                <a:spcPct val="115000"/>
              </a:lnSpc>
              <a:spcBef>
                <a:spcPts val="0"/>
              </a:spcBef>
              <a:spcAft>
                <a:spcPts val="0"/>
              </a:spcAft>
              <a:buClr>
                <a:srgbClr val="999999"/>
              </a:buClr>
              <a:buSzPts val="700"/>
              <a:buAutoNum type="arabicPeriod"/>
              <a:defRPr/>
            </a:lvl7pPr>
            <a:lvl8pPr lvl="7" rtl="0" algn="ctr">
              <a:lnSpc>
                <a:spcPct val="115000"/>
              </a:lnSpc>
              <a:spcBef>
                <a:spcPts val="0"/>
              </a:spcBef>
              <a:spcAft>
                <a:spcPts val="0"/>
              </a:spcAft>
              <a:buClr>
                <a:srgbClr val="999999"/>
              </a:buClr>
              <a:buSzPts val="700"/>
              <a:buAutoNum type="alphaLcPeriod"/>
              <a:defRPr/>
            </a:lvl8pPr>
            <a:lvl9pPr lvl="8" rtl="0" algn="ctr">
              <a:lnSpc>
                <a:spcPct val="115000"/>
              </a:lnSpc>
              <a:spcBef>
                <a:spcPts val="0"/>
              </a:spcBef>
              <a:spcAft>
                <a:spcPts val="0"/>
              </a:spcAft>
              <a:buClr>
                <a:srgbClr val="999999"/>
              </a:buClr>
              <a:buSzPts val="600"/>
              <a:buAutoNum type="romanLcPeriod"/>
              <a:defRPr/>
            </a:lvl9pPr>
          </a:lstStyle>
          <a:p/>
        </p:txBody>
      </p:sp>
      <p:sp>
        <p:nvSpPr>
          <p:cNvPr id="67" name="Google Shape;67;p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68" name="Google Shape;68;p7"/>
          <p:cNvGrpSpPr/>
          <p:nvPr/>
        </p:nvGrpSpPr>
        <p:grpSpPr>
          <a:xfrm>
            <a:off x="144288" y="147077"/>
            <a:ext cx="454046" cy="1101386"/>
            <a:chOff x="144288" y="147077"/>
            <a:chExt cx="454046" cy="1101386"/>
          </a:xfrm>
        </p:grpSpPr>
        <p:sp>
          <p:nvSpPr>
            <p:cNvPr id="69" name="Google Shape;69;p7"/>
            <p:cNvSpPr/>
            <p:nvPr/>
          </p:nvSpPr>
          <p:spPr>
            <a:xfrm rot="-5400000">
              <a:off x="144280" y="147085"/>
              <a:ext cx="144320" cy="144304"/>
            </a:xfrm>
            <a:custGeom>
              <a:rect b="b" l="l" r="r" t="t"/>
              <a:pathLst>
                <a:path extrusionOk="0" h="3298" w="3298">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7"/>
            <p:cNvSpPr/>
            <p:nvPr/>
          </p:nvSpPr>
          <p:spPr>
            <a:xfrm rot="-5400000">
              <a:off x="193389" y="1068025"/>
              <a:ext cx="180450" cy="180425"/>
            </a:xfrm>
            <a:custGeom>
              <a:rect b="b" l="l" r="r" t="t"/>
              <a:pathLst>
                <a:path extrusionOk="0" h="3298" w="3298">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7"/>
            <p:cNvSpPr/>
            <p:nvPr/>
          </p:nvSpPr>
          <p:spPr>
            <a:xfrm rot="-5400000">
              <a:off x="211443" y="746585"/>
              <a:ext cx="144320" cy="144304"/>
            </a:xfrm>
            <a:custGeom>
              <a:rect b="b" l="l" r="r" t="t"/>
              <a:pathLst>
                <a:path extrusionOk="0" h="3298" w="3298">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rot="-5400000">
              <a:off x="373819" y="291403"/>
              <a:ext cx="224528" cy="224503"/>
            </a:xfrm>
            <a:custGeom>
              <a:rect b="b" l="l" r="r" t="t"/>
              <a:pathLst>
                <a:path extrusionOk="0" h="3298" w="3298">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 name="Google Shape;73;p7"/>
          <p:cNvGrpSpPr/>
          <p:nvPr/>
        </p:nvGrpSpPr>
        <p:grpSpPr>
          <a:xfrm>
            <a:off x="569675" y="183250"/>
            <a:ext cx="8764375" cy="5229850"/>
            <a:chOff x="569675" y="183250"/>
            <a:chExt cx="8764375" cy="5229850"/>
          </a:xfrm>
        </p:grpSpPr>
        <p:cxnSp>
          <p:nvCxnSpPr>
            <p:cNvPr id="74" name="Google Shape;74;p7"/>
            <p:cNvCxnSpPr/>
            <p:nvPr/>
          </p:nvCxnSpPr>
          <p:spPr>
            <a:xfrm rot="10800000">
              <a:off x="569675" y="183250"/>
              <a:ext cx="8572500" cy="5118300"/>
            </a:xfrm>
            <a:prstGeom prst="bentConnector3">
              <a:avLst>
                <a:gd fmla="val 5355" name="adj1"/>
              </a:avLst>
            </a:prstGeom>
            <a:noFill/>
            <a:ln cap="flat" cmpd="sng" w="19050">
              <a:solidFill>
                <a:schemeClr val="lt2"/>
              </a:solidFill>
              <a:prstDash val="solid"/>
              <a:round/>
              <a:headEnd len="med" w="med" type="none"/>
              <a:tailEnd len="med" w="med" type="oval"/>
            </a:ln>
          </p:spPr>
        </p:cxnSp>
        <p:cxnSp>
          <p:nvCxnSpPr>
            <p:cNvPr id="75" name="Google Shape;75;p7"/>
            <p:cNvCxnSpPr/>
            <p:nvPr/>
          </p:nvCxnSpPr>
          <p:spPr>
            <a:xfrm rot="10800000">
              <a:off x="761550" y="294800"/>
              <a:ext cx="8572500" cy="5118300"/>
            </a:xfrm>
            <a:prstGeom prst="bentConnector3">
              <a:avLst>
                <a:gd fmla="val 5355" name="adj1"/>
              </a:avLst>
            </a:prstGeom>
            <a:noFill/>
            <a:ln cap="flat" cmpd="sng" w="19050">
              <a:solidFill>
                <a:schemeClr val="lt2"/>
              </a:solidFill>
              <a:prstDash val="solid"/>
              <a:round/>
              <a:headEnd len="med" w="med" type="none"/>
              <a:tailEnd len="med" w="med" type="oval"/>
            </a:ln>
          </p:spPr>
        </p:cxn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6" name="Shape 76"/>
        <p:cNvGrpSpPr/>
        <p:nvPr/>
      </p:nvGrpSpPr>
      <p:grpSpPr>
        <a:xfrm>
          <a:off x="0" y="0"/>
          <a:ext cx="0" cy="0"/>
          <a:chOff x="0" y="0"/>
          <a:chExt cx="0" cy="0"/>
        </a:xfrm>
      </p:grpSpPr>
      <p:sp>
        <p:nvSpPr>
          <p:cNvPr id="77" name="Google Shape;77;p8"/>
          <p:cNvSpPr txBox="1"/>
          <p:nvPr>
            <p:ph type="title"/>
          </p:nvPr>
        </p:nvSpPr>
        <p:spPr>
          <a:xfrm>
            <a:off x="838650" y="1518450"/>
            <a:ext cx="4151400" cy="2106600"/>
          </a:xfrm>
          <a:prstGeom prst="rect">
            <a:avLst/>
          </a:prstGeom>
        </p:spPr>
        <p:txBody>
          <a:bodyPr anchorCtr="0" anchor="b" bIns="91425" lIns="91425" spcFirstLastPara="1" rIns="91425" wrap="square" tIns="91425">
            <a:noAutofit/>
          </a:bodyPr>
          <a:lstStyle>
            <a:lvl1pPr lvl="0" algn="r">
              <a:lnSpc>
                <a:spcPct val="115000"/>
              </a:lnSpc>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78" name="Google Shape;78;p8"/>
          <p:cNvGrpSpPr/>
          <p:nvPr/>
        </p:nvGrpSpPr>
        <p:grpSpPr>
          <a:xfrm>
            <a:off x="-950200" y="-235500"/>
            <a:ext cx="9904500" cy="5229850"/>
            <a:chOff x="-950200" y="-235500"/>
            <a:chExt cx="9904500" cy="5229850"/>
          </a:xfrm>
        </p:grpSpPr>
        <p:cxnSp>
          <p:nvCxnSpPr>
            <p:cNvPr id="79" name="Google Shape;79;p8"/>
            <p:cNvCxnSpPr/>
            <p:nvPr/>
          </p:nvCxnSpPr>
          <p:spPr>
            <a:xfrm>
              <a:off x="-122100" y="-123950"/>
              <a:ext cx="8572500" cy="5118300"/>
            </a:xfrm>
            <a:prstGeom prst="bentConnector3">
              <a:avLst>
                <a:gd fmla="val 5355" name="adj1"/>
              </a:avLst>
            </a:prstGeom>
            <a:noFill/>
            <a:ln cap="flat" cmpd="sng" w="19050">
              <a:solidFill>
                <a:schemeClr val="lt2"/>
              </a:solidFill>
              <a:prstDash val="solid"/>
              <a:round/>
              <a:headEnd len="med" w="med" type="none"/>
              <a:tailEnd len="med" w="med" type="oval"/>
            </a:ln>
          </p:spPr>
        </p:cxnSp>
        <p:cxnSp>
          <p:nvCxnSpPr>
            <p:cNvPr id="80" name="Google Shape;80;p8"/>
            <p:cNvCxnSpPr/>
            <p:nvPr/>
          </p:nvCxnSpPr>
          <p:spPr>
            <a:xfrm>
              <a:off x="-313975" y="-235500"/>
              <a:ext cx="8572500" cy="5118300"/>
            </a:xfrm>
            <a:prstGeom prst="bentConnector3">
              <a:avLst>
                <a:gd fmla="val 5355" name="adj1"/>
              </a:avLst>
            </a:prstGeom>
            <a:noFill/>
            <a:ln cap="flat" cmpd="sng" w="19050">
              <a:solidFill>
                <a:schemeClr val="lt2"/>
              </a:solidFill>
              <a:prstDash val="solid"/>
              <a:round/>
              <a:headEnd len="med" w="med" type="none"/>
              <a:tailEnd len="med" w="med" type="oval"/>
            </a:ln>
          </p:spPr>
        </p:cxnSp>
        <p:cxnSp>
          <p:nvCxnSpPr>
            <p:cNvPr id="81" name="Google Shape;81;p8"/>
            <p:cNvCxnSpPr/>
            <p:nvPr/>
          </p:nvCxnSpPr>
          <p:spPr>
            <a:xfrm>
              <a:off x="-766600" y="2793225"/>
              <a:ext cx="9720900" cy="1699500"/>
            </a:xfrm>
            <a:prstGeom prst="bentConnector3">
              <a:avLst>
                <a:gd fmla="val 5194" name="adj1"/>
              </a:avLst>
            </a:prstGeom>
            <a:noFill/>
            <a:ln cap="flat" cmpd="sng" w="19050">
              <a:solidFill>
                <a:schemeClr val="lt2"/>
              </a:solidFill>
              <a:prstDash val="solid"/>
              <a:round/>
              <a:headEnd len="med" w="med" type="none"/>
              <a:tailEnd len="med" w="med" type="oval"/>
            </a:ln>
          </p:spPr>
        </p:cxnSp>
        <p:cxnSp>
          <p:nvCxnSpPr>
            <p:cNvPr id="82" name="Google Shape;82;p8"/>
            <p:cNvCxnSpPr/>
            <p:nvPr/>
          </p:nvCxnSpPr>
          <p:spPr>
            <a:xfrm>
              <a:off x="-950200" y="2976850"/>
              <a:ext cx="9712500" cy="1404300"/>
            </a:xfrm>
            <a:prstGeom prst="bentConnector3">
              <a:avLst>
                <a:gd fmla="val 14297" name="adj1"/>
              </a:avLst>
            </a:prstGeom>
            <a:noFill/>
            <a:ln cap="flat" cmpd="sng" w="19050">
              <a:solidFill>
                <a:schemeClr val="lt2"/>
              </a:solidFill>
              <a:prstDash val="solid"/>
              <a:round/>
              <a:headEnd len="med" w="med" type="none"/>
              <a:tailEnd len="med" w="med" type="oval"/>
            </a:ln>
          </p:spPr>
        </p:cxn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3" name="Shape 83"/>
        <p:cNvGrpSpPr/>
        <p:nvPr/>
      </p:nvGrpSpPr>
      <p:grpSpPr>
        <a:xfrm>
          <a:off x="0" y="0"/>
          <a:ext cx="0" cy="0"/>
          <a:chOff x="0" y="0"/>
          <a:chExt cx="0" cy="0"/>
        </a:xfrm>
      </p:grpSpPr>
      <p:sp>
        <p:nvSpPr>
          <p:cNvPr id="84" name="Google Shape;84;p9"/>
          <p:cNvSpPr txBox="1"/>
          <p:nvPr>
            <p:ph type="title"/>
          </p:nvPr>
        </p:nvSpPr>
        <p:spPr>
          <a:xfrm>
            <a:off x="4906675" y="1132975"/>
            <a:ext cx="3524100" cy="14034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85" name="Google Shape;85;p9"/>
          <p:cNvSpPr txBox="1"/>
          <p:nvPr>
            <p:ph idx="1" type="subTitle"/>
          </p:nvPr>
        </p:nvSpPr>
        <p:spPr>
          <a:xfrm>
            <a:off x="4906675" y="2724350"/>
            <a:ext cx="3524100" cy="14034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Clr>
                <a:srgbClr val="999999"/>
              </a:buClr>
              <a:buSzPts val="800"/>
              <a:buFont typeface="Open Sans"/>
              <a:buChar char="●"/>
              <a:defRPr/>
            </a:lvl1pPr>
            <a:lvl2pPr lvl="1" rtl="0" algn="ctr">
              <a:lnSpc>
                <a:spcPct val="115000"/>
              </a:lnSpc>
              <a:spcBef>
                <a:spcPts val="0"/>
              </a:spcBef>
              <a:spcAft>
                <a:spcPts val="0"/>
              </a:spcAft>
              <a:buClr>
                <a:srgbClr val="999999"/>
              </a:buClr>
              <a:buSzPts val="800"/>
              <a:buFont typeface="Open Sans"/>
              <a:buChar char="○"/>
              <a:defRPr/>
            </a:lvl2pPr>
            <a:lvl3pPr lvl="2" rtl="0" algn="ctr">
              <a:lnSpc>
                <a:spcPct val="115000"/>
              </a:lnSpc>
              <a:spcBef>
                <a:spcPts val="0"/>
              </a:spcBef>
              <a:spcAft>
                <a:spcPts val="0"/>
              </a:spcAft>
              <a:buClr>
                <a:srgbClr val="999999"/>
              </a:buClr>
              <a:buSzPts val="800"/>
              <a:buFont typeface="Open Sans"/>
              <a:buChar char="■"/>
              <a:defRPr/>
            </a:lvl3pPr>
            <a:lvl4pPr lvl="3" rtl="0" algn="ctr">
              <a:lnSpc>
                <a:spcPct val="115000"/>
              </a:lnSpc>
              <a:spcBef>
                <a:spcPts val="0"/>
              </a:spcBef>
              <a:spcAft>
                <a:spcPts val="0"/>
              </a:spcAft>
              <a:buClr>
                <a:srgbClr val="999999"/>
              </a:buClr>
              <a:buSzPts val="800"/>
              <a:buFont typeface="Open Sans"/>
              <a:buChar char="●"/>
              <a:defRPr/>
            </a:lvl4pPr>
            <a:lvl5pPr lvl="4" rtl="0" algn="ctr">
              <a:lnSpc>
                <a:spcPct val="115000"/>
              </a:lnSpc>
              <a:spcBef>
                <a:spcPts val="0"/>
              </a:spcBef>
              <a:spcAft>
                <a:spcPts val="0"/>
              </a:spcAft>
              <a:buClr>
                <a:srgbClr val="999999"/>
              </a:buClr>
              <a:buSzPts val="1200"/>
              <a:buFont typeface="Open Sans"/>
              <a:buChar char="○"/>
              <a:defRPr/>
            </a:lvl5pPr>
            <a:lvl6pPr lvl="5" rtl="0" algn="ctr">
              <a:lnSpc>
                <a:spcPct val="115000"/>
              </a:lnSpc>
              <a:spcBef>
                <a:spcPts val="0"/>
              </a:spcBef>
              <a:spcAft>
                <a:spcPts val="0"/>
              </a:spcAft>
              <a:buClr>
                <a:srgbClr val="999999"/>
              </a:buClr>
              <a:buSzPts val="1200"/>
              <a:buFont typeface="Open Sans"/>
              <a:buChar char="■"/>
              <a:defRPr/>
            </a:lvl6pPr>
            <a:lvl7pPr lvl="6" rtl="0" algn="ctr">
              <a:lnSpc>
                <a:spcPct val="115000"/>
              </a:lnSpc>
              <a:spcBef>
                <a:spcPts val="0"/>
              </a:spcBef>
              <a:spcAft>
                <a:spcPts val="0"/>
              </a:spcAft>
              <a:buClr>
                <a:srgbClr val="999999"/>
              </a:buClr>
              <a:buSzPts val="700"/>
              <a:buFont typeface="Open Sans"/>
              <a:buChar char="●"/>
              <a:defRPr/>
            </a:lvl7pPr>
            <a:lvl8pPr lvl="7" rtl="0" algn="ctr">
              <a:lnSpc>
                <a:spcPct val="115000"/>
              </a:lnSpc>
              <a:spcBef>
                <a:spcPts val="0"/>
              </a:spcBef>
              <a:spcAft>
                <a:spcPts val="0"/>
              </a:spcAft>
              <a:buClr>
                <a:srgbClr val="999999"/>
              </a:buClr>
              <a:buSzPts val="700"/>
              <a:buFont typeface="Open Sans"/>
              <a:buChar char="○"/>
              <a:defRPr/>
            </a:lvl8pPr>
            <a:lvl9pPr lvl="8" rtl="0" algn="ctr">
              <a:lnSpc>
                <a:spcPct val="115000"/>
              </a:lnSpc>
              <a:spcBef>
                <a:spcPts val="0"/>
              </a:spcBef>
              <a:spcAft>
                <a:spcPts val="0"/>
              </a:spcAft>
              <a:buClr>
                <a:srgbClr val="999999"/>
              </a:buClr>
              <a:buSzPts val="600"/>
              <a:buFont typeface="Open Sans"/>
              <a:buChar char="■"/>
              <a:defRPr/>
            </a:lvl9pPr>
          </a:lstStyle>
          <a:p/>
        </p:txBody>
      </p:sp>
      <p:sp>
        <p:nvSpPr>
          <p:cNvPr id="86" name="Google Shape;86;p9"/>
          <p:cNvSpPr/>
          <p:nvPr>
            <p:ph idx="2" type="pic"/>
          </p:nvPr>
        </p:nvSpPr>
        <p:spPr>
          <a:xfrm>
            <a:off x="202954" y="388500"/>
            <a:ext cx="4379700" cy="4379700"/>
          </a:xfrm>
          <a:prstGeom prst="ellipse">
            <a:avLst/>
          </a:prstGeom>
          <a:noFill/>
          <a:ln>
            <a:noFill/>
          </a:ln>
        </p:spPr>
      </p:sp>
      <p:grpSp>
        <p:nvGrpSpPr>
          <p:cNvPr id="87" name="Google Shape;87;p9"/>
          <p:cNvGrpSpPr/>
          <p:nvPr/>
        </p:nvGrpSpPr>
        <p:grpSpPr>
          <a:xfrm rot="-1395165">
            <a:off x="172631" y="490168"/>
            <a:ext cx="882626" cy="403567"/>
            <a:chOff x="7884075" y="238975"/>
            <a:chExt cx="882599" cy="403555"/>
          </a:xfrm>
        </p:grpSpPr>
        <p:sp>
          <p:nvSpPr>
            <p:cNvPr id="88" name="Google Shape;88;p9"/>
            <p:cNvSpPr/>
            <p:nvPr/>
          </p:nvSpPr>
          <p:spPr>
            <a:xfrm>
              <a:off x="8255437" y="436475"/>
              <a:ext cx="206055" cy="206055"/>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9"/>
            <p:cNvSpPr/>
            <p:nvPr/>
          </p:nvSpPr>
          <p:spPr>
            <a:xfrm>
              <a:off x="7884075" y="238975"/>
              <a:ext cx="139874" cy="139874"/>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9"/>
            <p:cNvSpPr/>
            <p:nvPr/>
          </p:nvSpPr>
          <p:spPr>
            <a:xfrm>
              <a:off x="8626800" y="378850"/>
              <a:ext cx="139874" cy="139874"/>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1" name="Google Shape;91;p9"/>
          <p:cNvGrpSpPr/>
          <p:nvPr/>
        </p:nvGrpSpPr>
        <p:grpSpPr>
          <a:xfrm>
            <a:off x="2422725" y="4313625"/>
            <a:ext cx="7035600" cy="513300"/>
            <a:chOff x="2422725" y="4313625"/>
            <a:chExt cx="7035600" cy="513300"/>
          </a:xfrm>
        </p:grpSpPr>
        <p:cxnSp>
          <p:nvCxnSpPr>
            <p:cNvPr id="92" name="Google Shape;92;p9"/>
            <p:cNvCxnSpPr/>
            <p:nvPr/>
          </p:nvCxnSpPr>
          <p:spPr>
            <a:xfrm rot="10800000">
              <a:off x="3750275" y="4313625"/>
              <a:ext cx="5590200" cy="513300"/>
            </a:xfrm>
            <a:prstGeom prst="bentConnector3">
              <a:avLst>
                <a:gd fmla="val 64140" name="adj1"/>
              </a:avLst>
            </a:prstGeom>
            <a:noFill/>
            <a:ln cap="flat" cmpd="sng" w="19050">
              <a:solidFill>
                <a:schemeClr val="lt2"/>
              </a:solidFill>
              <a:prstDash val="solid"/>
              <a:round/>
              <a:headEnd len="med" w="med" type="none"/>
              <a:tailEnd len="med" w="med" type="oval"/>
            </a:ln>
          </p:spPr>
        </p:cxnSp>
        <p:cxnSp>
          <p:nvCxnSpPr>
            <p:cNvPr id="93" name="Google Shape;93;p9"/>
            <p:cNvCxnSpPr/>
            <p:nvPr/>
          </p:nvCxnSpPr>
          <p:spPr>
            <a:xfrm flipH="1">
              <a:off x="2422725" y="4652400"/>
              <a:ext cx="7035600" cy="115800"/>
            </a:xfrm>
            <a:prstGeom prst="bentConnector4">
              <a:avLst>
                <a:gd fmla="val 34437" name="adj1"/>
                <a:gd fmla="val 305635" name="adj2"/>
              </a:avLst>
            </a:prstGeom>
            <a:noFill/>
            <a:ln cap="flat" cmpd="sng" w="19050">
              <a:solidFill>
                <a:schemeClr val="lt2"/>
              </a:solidFill>
              <a:prstDash val="solid"/>
              <a:round/>
              <a:headEnd len="med" w="med" type="none"/>
              <a:tailEnd len="med" w="med" type="oval"/>
            </a:ln>
          </p:spPr>
        </p:cxn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94" name="Shape 94"/>
        <p:cNvGrpSpPr/>
        <p:nvPr/>
      </p:nvGrpSpPr>
      <p:grpSpPr>
        <a:xfrm>
          <a:off x="0" y="0"/>
          <a:ext cx="0" cy="0"/>
          <a:chOff x="0" y="0"/>
          <a:chExt cx="0" cy="0"/>
        </a:xfrm>
      </p:grpSpPr>
      <p:sp>
        <p:nvSpPr>
          <p:cNvPr id="95" name="Google Shape;95;p10"/>
          <p:cNvSpPr/>
          <p:nvPr>
            <p:ph idx="2" type="pic"/>
          </p:nvPr>
        </p:nvSpPr>
        <p:spPr>
          <a:xfrm>
            <a:off x="0" y="0"/>
            <a:ext cx="9144000" cy="5143500"/>
          </a:xfrm>
          <a:prstGeom prst="rect">
            <a:avLst/>
          </a:prstGeom>
          <a:noFill/>
          <a:ln>
            <a:noFill/>
          </a:ln>
        </p:spPr>
      </p:sp>
      <p:sp>
        <p:nvSpPr>
          <p:cNvPr id="96" name="Google Shape;96;p10"/>
          <p:cNvSpPr txBox="1"/>
          <p:nvPr>
            <p:ph type="title"/>
          </p:nvPr>
        </p:nvSpPr>
        <p:spPr>
          <a:xfrm>
            <a:off x="5403175" y="3859175"/>
            <a:ext cx="3027600" cy="749400"/>
          </a:xfrm>
          <a:prstGeom prst="rect">
            <a:avLst/>
          </a:prstGeom>
          <a:solidFill>
            <a:schemeClr val="lt2"/>
          </a:solidFill>
        </p:spPr>
        <p:txBody>
          <a:bodyPr anchorCtr="0" anchor="ctr" bIns="91425" lIns="91425" spcFirstLastPara="1" rIns="91425" wrap="square" tIns="91425">
            <a:noAutofit/>
          </a:bodyPr>
          <a:lstStyle>
            <a:lvl1pPr lvl="0" rtl="0" algn="ctr">
              <a:spcBef>
                <a:spcPts val="0"/>
              </a:spcBef>
              <a:spcAft>
                <a:spcPts val="0"/>
              </a:spcAft>
              <a:buSzPts val="3000"/>
              <a:buNone/>
              <a:defRPr sz="2000">
                <a:solidFill>
                  <a:schemeClr val="accent5"/>
                </a:solidFill>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7" name="Shape 97"/>
        <p:cNvGrpSpPr/>
        <p:nvPr/>
      </p:nvGrpSpPr>
      <p:grpSpPr>
        <a:xfrm>
          <a:off x="0" y="0"/>
          <a:ext cx="0" cy="0"/>
          <a:chOff x="0" y="0"/>
          <a:chExt cx="0" cy="0"/>
        </a:xfrm>
      </p:grpSpPr>
      <p:sp>
        <p:nvSpPr>
          <p:cNvPr id="98" name="Google Shape;98;p11"/>
          <p:cNvSpPr txBox="1"/>
          <p:nvPr>
            <p:ph hasCustomPrompt="1" type="title"/>
          </p:nvPr>
        </p:nvSpPr>
        <p:spPr>
          <a:xfrm>
            <a:off x="1284000" y="1555613"/>
            <a:ext cx="6576000" cy="1360200"/>
          </a:xfrm>
          <a:prstGeom prst="rect">
            <a:avLst/>
          </a:prstGeom>
          <a:solidFill>
            <a:schemeClr val="lt2"/>
          </a:solidFill>
        </p:spPr>
        <p:txBody>
          <a:bodyPr anchorCtr="0" anchor="ctr" bIns="91425" lIns="91425" spcFirstLastPara="1" rIns="91425" wrap="square" tIns="91425">
            <a:noAutofit/>
          </a:bodyPr>
          <a:lstStyle>
            <a:lvl1pPr lvl="0" algn="ctr">
              <a:spcBef>
                <a:spcPts val="0"/>
              </a:spcBef>
              <a:spcAft>
                <a:spcPts val="0"/>
              </a:spcAft>
              <a:buSzPts val="9600"/>
              <a:buNone/>
              <a:defRPr sz="6000">
                <a:solidFill>
                  <a:schemeClr val="accent2"/>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99" name="Google Shape;99;p11"/>
          <p:cNvSpPr txBox="1"/>
          <p:nvPr>
            <p:ph idx="1" type="subTitle"/>
          </p:nvPr>
        </p:nvSpPr>
        <p:spPr>
          <a:xfrm>
            <a:off x="1284000" y="3090788"/>
            <a:ext cx="6576000" cy="365700"/>
          </a:xfrm>
          <a:prstGeom prst="rect">
            <a:avLst/>
          </a:prstGeom>
          <a:solidFill>
            <a:schemeClr val="lt2"/>
          </a:solidFill>
        </p:spPr>
        <p:txBody>
          <a:bodyPr anchorCtr="0" anchor="ctr" bIns="91425" lIns="91425" spcFirstLastPara="1" rIns="91425" wrap="square" tIns="91425">
            <a:noAutofit/>
          </a:bodyPr>
          <a:lstStyle>
            <a:lvl1pPr lvl="0" rtl="0" algn="ctr">
              <a:lnSpc>
                <a:spcPct val="100000"/>
              </a:lnSpc>
              <a:spcBef>
                <a:spcPts val="0"/>
              </a:spcBef>
              <a:spcAft>
                <a:spcPts val="0"/>
              </a:spcAft>
              <a:buSzPts val="1600"/>
              <a:buNone/>
              <a:defRPr sz="1600">
                <a:solidFill>
                  <a:schemeClr val="accent5"/>
                </a:solidFill>
              </a:defRPr>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grpSp>
        <p:nvGrpSpPr>
          <p:cNvPr id="100" name="Google Shape;100;p11"/>
          <p:cNvGrpSpPr/>
          <p:nvPr/>
        </p:nvGrpSpPr>
        <p:grpSpPr>
          <a:xfrm>
            <a:off x="-135425" y="-190387"/>
            <a:ext cx="9421725" cy="5232813"/>
            <a:chOff x="-135425" y="-190387"/>
            <a:chExt cx="9421725" cy="5232813"/>
          </a:xfrm>
        </p:grpSpPr>
        <p:cxnSp>
          <p:nvCxnSpPr>
            <p:cNvPr id="101" name="Google Shape;101;p11"/>
            <p:cNvCxnSpPr/>
            <p:nvPr/>
          </p:nvCxnSpPr>
          <p:spPr>
            <a:xfrm flipH="1" rot="-5400000">
              <a:off x="-380550" y="571163"/>
              <a:ext cx="2426100" cy="903000"/>
            </a:xfrm>
            <a:prstGeom prst="bentConnector2">
              <a:avLst/>
            </a:prstGeom>
            <a:noFill/>
            <a:ln cap="flat" cmpd="sng" w="19050">
              <a:solidFill>
                <a:schemeClr val="lt2"/>
              </a:solidFill>
              <a:prstDash val="solid"/>
              <a:round/>
              <a:headEnd len="med" w="med" type="none"/>
              <a:tailEnd len="med" w="med" type="oval"/>
            </a:ln>
          </p:spPr>
        </p:cxnSp>
        <p:cxnSp>
          <p:nvCxnSpPr>
            <p:cNvPr id="102" name="Google Shape;102;p11"/>
            <p:cNvCxnSpPr/>
            <p:nvPr/>
          </p:nvCxnSpPr>
          <p:spPr>
            <a:xfrm flipH="1" rot="-5400000">
              <a:off x="-924000" y="1419413"/>
              <a:ext cx="3439500" cy="524700"/>
            </a:xfrm>
            <a:prstGeom prst="bentConnector3">
              <a:avLst>
                <a:gd fmla="val 50000" name="adj1"/>
              </a:avLst>
            </a:prstGeom>
            <a:noFill/>
            <a:ln cap="flat" cmpd="sng" w="19050">
              <a:solidFill>
                <a:schemeClr val="lt2"/>
              </a:solidFill>
              <a:prstDash val="solid"/>
              <a:round/>
              <a:headEnd len="med" w="med" type="none"/>
              <a:tailEnd len="med" w="med" type="oval"/>
            </a:ln>
          </p:spPr>
        </p:cxnSp>
        <p:cxnSp>
          <p:nvCxnSpPr>
            <p:cNvPr id="103" name="Google Shape;103;p11"/>
            <p:cNvCxnSpPr/>
            <p:nvPr/>
          </p:nvCxnSpPr>
          <p:spPr>
            <a:xfrm rot="5400000">
              <a:off x="7914850" y="2156275"/>
              <a:ext cx="1491900" cy="1251000"/>
            </a:xfrm>
            <a:prstGeom prst="bentConnector3">
              <a:avLst>
                <a:gd fmla="val 50000" name="adj1"/>
              </a:avLst>
            </a:prstGeom>
            <a:noFill/>
            <a:ln cap="flat" cmpd="sng" w="19050">
              <a:solidFill>
                <a:schemeClr val="lt2"/>
              </a:solidFill>
              <a:prstDash val="solid"/>
              <a:round/>
              <a:headEnd len="med" w="med" type="none"/>
              <a:tailEnd len="med" w="med" type="oval"/>
            </a:ln>
          </p:spPr>
        </p:cxnSp>
        <p:cxnSp>
          <p:nvCxnSpPr>
            <p:cNvPr id="104" name="Google Shape;104;p11"/>
            <p:cNvCxnSpPr/>
            <p:nvPr/>
          </p:nvCxnSpPr>
          <p:spPr>
            <a:xfrm>
              <a:off x="-123950" y="4755625"/>
              <a:ext cx="9146400" cy="286800"/>
            </a:xfrm>
            <a:prstGeom prst="bentConnector3">
              <a:avLst>
                <a:gd fmla="val 51191" name="adj1"/>
              </a:avLst>
            </a:prstGeom>
            <a:noFill/>
            <a:ln cap="flat" cmpd="sng" w="19050">
              <a:solidFill>
                <a:schemeClr val="lt2"/>
              </a:solidFill>
              <a:prstDash val="solid"/>
              <a:round/>
              <a:headEnd len="med" w="med" type="none"/>
              <a:tailEnd len="med" w="med" type="oval"/>
            </a:ln>
          </p:spPr>
        </p:cxnSp>
        <p:cxnSp>
          <p:nvCxnSpPr>
            <p:cNvPr id="105" name="Google Shape;105;p11"/>
            <p:cNvCxnSpPr/>
            <p:nvPr/>
          </p:nvCxnSpPr>
          <p:spPr>
            <a:xfrm flipH="1" rot="10800000">
              <a:off x="-135425" y="4399725"/>
              <a:ext cx="8882400" cy="252600"/>
            </a:xfrm>
            <a:prstGeom prst="bentConnector3">
              <a:avLst>
                <a:gd fmla="val 50000" name="adj1"/>
              </a:avLst>
            </a:prstGeom>
            <a:noFill/>
            <a:ln cap="flat" cmpd="sng" w="19050">
              <a:solidFill>
                <a:schemeClr val="lt2"/>
              </a:solidFill>
              <a:prstDash val="solid"/>
              <a:round/>
              <a:headEnd len="med" w="med" type="none"/>
              <a:tailEnd len="med" w="med" type="oval"/>
            </a:ln>
          </p:spPr>
        </p:cxnSp>
      </p:grpSp>
      <p:grpSp>
        <p:nvGrpSpPr>
          <p:cNvPr id="106" name="Google Shape;106;p11"/>
          <p:cNvGrpSpPr/>
          <p:nvPr/>
        </p:nvGrpSpPr>
        <p:grpSpPr>
          <a:xfrm rot="-5400000">
            <a:off x="8438575" y="4204225"/>
            <a:ext cx="882599" cy="403555"/>
            <a:chOff x="7884075" y="238975"/>
            <a:chExt cx="882599" cy="403555"/>
          </a:xfrm>
        </p:grpSpPr>
        <p:sp>
          <p:nvSpPr>
            <p:cNvPr id="107" name="Google Shape;107;p11"/>
            <p:cNvSpPr/>
            <p:nvPr/>
          </p:nvSpPr>
          <p:spPr>
            <a:xfrm>
              <a:off x="8255437" y="436475"/>
              <a:ext cx="206055" cy="206055"/>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1"/>
            <p:cNvSpPr/>
            <p:nvPr/>
          </p:nvSpPr>
          <p:spPr>
            <a:xfrm>
              <a:off x="7884075" y="238975"/>
              <a:ext cx="139874" cy="139874"/>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1"/>
            <p:cNvSpPr/>
            <p:nvPr/>
          </p:nvSpPr>
          <p:spPr>
            <a:xfrm>
              <a:off x="8626800" y="378850"/>
              <a:ext cx="139874" cy="139874"/>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0" name="Shape 110"/>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111" name="Shape 111"/>
        <p:cNvGrpSpPr/>
        <p:nvPr/>
      </p:nvGrpSpPr>
      <p:grpSpPr>
        <a:xfrm>
          <a:off x="0" y="0"/>
          <a:ext cx="0" cy="0"/>
          <a:chOff x="0" y="0"/>
          <a:chExt cx="0" cy="0"/>
        </a:xfrm>
      </p:grpSpPr>
      <p:sp>
        <p:nvSpPr>
          <p:cNvPr id="112" name="Google Shape;112;p1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113" name="Google Shape;113;p13"/>
          <p:cNvSpPr txBox="1"/>
          <p:nvPr>
            <p:ph idx="1" type="subTitle"/>
          </p:nvPr>
        </p:nvSpPr>
        <p:spPr>
          <a:xfrm>
            <a:off x="2917223" y="1661100"/>
            <a:ext cx="4240500" cy="3636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14" name="Google Shape;114;p13"/>
          <p:cNvSpPr txBox="1"/>
          <p:nvPr>
            <p:ph idx="2" type="subTitle"/>
          </p:nvPr>
        </p:nvSpPr>
        <p:spPr>
          <a:xfrm>
            <a:off x="2917223" y="2479450"/>
            <a:ext cx="4240500" cy="3636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15" name="Google Shape;115;p13"/>
          <p:cNvSpPr txBox="1"/>
          <p:nvPr>
            <p:ph idx="3" type="subTitle"/>
          </p:nvPr>
        </p:nvSpPr>
        <p:spPr>
          <a:xfrm>
            <a:off x="2917223" y="3297775"/>
            <a:ext cx="4240500" cy="3636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16" name="Google Shape;116;p13"/>
          <p:cNvSpPr txBox="1"/>
          <p:nvPr>
            <p:ph idx="4" type="subTitle"/>
          </p:nvPr>
        </p:nvSpPr>
        <p:spPr>
          <a:xfrm>
            <a:off x="2917223" y="4116100"/>
            <a:ext cx="4240500" cy="3636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17" name="Google Shape;117;p13"/>
          <p:cNvSpPr txBox="1"/>
          <p:nvPr>
            <p:ph hasCustomPrompt="1" idx="5" type="title"/>
          </p:nvPr>
        </p:nvSpPr>
        <p:spPr>
          <a:xfrm>
            <a:off x="1986273" y="1401350"/>
            <a:ext cx="590400" cy="363600"/>
          </a:xfrm>
          <a:prstGeom prst="rect">
            <a:avLst/>
          </a:prstGeom>
          <a:solidFill>
            <a:schemeClr val="lt2"/>
          </a:solidFill>
        </p:spPr>
        <p:txBody>
          <a:bodyPr anchorCtr="0" anchor="ctr" bIns="91425" lIns="91425" spcFirstLastPara="1" rIns="91425" wrap="square" tIns="91425">
            <a:noAutofit/>
          </a:bodyPr>
          <a:lstStyle>
            <a:lvl1pPr lvl="0" rtl="0" algn="ctr">
              <a:spcBef>
                <a:spcPts val="0"/>
              </a:spcBef>
              <a:spcAft>
                <a:spcPts val="0"/>
              </a:spcAft>
              <a:buSzPts val="3000"/>
              <a:buNone/>
              <a:defRPr sz="20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8" name="Google Shape;118;p13"/>
          <p:cNvSpPr txBox="1"/>
          <p:nvPr>
            <p:ph hasCustomPrompt="1" idx="6" type="title"/>
          </p:nvPr>
        </p:nvSpPr>
        <p:spPr>
          <a:xfrm>
            <a:off x="1986273" y="3037983"/>
            <a:ext cx="590400" cy="363600"/>
          </a:xfrm>
          <a:prstGeom prst="rect">
            <a:avLst/>
          </a:prstGeom>
          <a:solidFill>
            <a:schemeClr val="lt2"/>
          </a:solidFill>
        </p:spPr>
        <p:txBody>
          <a:bodyPr anchorCtr="0" anchor="ctr" bIns="91425" lIns="91425" spcFirstLastPara="1" rIns="91425" wrap="square" tIns="91425">
            <a:noAutofit/>
          </a:bodyPr>
          <a:lstStyle>
            <a:lvl1pPr lvl="0" rtl="0" algn="ctr">
              <a:spcBef>
                <a:spcPts val="0"/>
              </a:spcBef>
              <a:spcAft>
                <a:spcPts val="0"/>
              </a:spcAft>
              <a:buSzPts val="3000"/>
              <a:buNone/>
              <a:defRPr sz="20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19" name="Google Shape;119;p13"/>
          <p:cNvSpPr txBox="1"/>
          <p:nvPr>
            <p:ph hasCustomPrompt="1" idx="7" type="title"/>
          </p:nvPr>
        </p:nvSpPr>
        <p:spPr>
          <a:xfrm>
            <a:off x="1986273" y="2219667"/>
            <a:ext cx="590400" cy="363600"/>
          </a:xfrm>
          <a:prstGeom prst="rect">
            <a:avLst/>
          </a:prstGeom>
          <a:solidFill>
            <a:schemeClr val="lt2"/>
          </a:solidFill>
        </p:spPr>
        <p:txBody>
          <a:bodyPr anchorCtr="0" anchor="ctr" bIns="91425" lIns="91425" spcFirstLastPara="1" rIns="91425" wrap="square" tIns="91425">
            <a:noAutofit/>
          </a:bodyPr>
          <a:lstStyle>
            <a:lvl1pPr lvl="0" rtl="0" algn="ctr">
              <a:spcBef>
                <a:spcPts val="0"/>
              </a:spcBef>
              <a:spcAft>
                <a:spcPts val="0"/>
              </a:spcAft>
              <a:buSzPts val="3000"/>
              <a:buNone/>
              <a:defRPr sz="20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0" name="Google Shape;120;p13"/>
          <p:cNvSpPr txBox="1"/>
          <p:nvPr>
            <p:ph hasCustomPrompt="1" idx="8" type="title"/>
          </p:nvPr>
        </p:nvSpPr>
        <p:spPr>
          <a:xfrm>
            <a:off x="1986273" y="3856300"/>
            <a:ext cx="590400" cy="363600"/>
          </a:xfrm>
          <a:prstGeom prst="rect">
            <a:avLst/>
          </a:prstGeom>
          <a:solidFill>
            <a:schemeClr val="lt2"/>
          </a:solidFill>
        </p:spPr>
        <p:txBody>
          <a:bodyPr anchorCtr="0" anchor="ctr" bIns="91425" lIns="91425" spcFirstLastPara="1" rIns="91425" wrap="square" tIns="91425">
            <a:noAutofit/>
          </a:bodyPr>
          <a:lstStyle>
            <a:lvl1pPr lvl="0" rtl="0" algn="ctr">
              <a:spcBef>
                <a:spcPts val="0"/>
              </a:spcBef>
              <a:spcAft>
                <a:spcPts val="0"/>
              </a:spcAft>
              <a:buSzPts val="3000"/>
              <a:buNone/>
              <a:defRPr sz="2000">
                <a:solidFill>
                  <a:schemeClr val="accent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21" name="Google Shape;121;p13"/>
          <p:cNvSpPr txBox="1"/>
          <p:nvPr>
            <p:ph idx="9" type="subTitle"/>
          </p:nvPr>
        </p:nvSpPr>
        <p:spPr>
          <a:xfrm>
            <a:off x="2917223" y="1401350"/>
            <a:ext cx="4240500" cy="363600"/>
          </a:xfrm>
          <a:prstGeom prst="rect">
            <a:avLst/>
          </a:prstGeom>
        </p:spPr>
        <p:txBody>
          <a:bodyPr anchorCtr="0" anchor="b" bIns="91425" lIns="91425" spcFirstLastPara="1" rIns="91425" wrap="square" tIns="91425">
            <a:noAutofit/>
          </a:bodyPr>
          <a:lstStyle>
            <a:lvl1pPr lvl="0" rtl="0">
              <a:lnSpc>
                <a:spcPct val="115000"/>
              </a:lnSpc>
              <a:spcBef>
                <a:spcPts val="0"/>
              </a:spcBef>
              <a:spcAft>
                <a:spcPts val="0"/>
              </a:spcAft>
              <a:buSzPts val="2400"/>
              <a:buFont typeface="Sora"/>
              <a:buNone/>
              <a:defRPr b="1" sz="2000">
                <a:latin typeface="Sora"/>
                <a:ea typeface="Sora"/>
                <a:cs typeface="Sora"/>
                <a:sym typeface="Sora"/>
              </a:defRPr>
            </a:lvl1pPr>
            <a:lvl2pPr lvl="1" rtl="0" algn="ctr">
              <a:lnSpc>
                <a:spcPct val="115000"/>
              </a:lnSpc>
              <a:spcBef>
                <a:spcPts val="0"/>
              </a:spcBef>
              <a:spcAft>
                <a:spcPts val="0"/>
              </a:spcAft>
              <a:buSzPts val="2400"/>
              <a:buFont typeface="Sora"/>
              <a:buNone/>
              <a:defRPr b="1" sz="2400">
                <a:latin typeface="Sora"/>
                <a:ea typeface="Sora"/>
                <a:cs typeface="Sora"/>
                <a:sym typeface="Sora"/>
              </a:defRPr>
            </a:lvl2pPr>
            <a:lvl3pPr lvl="2" rtl="0" algn="ctr">
              <a:lnSpc>
                <a:spcPct val="115000"/>
              </a:lnSpc>
              <a:spcBef>
                <a:spcPts val="0"/>
              </a:spcBef>
              <a:spcAft>
                <a:spcPts val="0"/>
              </a:spcAft>
              <a:buSzPts val="2400"/>
              <a:buFont typeface="Sora"/>
              <a:buNone/>
              <a:defRPr b="1" sz="2400">
                <a:latin typeface="Sora"/>
                <a:ea typeface="Sora"/>
                <a:cs typeface="Sora"/>
                <a:sym typeface="Sora"/>
              </a:defRPr>
            </a:lvl3pPr>
            <a:lvl4pPr lvl="3" rtl="0" algn="ctr">
              <a:lnSpc>
                <a:spcPct val="115000"/>
              </a:lnSpc>
              <a:spcBef>
                <a:spcPts val="0"/>
              </a:spcBef>
              <a:spcAft>
                <a:spcPts val="0"/>
              </a:spcAft>
              <a:buSzPts val="2400"/>
              <a:buFont typeface="Sora"/>
              <a:buNone/>
              <a:defRPr b="1" sz="2400">
                <a:latin typeface="Sora"/>
                <a:ea typeface="Sora"/>
                <a:cs typeface="Sora"/>
                <a:sym typeface="Sora"/>
              </a:defRPr>
            </a:lvl4pPr>
            <a:lvl5pPr lvl="4" rtl="0" algn="ctr">
              <a:lnSpc>
                <a:spcPct val="115000"/>
              </a:lnSpc>
              <a:spcBef>
                <a:spcPts val="0"/>
              </a:spcBef>
              <a:spcAft>
                <a:spcPts val="0"/>
              </a:spcAft>
              <a:buSzPts val="2400"/>
              <a:buFont typeface="Sora"/>
              <a:buNone/>
              <a:defRPr b="1" sz="2400">
                <a:latin typeface="Sora"/>
                <a:ea typeface="Sora"/>
                <a:cs typeface="Sora"/>
                <a:sym typeface="Sora"/>
              </a:defRPr>
            </a:lvl5pPr>
            <a:lvl6pPr lvl="5" rtl="0" algn="ctr">
              <a:lnSpc>
                <a:spcPct val="115000"/>
              </a:lnSpc>
              <a:spcBef>
                <a:spcPts val="0"/>
              </a:spcBef>
              <a:spcAft>
                <a:spcPts val="0"/>
              </a:spcAft>
              <a:buSzPts val="2400"/>
              <a:buFont typeface="Sora"/>
              <a:buNone/>
              <a:defRPr b="1" sz="2400">
                <a:latin typeface="Sora"/>
                <a:ea typeface="Sora"/>
                <a:cs typeface="Sora"/>
                <a:sym typeface="Sora"/>
              </a:defRPr>
            </a:lvl6pPr>
            <a:lvl7pPr lvl="6" rtl="0" algn="ctr">
              <a:lnSpc>
                <a:spcPct val="115000"/>
              </a:lnSpc>
              <a:spcBef>
                <a:spcPts val="0"/>
              </a:spcBef>
              <a:spcAft>
                <a:spcPts val="0"/>
              </a:spcAft>
              <a:buSzPts val="2400"/>
              <a:buFont typeface="Sora"/>
              <a:buNone/>
              <a:defRPr b="1" sz="2400">
                <a:latin typeface="Sora"/>
                <a:ea typeface="Sora"/>
                <a:cs typeface="Sora"/>
                <a:sym typeface="Sora"/>
              </a:defRPr>
            </a:lvl7pPr>
            <a:lvl8pPr lvl="7" rtl="0" algn="ctr">
              <a:lnSpc>
                <a:spcPct val="115000"/>
              </a:lnSpc>
              <a:spcBef>
                <a:spcPts val="0"/>
              </a:spcBef>
              <a:spcAft>
                <a:spcPts val="0"/>
              </a:spcAft>
              <a:buSzPts val="2400"/>
              <a:buFont typeface="Sora"/>
              <a:buNone/>
              <a:defRPr b="1" sz="2400">
                <a:latin typeface="Sora"/>
                <a:ea typeface="Sora"/>
                <a:cs typeface="Sora"/>
                <a:sym typeface="Sora"/>
              </a:defRPr>
            </a:lvl8pPr>
            <a:lvl9pPr lvl="8" rtl="0" algn="ctr">
              <a:lnSpc>
                <a:spcPct val="115000"/>
              </a:lnSpc>
              <a:spcBef>
                <a:spcPts val="0"/>
              </a:spcBef>
              <a:spcAft>
                <a:spcPts val="0"/>
              </a:spcAft>
              <a:buSzPts val="2400"/>
              <a:buFont typeface="Sora"/>
              <a:buNone/>
              <a:defRPr b="1" sz="2400">
                <a:latin typeface="Sora"/>
                <a:ea typeface="Sora"/>
                <a:cs typeface="Sora"/>
                <a:sym typeface="Sora"/>
              </a:defRPr>
            </a:lvl9pPr>
          </a:lstStyle>
          <a:p/>
        </p:txBody>
      </p:sp>
      <p:sp>
        <p:nvSpPr>
          <p:cNvPr id="122" name="Google Shape;122;p13"/>
          <p:cNvSpPr txBox="1"/>
          <p:nvPr>
            <p:ph idx="13" type="subTitle"/>
          </p:nvPr>
        </p:nvSpPr>
        <p:spPr>
          <a:xfrm>
            <a:off x="2917227" y="2219700"/>
            <a:ext cx="4240500" cy="363600"/>
          </a:xfrm>
          <a:prstGeom prst="rect">
            <a:avLst/>
          </a:prstGeom>
        </p:spPr>
        <p:txBody>
          <a:bodyPr anchorCtr="0" anchor="b" bIns="91425" lIns="91425" spcFirstLastPara="1" rIns="91425" wrap="square" tIns="91425">
            <a:noAutofit/>
          </a:bodyPr>
          <a:lstStyle>
            <a:lvl1pPr lvl="0" rtl="0">
              <a:lnSpc>
                <a:spcPct val="115000"/>
              </a:lnSpc>
              <a:spcBef>
                <a:spcPts val="0"/>
              </a:spcBef>
              <a:spcAft>
                <a:spcPts val="0"/>
              </a:spcAft>
              <a:buSzPts val="2400"/>
              <a:buFont typeface="Sora"/>
              <a:buNone/>
              <a:defRPr b="1" sz="2000">
                <a:latin typeface="Sora"/>
                <a:ea typeface="Sora"/>
                <a:cs typeface="Sora"/>
                <a:sym typeface="Sora"/>
              </a:defRPr>
            </a:lvl1pPr>
            <a:lvl2pPr lvl="1" rtl="0" algn="ctr">
              <a:lnSpc>
                <a:spcPct val="115000"/>
              </a:lnSpc>
              <a:spcBef>
                <a:spcPts val="0"/>
              </a:spcBef>
              <a:spcAft>
                <a:spcPts val="0"/>
              </a:spcAft>
              <a:buSzPts val="2400"/>
              <a:buFont typeface="Sora"/>
              <a:buNone/>
              <a:defRPr b="1" sz="2400">
                <a:latin typeface="Sora"/>
                <a:ea typeface="Sora"/>
                <a:cs typeface="Sora"/>
                <a:sym typeface="Sora"/>
              </a:defRPr>
            </a:lvl2pPr>
            <a:lvl3pPr lvl="2" rtl="0" algn="ctr">
              <a:lnSpc>
                <a:spcPct val="115000"/>
              </a:lnSpc>
              <a:spcBef>
                <a:spcPts val="0"/>
              </a:spcBef>
              <a:spcAft>
                <a:spcPts val="0"/>
              </a:spcAft>
              <a:buSzPts val="2400"/>
              <a:buFont typeface="Sora"/>
              <a:buNone/>
              <a:defRPr b="1" sz="2400">
                <a:latin typeface="Sora"/>
                <a:ea typeface="Sora"/>
                <a:cs typeface="Sora"/>
                <a:sym typeface="Sora"/>
              </a:defRPr>
            </a:lvl3pPr>
            <a:lvl4pPr lvl="3" rtl="0" algn="ctr">
              <a:lnSpc>
                <a:spcPct val="115000"/>
              </a:lnSpc>
              <a:spcBef>
                <a:spcPts val="0"/>
              </a:spcBef>
              <a:spcAft>
                <a:spcPts val="0"/>
              </a:spcAft>
              <a:buSzPts val="2400"/>
              <a:buFont typeface="Sora"/>
              <a:buNone/>
              <a:defRPr b="1" sz="2400">
                <a:latin typeface="Sora"/>
                <a:ea typeface="Sora"/>
                <a:cs typeface="Sora"/>
                <a:sym typeface="Sora"/>
              </a:defRPr>
            </a:lvl4pPr>
            <a:lvl5pPr lvl="4" rtl="0" algn="ctr">
              <a:lnSpc>
                <a:spcPct val="115000"/>
              </a:lnSpc>
              <a:spcBef>
                <a:spcPts val="0"/>
              </a:spcBef>
              <a:spcAft>
                <a:spcPts val="0"/>
              </a:spcAft>
              <a:buSzPts val="2400"/>
              <a:buFont typeface="Sora"/>
              <a:buNone/>
              <a:defRPr b="1" sz="2400">
                <a:latin typeface="Sora"/>
                <a:ea typeface="Sora"/>
                <a:cs typeface="Sora"/>
                <a:sym typeface="Sora"/>
              </a:defRPr>
            </a:lvl5pPr>
            <a:lvl6pPr lvl="5" rtl="0" algn="ctr">
              <a:lnSpc>
                <a:spcPct val="115000"/>
              </a:lnSpc>
              <a:spcBef>
                <a:spcPts val="0"/>
              </a:spcBef>
              <a:spcAft>
                <a:spcPts val="0"/>
              </a:spcAft>
              <a:buSzPts val="2400"/>
              <a:buFont typeface="Sora"/>
              <a:buNone/>
              <a:defRPr b="1" sz="2400">
                <a:latin typeface="Sora"/>
                <a:ea typeface="Sora"/>
                <a:cs typeface="Sora"/>
                <a:sym typeface="Sora"/>
              </a:defRPr>
            </a:lvl6pPr>
            <a:lvl7pPr lvl="6" rtl="0" algn="ctr">
              <a:lnSpc>
                <a:spcPct val="115000"/>
              </a:lnSpc>
              <a:spcBef>
                <a:spcPts val="0"/>
              </a:spcBef>
              <a:spcAft>
                <a:spcPts val="0"/>
              </a:spcAft>
              <a:buSzPts val="2400"/>
              <a:buFont typeface="Sora"/>
              <a:buNone/>
              <a:defRPr b="1" sz="2400">
                <a:latin typeface="Sora"/>
                <a:ea typeface="Sora"/>
                <a:cs typeface="Sora"/>
                <a:sym typeface="Sora"/>
              </a:defRPr>
            </a:lvl7pPr>
            <a:lvl8pPr lvl="7" rtl="0" algn="ctr">
              <a:lnSpc>
                <a:spcPct val="115000"/>
              </a:lnSpc>
              <a:spcBef>
                <a:spcPts val="0"/>
              </a:spcBef>
              <a:spcAft>
                <a:spcPts val="0"/>
              </a:spcAft>
              <a:buSzPts val="2400"/>
              <a:buFont typeface="Sora"/>
              <a:buNone/>
              <a:defRPr b="1" sz="2400">
                <a:latin typeface="Sora"/>
                <a:ea typeface="Sora"/>
                <a:cs typeface="Sora"/>
                <a:sym typeface="Sora"/>
              </a:defRPr>
            </a:lvl8pPr>
            <a:lvl9pPr lvl="8" rtl="0" algn="ctr">
              <a:lnSpc>
                <a:spcPct val="115000"/>
              </a:lnSpc>
              <a:spcBef>
                <a:spcPts val="0"/>
              </a:spcBef>
              <a:spcAft>
                <a:spcPts val="0"/>
              </a:spcAft>
              <a:buSzPts val="2400"/>
              <a:buFont typeface="Sora"/>
              <a:buNone/>
              <a:defRPr b="1" sz="2400">
                <a:latin typeface="Sora"/>
                <a:ea typeface="Sora"/>
                <a:cs typeface="Sora"/>
                <a:sym typeface="Sora"/>
              </a:defRPr>
            </a:lvl9pPr>
          </a:lstStyle>
          <a:p/>
        </p:txBody>
      </p:sp>
      <p:sp>
        <p:nvSpPr>
          <p:cNvPr id="123" name="Google Shape;123;p13"/>
          <p:cNvSpPr txBox="1"/>
          <p:nvPr>
            <p:ph idx="14" type="subTitle"/>
          </p:nvPr>
        </p:nvSpPr>
        <p:spPr>
          <a:xfrm>
            <a:off x="2917223" y="3037976"/>
            <a:ext cx="4240500" cy="363600"/>
          </a:xfrm>
          <a:prstGeom prst="rect">
            <a:avLst/>
          </a:prstGeom>
        </p:spPr>
        <p:txBody>
          <a:bodyPr anchorCtr="0" anchor="b" bIns="91425" lIns="91425" spcFirstLastPara="1" rIns="91425" wrap="square" tIns="91425">
            <a:noAutofit/>
          </a:bodyPr>
          <a:lstStyle>
            <a:lvl1pPr lvl="0" rtl="0">
              <a:lnSpc>
                <a:spcPct val="115000"/>
              </a:lnSpc>
              <a:spcBef>
                <a:spcPts val="0"/>
              </a:spcBef>
              <a:spcAft>
                <a:spcPts val="0"/>
              </a:spcAft>
              <a:buSzPts val="2400"/>
              <a:buFont typeface="Sora"/>
              <a:buNone/>
              <a:defRPr b="1" sz="2000">
                <a:latin typeface="Sora"/>
                <a:ea typeface="Sora"/>
                <a:cs typeface="Sora"/>
                <a:sym typeface="Sora"/>
              </a:defRPr>
            </a:lvl1pPr>
            <a:lvl2pPr lvl="1" rtl="0" algn="ctr">
              <a:lnSpc>
                <a:spcPct val="115000"/>
              </a:lnSpc>
              <a:spcBef>
                <a:spcPts val="0"/>
              </a:spcBef>
              <a:spcAft>
                <a:spcPts val="0"/>
              </a:spcAft>
              <a:buSzPts val="2400"/>
              <a:buFont typeface="Sora"/>
              <a:buNone/>
              <a:defRPr b="1" sz="2400">
                <a:latin typeface="Sora"/>
                <a:ea typeface="Sora"/>
                <a:cs typeface="Sora"/>
                <a:sym typeface="Sora"/>
              </a:defRPr>
            </a:lvl2pPr>
            <a:lvl3pPr lvl="2" rtl="0" algn="ctr">
              <a:lnSpc>
                <a:spcPct val="115000"/>
              </a:lnSpc>
              <a:spcBef>
                <a:spcPts val="0"/>
              </a:spcBef>
              <a:spcAft>
                <a:spcPts val="0"/>
              </a:spcAft>
              <a:buSzPts val="2400"/>
              <a:buFont typeface="Sora"/>
              <a:buNone/>
              <a:defRPr b="1" sz="2400">
                <a:latin typeface="Sora"/>
                <a:ea typeface="Sora"/>
                <a:cs typeface="Sora"/>
                <a:sym typeface="Sora"/>
              </a:defRPr>
            </a:lvl3pPr>
            <a:lvl4pPr lvl="3" rtl="0" algn="ctr">
              <a:lnSpc>
                <a:spcPct val="115000"/>
              </a:lnSpc>
              <a:spcBef>
                <a:spcPts val="0"/>
              </a:spcBef>
              <a:spcAft>
                <a:spcPts val="0"/>
              </a:spcAft>
              <a:buSzPts val="2400"/>
              <a:buFont typeface="Sora"/>
              <a:buNone/>
              <a:defRPr b="1" sz="2400">
                <a:latin typeface="Sora"/>
                <a:ea typeface="Sora"/>
                <a:cs typeface="Sora"/>
                <a:sym typeface="Sora"/>
              </a:defRPr>
            </a:lvl4pPr>
            <a:lvl5pPr lvl="4" rtl="0" algn="ctr">
              <a:lnSpc>
                <a:spcPct val="115000"/>
              </a:lnSpc>
              <a:spcBef>
                <a:spcPts val="0"/>
              </a:spcBef>
              <a:spcAft>
                <a:spcPts val="0"/>
              </a:spcAft>
              <a:buSzPts val="2400"/>
              <a:buFont typeface="Sora"/>
              <a:buNone/>
              <a:defRPr b="1" sz="2400">
                <a:latin typeface="Sora"/>
                <a:ea typeface="Sora"/>
                <a:cs typeface="Sora"/>
                <a:sym typeface="Sora"/>
              </a:defRPr>
            </a:lvl5pPr>
            <a:lvl6pPr lvl="5" rtl="0" algn="ctr">
              <a:lnSpc>
                <a:spcPct val="115000"/>
              </a:lnSpc>
              <a:spcBef>
                <a:spcPts val="0"/>
              </a:spcBef>
              <a:spcAft>
                <a:spcPts val="0"/>
              </a:spcAft>
              <a:buSzPts val="2400"/>
              <a:buFont typeface="Sora"/>
              <a:buNone/>
              <a:defRPr b="1" sz="2400">
                <a:latin typeface="Sora"/>
                <a:ea typeface="Sora"/>
                <a:cs typeface="Sora"/>
                <a:sym typeface="Sora"/>
              </a:defRPr>
            </a:lvl6pPr>
            <a:lvl7pPr lvl="6" rtl="0" algn="ctr">
              <a:lnSpc>
                <a:spcPct val="115000"/>
              </a:lnSpc>
              <a:spcBef>
                <a:spcPts val="0"/>
              </a:spcBef>
              <a:spcAft>
                <a:spcPts val="0"/>
              </a:spcAft>
              <a:buSzPts val="2400"/>
              <a:buFont typeface="Sora"/>
              <a:buNone/>
              <a:defRPr b="1" sz="2400">
                <a:latin typeface="Sora"/>
                <a:ea typeface="Sora"/>
                <a:cs typeface="Sora"/>
                <a:sym typeface="Sora"/>
              </a:defRPr>
            </a:lvl7pPr>
            <a:lvl8pPr lvl="7" rtl="0" algn="ctr">
              <a:lnSpc>
                <a:spcPct val="115000"/>
              </a:lnSpc>
              <a:spcBef>
                <a:spcPts val="0"/>
              </a:spcBef>
              <a:spcAft>
                <a:spcPts val="0"/>
              </a:spcAft>
              <a:buSzPts val="2400"/>
              <a:buFont typeface="Sora"/>
              <a:buNone/>
              <a:defRPr b="1" sz="2400">
                <a:latin typeface="Sora"/>
                <a:ea typeface="Sora"/>
                <a:cs typeface="Sora"/>
                <a:sym typeface="Sora"/>
              </a:defRPr>
            </a:lvl8pPr>
            <a:lvl9pPr lvl="8" rtl="0" algn="ctr">
              <a:lnSpc>
                <a:spcPct val="115000"/>
              </a:lnSpc>
              <a:spcBef>
                <a:spcPts val="0"/>
              </a:spcBef>
              <a:spcAft>
                <a:spcPts val="0"/>
              </a:spcAft>
              <a:buSzPts val="2400"/>
              <a:buFont typeface="Sora"/>
              <a:buNone/>
              <a:defRPr b="1" sz="2400">
                <a:latin typeface="Sora"/>
                <a:ea typeface="Sora"/>
                <a:cs typeface="Sora"/>
                <a:sym typeface="Sora"/>
              </a:defRPr>
            </a:lvl9pPr>
          </a:lstStyle>
          <a:p/>
        </p:txBody>
      </p:sp>
      <p:sp>
        <p:nvSpPr>
          <p:cNvPr id="124" name="Google Shape;124;p13"/>
          <p:cNvSpPr txBox="1"/>
          <p:nvPr>
            <p:ph idx="15" type="subTitle"/>
          </p:nvPr>
        </p:nvSpPr>
        <p:spPr>
          <a:xfrm>
            <a:off x="2917227" y="3856301"/>
            <a:ext cx="4240500" cy="363600"/>
          </a:xfrm>
          <a:prstGeom prst="rect">
            <a:avLst/>
          </a:prstGeom>
        </p:spPr>
        <p:txBody>
          <a:bodyPr anchorCtr="0" anchor="b" bIns="91425" lIns="91425" spcFirstLastPara="1" rIns="91425" wrap="square" tIns="91425">
            <a:noAutofit/>
          </a:bodyPr>
          <a:lstStyle>
            <a:lvl1pPr lvl="0" rtl="0">
              <a:lnSpc>
                <a:spcPct val="115000"/>
              </a:lnSpc>
              <a:spcBef>
                <a:spcPts val="0"/>
              </a:spcBef>
              <a:spcAft>
                <a:spcPts val="0"/>
              </a:spcAft>
              <a:buSzPts val="2400"/>
              <a:buFont typeface="Sora"/>
              <a:buNone/>
              <a:defRPr b="1" sz="2000">
                <a:latin typeface="Sora"/>
                <a:ea typeface="Sora"/>
                <a:cs typeface="Sora"/>
                <a:sym typeface="Sora"/>
              </a:defRPr>
            </a:lvl1pPr>
            <a:lvl2pPr lvl="1" rtl="0" algn="ctr">
              <a:lnSpc>
                <a:spcPct val="115000"/>
              </a:lnSpc>
              <a:spcBef>
                <a:spcPts val="0"/>
              </a:spcBef>
              <a:spcAft>
                <a:spcPts val="0"/>
              </a:spcAft>
              <a:buSzPts val="2400"/>
              <a:buFont typeface="Sora"/>
              <a:buNone/>
              <a:defRPr b="1" sz="2400">
                <a:latin typeface="Sora"/>
                <a:ea typeface="Sora"/>
                <a:cs typeface="Sora"/>
                <a:sym typeface="Sora"/>
              </a:defRPr>
            </a:lvl2pPr>
            <a:lvl3pPr lvl="2" rtl="0" algn="ctr">
              <a:lnSpc>
                <a:spcPct val="115000"/>
              </a:lnSpc>
              <a:spcBef>
                <a:spcPts val="0"/>
              </a:spcBef>
              <a:spcAft>
                <a:spcPts val="0"/>
              </a:spcAft>
              <a:buSzPts val="2400"/>
              <a:buFont typeface="Sora"/>
              <a:buNone/>
              <a:defRPr b="1" sz="2400">
                <a:latin typeface="Sora"/>
                <a:ea typeface="Sora"/>
                <a:cs typeface="Sora"/>
                <a:sym typeface="Sora"/>
              </a:defRPr>
            </a:lvl3pPr>
            <a:lvl4pPr lvl="3" rtl="0" algn="ctr">
              <a:lnSpc>
                <a:spcPct val="115000"/>
              </a:lnSpc>
              <a:spcBef>
                <a:spcPts val="0"/>
              </a:spcBef>
              <a:spcAft>
                <a:spcPts val="0"/>
              </a:spcAft>
              <a:buSzPts val="2400"/>
              <a:buFont typeface="Sora"/>
              <a:buNone/>
              <a:defRPr b="1" sz="2400">
                <a:latin typeface="Sora"/>
                <a:ea typeface="Sora"/>
                <a:cs typeface="Sora"/>
                <a:sym typeface="Sora"/>
              </a:defRPr>
            </a:lvl4pPr>
            <a:lvl5pPr lvl="4" rtl="0" algn="ctr">
              <a:lnSpc>
                <a:spcPct val="115000"/>
              </a:lnSpc>
              <a:spcBef>
                <a:spcPts val="0"/>
              </a:spcBef>
              <a:spcAft>
                <a:spcPts val="0"/>
              </a:spcAft>
              <a:buSzPts val="2400"/>
              <a:buFont typeface="Sora"/>
              <a:buNone/>
              <a:defRPr b="1" sz="2400">
                <a:latin typeface="Sora"/>
                <a:ea typeface="Sora"/>
                <a:cs typeface="Sora"/>
                <a:sym typeface="Sora"/>
              </a:defRPr>
            </a:lvl5pPr>
            <a:lvl6pPr lvl="5" rtl="0" algn="ctr">
              <a:lnSpc>
                <a:spcPct val="115000"/>
              </a:lnSpc>
              <a:spcBef>
                <a:spcPts val="0"/>
              </a:spcBef>
              <a:spcAft>
                <a:spcPts val="0"/>
              </a:spcAft>
              <a:buSzPts val="2400"/>
              <a:buFont typeface="Sora"/>
              <a:buNone/>
              <a:defRPr b="1" sz="2400">
                <a:latin typeface="Sora"/>
                <a:ea typeface="Sora"/>
                <a:cs typeface="Sora"/>
                <a:sym typeface="Sora"/>
              </a:defRPr>
            </a:lvl6pPr>
            <a:lvl7pPr lvl="6" rtl="0" algn="ctr">
              <a:lnSpc>
                <a:spcPct val="115000"/>
              </a:lnSpc>
              <a:spcBef>
                <a:spcPts val="0"/>
              </a:spcBef>
              <a:spcAft>
                <a:spcPts val="0"/>
              </a:spcAft>
              <a:buSzPts val="2400"/>
              <a:buFont typeface="Sora"/>
              <a:buNone/>
              <a:defRPr b="1" sz="2400">
                <a:latin typeface="Sora"/>
                <a:ea typeface="Sora"/>
                <a:cs typeface="Sora"/>
                <a:sym typeface="Sora"/>
              </a:defRPr>
            </a:lvl7pPr>
            <a:lvl8pPr lvl="7" rtl="0" algn="ctr">
              <a:lnSpc>
                <a:spcPct val="115000"/>
              </a:lnSpc>
              <a:spcBef>
                <a:spcPts val="0"/>
              </a:spcBef>
              <a:spcAft>
                <a:spcPts val="0"/>
              </a:spcAft>
              <a:buSzPts val="2400"/>
              <a:buFont typeface="Sora"/>
              <a:buNone/>
              <a:defRPr b="1" sz="2400">
                <a:latin typeface="Sora"/>
                <a:ea typeface="Sora"/>
                <a:cs typeface="Sora"/>
                <a:sym typeface="Sora"/>
              </a:defRPr>
            </a:lvl8pPr>
            <a:lvl9pPr lvl="8" rtl="0" algn="ctr">
              <a:lnSpc>
                <a:spcPct val="115000"/>
              </a:lnSpc>
              <a:spcBef>
                <a:spcPts val="0"/>
              </a:spcBef>
              <a:spcAft>
                <a:spcPts val="0"/>
              </a:spcAft>
              <a:buSzPts val="2400"/>
              <a:buFont typeface="Sora"/>
              <a:buNone/>
              <a:defRPr b="1" sz="2400">
                <a:latin typeface="Sora"/>
                <a:ea typeface="Sora"/>
                <a:cs typeface="Sora"/>
                <a:sym typeface="Sora"/>
              </a:defRPr>
            </a:lvl9pPr>
          </a:lstStyle>
          <a:p/>
        </p:txBody>
      </p:sp>
      <p:grpSp>
        <p:nvGrpSpPr>
          <p:cNvPr id="125" name="Google Shape;125;p13"/>
          <p:cNvGrpSpPr/>
          <p:nvPr/>
        </p:nvGrpSpPr>
        <p:grpSpPr>
          <a:xfrm>
            <a:off x="8113600" y="227500"/>
            <a:ext cx="882599" cy="403555"/>
            <a:chOff x="7884075" y="238975"/>
            <a:chExt cx="882599" cy="403555"/>
          </a:xfrm>
        </p:grpSpPr>
        <p:sp>
          <p:nvSpPr>
            <p:cNvPr id="126" name="Google Shape;126;p13"/>
            <p:cNvSpPr/>
            <p:nvPr/>
          </p:nvSpPr>
          <p:spPr>
            <a:xfrm>
              <a:off x="8255437" y="436475"/>
              <a:ext cx="206055" cy="206055"/>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13"/>
            <p:cNvSpPr/>
            <p:nvPr/>
          </p:nvSpPr>
          <p:spPr>
            <a:xfrm>
              <a:off x="7884075" y="238975"/>
              <a:ext cx="139874" cy="139874"/>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13"/>
            <p:cNvSpPr/>
            <p:nvPr/>
          </p:nvSpPr>
          <p:spPr>
            <a:xfrm>
              <a:off x="8626800" y="378850"/>
              <a:ext cx="139874" cy="139874"/>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9" name="Google Shape;129;p13"/>
          <p:cNvGrpSpPr/>
          <p:nvPr/>
        </p:nvGrpSpPr>
        <p:grpSpPr>
          <a:xfrm>
            <a:off x="378100" y="-216500"/>
            <a:ext cx="8131200" cy="5239200"/>
            <a:chOff x="378100" y="-216500"/>
            <a:chExt cx="8131200" cy="5239200"/>
          </a:xfrm>
        </p:grpSpPr>
        <p:cxnSp>
          <p:nvCxnSpPr>
            <p:cNvPr id="130" name="Google Shape;130;p13"/>
            <p:cNvCxnSpPr/>
            <p:nvPr/>
          </p:nvCxnSpPr>
          <p:spPr>
            <a:xfrm>
              <a:off x="378100" y="-216500"/>
              <a:ext cx="7978800" cy="5086800"/>
            </a:xfrm>
            <a:prstGeom prst="bentConnector3">
              <a:avLst>
                <a:gd fmla="val -970" name="adj1"/>
              </a:avLst>
            </a:prstGeom>
            <a:noFill/>
            <a:ln cap="flat" cmpd="sng" w="19050">
              <a:solidFill>
                <a:schemeClr val="lt2"/>
              </a:solidFill>
              <a:prstDash val="solid"/>
              <a:round/>
              <a:headEnd len="med" w="med" type="none"/>
              <a:tailEnd len="med" w="med" type="oval"/>
            </a:ln>
          </p:spPr>
        </p:cxnSp>
        <p:cxnSp>
          <p:nvCxnSpPr>
            <p:cNvPr id="131" name="Google Shape;131;p13"/>
            <p:cNvCxnSpPr/>
            <p:nvPr/>
          </p:nvCxnSpPr>
          <p:spPr>
            <a:xfrm>
              <a:off x="530500" y="-64100"/>
              <a:ext cx="7978800" cy="5086800"/>
            </a:xfrm>
            <a:prstGeom prst="bentConnector3">
              <a:avLst>
                <a:gd fmla="val -970" name="adj1"/>
              </a:avLst>
            </a:prstGeom>
            <a:noFill/>
            <a:ln cap="flat" cmpd="sng" w="19050">
              <a:solidFill>
                <a:schemeClr val="lt2"/>
              </a:solidFill>
              <a:prstDash val="solid"/>
              <a:round/>
              <a:headEnd len="med" w="med" type="none"/>
              <a:tailEnd len="med" w="med" type="oval"/>
            </a:ln>
          </p:spPr>
        </p:cxn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0">
    <p:spTree>
      <p:nvGrpSpPr>
        <p:cNvPr id="132" name="Shape 132"/>
        <p:cNvGrpSpPr/>
        <p:nvPr/>
      </p:nvGrpSpPr>
      <p:grpSpPr>
        <a:xfrm>
          <a:off x="0" y="0"/>
          <a:ext cx="0" cy="0"/>
          <a:chOff x="0" y="0"/>
          <a:chExt cx="0" cy="0"/>
        </a:xfrm>
      </p:grpSpPr>
      <p:sp>
        <p:nvSpPr>
          <p:cNvPr id="133" name="Google Shape;133;p1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134" name="Google Shape;134;p14"/>
          <p:cNvGrpSpPr/>
          <p:nvPr/>
        </p:nvGrpSpPr>
        <p:grpSpPr>
          <a:xfrm>
            <a:off x="199188" y="123990"/>
            <a:ext cx="422946" cy="368845"/>
            <a:chOff x="8576588" y="4496315"/>
            <a:chExt cx="422946" cy="368845"/>
          </a:xfrm>
        </p:grpSpPr>
        <p:sp>
          <p:nvSpPr>
            <p:cNvPr id="135" name="Google Shape;135;p14"/>
            <p:cNvSpPr/>
            <p:nvPr/>
          </p:nvSpPr>
          <p:spPr>
            <a:xfrm rot="-5400000">
              <a:off x="8576580" y="4720848"/>
              <a:ext cx="144320" cy="144304"/>
            </a:xfrm>
            <a:custGeom>
              <a:rect b="b" l="l" r="r" t="t"/>
              <a:pathLst>
                <a:path extrusionOk="0" h="3298" w="3298">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4"/>
            <p:cNvSpPr/>
            <p:nvPr/>
          </p:nvSpPr>
          <p:spPr>
            <a:xfrm rot="-5400000">
              <a:off x="8775019" y="4496328"/>
              <a:ext cx="224528" cy="224503"/>
            </a:xfrm>
            <a:custGeom>
              <a:rect b="b" l="l" r="r" t="t"/>
              <a:pathLst>
                <a:path extrusionOk="0" h="3298" w="3298">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7" name="Google Shape;137;p14"/>
          <p:cNvGrpSpPr/>
          <p:nvPr/>
        </p:nvGrpSpPr>
        <p:grpSpPr>
          <a:xfrm rot="10800000">
            <a:off x="25225" y="282300"/>
            <a:ext cx="9157800" cy="5003500"/>
            <a:chOff x="-116175" y="-984534"/>
            <a:chExt cx="9157800" cy="5003500"/>
          </a:xfrm>
        </p:grpSpPr>
        <p:cxnSp>
          <p:nvCxnSpPr>
            <p:cNvPr id="138" name="Google Shape;138;p14"/>
            <p:cNvCxnSpPr/>
            <p:nvPr/>
          </p:nvCxnSpPr>
          <p:spPr>
            <a:xfrm>
              <a:off x="-116175" y="-605834"/>
              <a:ext cx="9157800" cy="4624800"/>
            </a:xfrm>
            <a:prstGeom prst="bentConnector3">
              <a:avLst>
                <a:gd fmla="val 3258" name="adj1"/>
              </a:avLst>
            </a:prstGeom>
            <a:noFill/>
            <a:ln cap="flat" cmpd="sng" w="19050">
              <a:solidFill>
                <a:schemeClr val="lt2"/>
              </a:solidFill>
              <a:prstDash val="solid"/>
              <a:round/>
              <a:headEnd len="med" w="med" type="none"/>
              <a:tailEnd len="med" w="med" type="oval"/>
            </a:ln>
          </p:spPr>
        </p:cxnSp>
        <p:cxnSp>
          <p:nvCxnSpPr>
            <p:cNvPr id="139" name="Google Shape;139;p14"/>
            <p:cNvCxnSpPr/>
            <p:nvPr/>
          </p:nvCxnSpPr>
          <p:spPr>
            <a:xfrm flipH="1" rot="-5400000">
              <a:off x="-2164550" y="1408116"/>
              <a:ext cx="4877100" cy="91800"/>
            </a:xfrm>
            <a:prstGeom prst="bentConnector3">
              <a:avLst>
                <a:gd fmla="val 50000" name="adj1"/>
              </a:avLst>
            </a:prstGeom>
            <a:noFill/>
            <a:ln cap="flat" cmpd="sng" w="19050">
              <a:solidFill>
                <a:schemeClr val="lt2"/>
              </a:solidFill>
              <a:prstDash val="solid"/>
              <a:round/>
              <a:headEnd len="med" w="med" type="none"/>
              <a:tailEnd len="med" w="med" type="oval"/>
            </a:ln>
          </p:spPr>
        </p:cxn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0_1">
    <p:spTree>
      <p:nvGrpSpPr>
        <p:cNvPr id="140" name="Shape 140"/>
        <p:cNvGrpSpPr/>
        <p:nvPr/>
      </p:nvGrpSpPr>
      <p:grpSpPr>
        <a:xfrm>
          <a:off x="0" y="0"/>
          <a:ext cx="0" cy="0"/>
          <a:chOff x="0" y="0"/>
          <a:chExt cx="0" cy="0"/>
        </a:xfrm>
      </p:grpSpPr>
      <p:sp>
        <p:nvSpPr>
          <p:cNvPr id="141" name="Google Shape;141;p1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142" name="Google Shape;142;p15"/>
          <p:cNvGrpSpPr/>
          <p:nvPr/>
        </p:nvGrpSpPr>
        <p:grpSpPr>
          <a:xfrm>
            <a:off x="8430763" y="-10"/>
            <a:ext cx="422946" cy="368845"/>
            <a:chOff x="8576588" y="4496315"/>
            <a:chExt cx="422946" cy="368845"/>
          </a:xfrm>
        </p:grpSpPr>
        <p:sp>
          <p:nvSpPr>
            <p:cNvPr id="143" name="Google Shape;143;p15"/>
            <p:cNvSpPr/>
            <p:nvPr/>
          </p:nvSpPr>
          <p:spPr>
            <a:xfrm rot="-5400000">
              <a:off x="8576580" y="4720848"/>
              <a:ext cx="144320" cy="144304"/>
            </a:xfrm>
            <a:custGeom>
              <a:rect b="b" l="l" r="r" t="t"/>
              <a:pathLst>
                <a:path extrusionOk="0" h="3298" w="3298">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5"/>
            <p:cNvSpPr/>
            <p:nvPr/>
          </p:nvSpPr>
          <p:spPr>
            <a:xfrm rot="-5400000">
              <a:off x="8775019" y="4496328"/>
              <a:ext cx="224528" cy="224503"/>
            </a:xfrm>
            <a:custGeom>
              <a:rect b="b" l="l" r="r" t="t"/>
              <a:pathLst>
                <a:path extrusionOk="0" h="3298" w="3298">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5" name="Google Shape;145;p15"/>
          <p:cNvGrpSpPr/>
          <p:nvPr/>
        </p:nvGrpSpPr>
        <p:grpSpPr>
          <a:xfrm flipH="1" rot="10800000">
            <a:off x="25325" y="282383"/>
            <a:ext cx="8974200" cy="5003417"/>
            <a:chOff x="67325" y="-984534"/>
            <a:chExt cx="8974200" cy="5003417"/>
          </a:xfrm>
        </p:grpSpPr>
        <p:cxnSp>
          <p:nvCxnSpPr>
            <p:cNvPr id="146" name="Google Shape;146;p15"/>
            <p:cNvCxnSpPr/>
            <p:nvPr/>
          </p:nvCxnSpPr>
          <p:spPr>
            <a:xfrm>
              <a:off x="67325" y="-592117"/>
              <a:ext cx="8974200" cy="4611000"/>
            </a:xfrm>
            <a:prstGeom prst="bentConnector3">
              <a:avLst>
                <a:gd fmla="val 4347" name="adj1"/>
              </a:avLst>
            </a:prstGeom>
            <a:noFill/>
            <a:ln cap="flat" cmpd="sng" w="19050">
              <a:solidFill>
                <a:schemeClr val="lt2"/>
              </a:solidFill>
              <a:prstDash val="solid"/>
              <a:round/>
              <a:headEnd len="med" w="med" type="none"/>
              <a:tailEnd len="med" w="med" type="oval"/>
            </a:ln>
          </p:spPr>
        </p:cxnSp>
        <p:cxnSp>
          <p:nvCxnSpPr>
            <p:cNvPr id="147" name="Google Shape;147;p15"/>
            <p:cNvCxnSpPr/>
            <p:nvPr/>
          </p:nvCxnSpPr>
          <p:spPr>
            <a:xfrm flipH="1" rot="-5400000">
              <a:off x="-2164550" y="1408116"/>
              <a:ext cx="4877100" cy="91800"/>
            </a:xfrm>
            <a:prstGeom prst="bentConnector3">
              <a:avLst>
                <a:gd fmla="val 50000" name="adj1"/>
              </a:avLst>
            </a:prstGeom>
            <a:noFill/>
            <a:ln cap="flat" cmpd="sng" w="19050">
              <a:solidFill>
                <a:schemeClr val="lt2"/>
              </a:solidFill>
              <a:prstDash val="solid"/>
              <a:round/>
              <a:headEnd len="med" w="med" type="none"/>
              <a:tailEnd len="med" w="med" type="oval"/>
            </a:ln>
          </p:spPr>
        </p:cxn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148" name="Shape 148"/>
        <p:cNvGrpSpPr/>
        <p:nvPr/>
      </p:nvGrpSpPr>
      <p:grpSpPr>
        <a:xfrm>
          <a:off x="0" y="0"/>
          <a:ext cx="0" cy="0"/>
          <a:chOff x="0" y="0"/>
          <a:chExt cx="0" cy="0"/>
        </a:xfrm>
      </p:grpSpPr>
      <p:sp>
        <p:nvSpPr>
          <p:cNvPr id="149" name="Google Shape;149;p16"/>
          <p:cNvSpPr txBox="1"/>
          <p:nvPr>
            <p:ph type="title"/>
          </p:nvPr>
        </p:nvSpPr>
        <p:spPr>
          <a:xfrm>
            <a:off x="1851163" y="3797875"/>
            <a:ext cx="3233100" cy="365700"/>
          </a:xfrm>
          <a:prstGeom prst="rect">
            <a:avLst/>
          </a:prstGeom>
          <a:solidFill>
            <a:schemeClr val="lt2"/>
          </a:solidFill>
        </p:spPr>
        <p:txBody>
          <a:bodyPr anchorCtr="0" anchor="ctr" bIns="91425" lIns="91425" spcFirstLastPara="1" rIns="91425" wrap="square" tIns="91425">
            <a:noAutofit/>
          </a:bodyPr>
          <a:lstStyle>
            <a:lvl1pPr lvl="0" rtl="0" algn="r">
              <a:spcBef>
                <a:spcPts val="0"/>
              </a:spcBef>
              <a:spcAft>
                <a:spcPts val="0"/>
              </a:spcAft>
              <a:buSzPts val="2000"/>
              <a:buNone/>
              <a:defRPr sz="2000">
                <a:solidFill>
                  <a:schemeClr val="accent5"/>
                </a:solidFill>
              </a:defRPr>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150" name="Google Shape;150;p16"/>
          <p:cNvSpPr txBox="1"/>
          <p:nvPr>
            <p:ph idx="1" type="subTitle"/>
          </p:nvPr>
        </p:nvSpPr>
        <p:spPr>
          <a:xfrm>
            <a:off x="713225" y="945625"/>
            <a:ext cx="4371300" cy="2741700"/>
          </a:xfrm>
          <a:prstGeom prst="rect">
            <a:avLst/>
          </a:prstGeom>
        </p:spPr>
        <p:txBody>
          <a:bodyPr anchorCtr="0" anchor="b" bIns="91425" lIns="91425" spcFirstLastPara="1" rIns="91425" wrap="square" tIns="91425">
            <a:noAutofit/>
          </a:bodyPr>
          <a:lstStyle>
            <a:lvl1pPr lvl="0" rtl="0" algn="r">
              <a:lnSpc>
                <a:spcPct val="115000"/>
              </a:lnSpc>
              <a:spcBef>
                <a:spcPts val="0"/>
              </a:spcBef>
              <a:spcAft>
                <a:spcPts val="0"/>
              </a:spcAft>
              <a:buSzPts val="3000"/>
              <a:buNone/>
              <a:defRPr sz="3000"/>
            </a:lvl1pPr>
            <a:lvl2pPr lvl="1" rtl="0" algn="ctr">
              <a:lnSpc>
                <a:spcPct val="115000"/>
              </a:lnSpc>
              <a:spcBef>
                <a:spcPts val="0"/>
              </a:spcBef>
              <a:spcAft>
                <a:spcPts val="0"/>
              </a:spcAft>
              <a:buSzPts val="3000"/>
              <a:buNone/>
              <a:defRPr sz="3000"/>
            </a:lvl2pPr>
            <a:lvl3pPr lvl="2" rtl="0" algn="ctr">
              <a:lnSpc>
                <a:spcPct val="115000"/>
              </a:lnSpc>
              <a:spcBef>
                <a:spcPts val="0"/>
              </a:spcBef>
              <a:spcAft>
                <a:spcPts val="0"/>
              </a:spcAft>
              <a:buSzPts val="3000"/>
              <a:buNone/>
              <a:defRPr sz="3000"/>
            </a:lvl3pPr>
            <a:lvl4pPr lvl="3" rtl="0" algn="ctr">
              <a:lnSpc>
                <a:spcPct val="115000"/>
              </a:lnSpc>
              <a:spcBef>
                <a:spcPts val="0"/>
              </a:spcBef>
              <a:spcAft>
                <a:spcPts val="0"/>
              </a:spcAft>
              <a:buSzPts val="3000"/>
              <a:buNone/>
              <a:defRPr sz="3000"/>
            </a:lvl4pPr>
            <a:lvl5pPr lvl="4" rtl="0" algn="ctr">
              <a:lnSpc>
                <a:spcPct val="115000"/>
              </a:lnSpc>
              <a:spcBef>
                <a:spcPts val="0"/>
              </a:spcBef>
              <a:spcAft>
                <a:spcPts val="0"/>
              </a:spcAft>
              <a:buSzPts val="3000"/>
              <a:buNone/>
              <a:defRPr sz="3000"/>
            </a:lvl5pPr>
            <a:lvl6pPr lvl="5" rtl="0" algn="ctr">
              <a:lnSpc>
                <a:spcPct val="115000"/>
              </a:lnSpc>
              <a:spcBef>
                <a:spcPts val="0"/>
              </a:spcBef>
              <a:spcAft>
                <a:spcPts val="0"/>
              </a:spcAft>
              <a:buSzPts val="3000"/>
              <a:buNone/>
              <a:defRPr sz="3000"/>
            </a:lvl6pPr>
            <a:lvl7pPr lvl="6" rtl="0" algn="ctr">
              <a:lnSpc>
                <a:spcPct val="115000"/>
              </a:lnSpc>
              <a:spcBef>
                <a:spcPts val="0"/>
              </a:spcBef>
              <a:spcAft>
                <a:spcPts val="0"/>
              </a:spcAft>
              <a:buSzPts val="3000"/>
              <a:buNone/>
              <a:defRPr sz="3000"/>
            </a:lvl7pPr>
            <a:lvl8pPr lvl="7" rtl="0" algn="ctr">
              <a:lnSpc>
                <a:spcPct val="115000"/>
              </a:lnSpc>
              <a:spcBef>
                <a:spcPts val="0"/>
              </a:spcBef>
              <a:spcAft>
                <a:spcPts val="0"/>
              </a:spcAft>
              <a:buSzPts val="3000"/>
              <a:buNone/>
              <a:defRPr sz="3000"/>
            </a:lvl8pPr>
            <a:lvl9pPr lvl="8" rtl="0" algn="ctr">
              <a:lnSpc>
                <a:spcPct val="115000"/>
              </a:lnSpc>
              <a:spcBef>
                <a:spcPts val="0"/>
              </a:spcBef>
              <a:spcAft>
                <a:spcPts val="0"/>
              </a:spcAft>
              <a:buSzPts val="3000"/>
              <a:buNone/>
              <a:defRPr sz="3000"/>
            </a:lvl9pPr>
          </a:lstStyle>
          <a:p/>
        </p:txBody>
      </p:sp>
      <p:grpSp>
        <p:nvGrpSpPr>
          <p:cNvPr id="151" name="Google Shape;151;p16"/>
          <p:cNvGrpSpPr/>
          <p:nvPr/>
        </p:nvGrpSpPr>
        <p:grpSpPr>
          <a:xfrm>
            <a:off x="259568" y="1973966"/>
            <a:ext cx="6622142" cy="3013471"/>
            <a:chOff x="7553711" y="-2334286"/>
            <a:chExt cx="7534579" cy="3428684"/>
          </a:xfrm>
        </p:grpSpPr>
        <p:sp>
          <p:nvSpPr>
            <p:cNvPr id="152" name="Google Shape;152;p16"/>
            <p:cNvSpPr/>
            <p:nvPr/>
          </p:nvSpPr>
          <p:spPr>
            <a:xfrm>
              <a:off x="7728940" y="-1977361"/>
              <a:ext cx="280396" cy="280396"/>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6"/>
            <p:cNvSpPr/>
            <p:nvPr/>
          </p:nvSpPr>
          <p:spPr>
            <a:xfrm>
              <a:off x="14882235" y="888343"/>
              <a:ext cx="206055" cy="206055"/>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6"/>
            <p:cNvSpPr/>
            <p:nvPr/>
          </p:nvSpPr>
          <p:spPr>
            <a:xfrm>
              <a:off x="7553711" y="-2334286"/>
              <a:ext cx="151325" cy="151325"/>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5" name="Google Shape;155;p16"/>
          <p:cNvGrpSpPr/>
          <p:nvPr/>
        </p:nvGrpSpPr>
        <p:grpSpPr>
          <a:xfrm>
            <a:off x="458900" y="-674125"/>
            <a:ext cx="10001150" cy="5624875"/>
            <a:chOff x="458900" y="-674125"/>
            <a:chExt cx="10001150" cy="5624875"/>
          </a:xfrm>
        </p:grpSpPr>
        <p:cxnSp>
          <p:nvCxnSpPr>
            <p:cNvPr id="156" name="Google Shape;156;p16"/>
            <p:cNvCxnSpPr/>
            <p:nvPr/>
          </p:nvCxnSpPr>
          <p:spPr>
            <a:xfrm rot="5400000">
              <a:off x="-510550" y="295325"/>
              <a:ext cx="2648100" cy="709200"/>
            </a:xfrm>
            <a:prstGeom prst="bentConnector3">
              <a:avLst>
                <a:gd fmla="val 40711" name="adj1"/>
              </a:avLst>
            </a:prstGeom>
            <a:noFill/>
            <a:ln cap="flat" cmpd="sng" w="19050">
              <a:solidFill>
                <a:schemeClr val="lt2"/>
              </a:solidFill>
              <a:prstDash val="solid"/>
              <a:round/>
              <a:headEnd len="med" w="med" type="none"/>
              <a:tailEnd len="med" w="med" type="oval"/>
            </a:ln>
          </p:spPr>
        </p:cxnSp>
        <p:cxnSp>
          <p:nvCxnSpPr>
            <p:cNvPr id="157" name="Google Shape;157;p16"/>
            <p:cNvCxnSpPr/>
            <p:nvPr/>
          </p:nvCxnSpPr>
          <p:spPr>
            <a:xfrm rot="5400000">
              <a:off x="-358150" y="447725"/>
              <a:ext cx="2648100" cy="709200"/>
            </a:xfrm>
            <a:prstGeom prst="bentConnector3">
              <a:avLst>
                <a:gd fmla="val 40711" name="adj1"/>
              </a:avLst>
            </a:prstGeom>
            <a:noFill/>
            <a:ln cap="flat" cmpd="sng" w="19050">
              <a:solidFill>
                <a:schemeClr val="lt2"/>
              </a:solidFill>
              <a:prstDash val="solid"/>
              <a:round/>
              <a:headEnd len="med" w="med" type="none"/>
              <a:tailEnd len="med" w="med" type="oval"/>
            </a:ln>
          </p:spPr>
        </p:cxnSp>
        <p:cxnSp>
          <p:nvCxnSpPr>
            <p:cNvPr id="158" name="Google Shape;158;p16"/>
            <p:cNvCxnSpPr/>
            <p:nvPr/>
          </p:nvCxnSpPr>
          <p:spPr>
            <a:xfrm flipH="1">
              <a:off x="6956600" y="3734250"/>
              <a:ext cx="3431400" cy="987000"/>
            </a:xfrm>
            <a:prstGeom prst="bentConnector3">
              <a:avLst>
                <a:gd fmla="val 45484" name="adj1"/>
              </a:avLst>
            </a:prstGeom>
            <a:noFill/>
            <a:ln cap="flat" cmpd="sng" w="19050">
              <a:solidFill>
                <a:schemeClr val="lt2"/>
              </a:solidFill>
              <a:prstDash val="solid"/>
              <a:round/>
              <a:headEnd len="med" w="med" type="none"/>
              <a:tailEnd len="med" w="med" type="oval"/>
            </a:ln>
          </p:spPr>
        </p:cxnSp>
        <p:cxnSp>
          <p:nvCxnSpPr>
            <p:cNvPr id="159" name="Google Shape;159;p16"/>
            <p:cNvCxnSpPr/>
            <p:nvPr/>
          </p:nvCxnSpPr>
          <p:spPr>
            <a:xfrm flipH="1">
              <a:off x="7656850" y="3932550"/>
              <a:ext cx="2803200" cy="1018200"/>
            </a:xfrm>
            <a:prstGeom prst="bentConnector3">
              <a:avLst>
                <a:gd fmla="val 50000" name="adj1"/>
              </a:avLst>
            </a:prstGeom>
            <a:noFill/>
            <a:ln cap="flat" cmpd="sng" w="19050">
              <a:solidFill>
                <a:schemeClr val="lt2"/>
              </a:solidFill>
              <a:prstDash val="solid"/>
              <a:round/>
              <a:headEnd len="med" w="med" type="none"/>
              <a:tailEnd len="med" w="med" type="oval"/>
            </a:ln>
          </p:spPr>
        </p:cxn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ONE_COLUMN_TEXT_1">
    <p:spTree>
      <p:nvGrpSpPr>
        <p:cNvPr id="160" name="Shape 160"/>
        <p:cNvGrpSpPr/>
        <p:nvPr/>
      </p:nvGrpSpPr>
      <p:grpSpPr>
        <a:xfrm>
          <a:off x="0" y="0"/>
          <a:ext cx="0" cy="0"/>
          <a:chOff x="0" y="0"/>
          <a:chExt cx="0" cy="0"/>
        </a:xfrm>
      </p:grpSpPr>
      <p:sp>
        <p:nvSpPr>
          <p:cNvPr id="161" name="Google Shape;161;p1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162" name="Google Shape;162;p17"/>
          <p:cNvSpPr txBox="1"/>
          <p:nvPr>
            <p:ph idx="1" type="subTitle"/>
          </p:nvPr>
        </p:nvSpPr>
        <p:spPr>
          <a:xfrm>
            <a:off x="4827974" y="1602925"/>
            <a:ext cx="3318600" cy="19215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sp>
        <p:nvSpPr>
          <p:cNvPr id="163" name="Google Shape;163;p17"/>
          <p:cNvSpPr txBox="1"/>
          <p:nvPr>
            <p:ph idx="2" type="subTitle"/>
          </p:nvPr>
        </p:nvSpPr>
        <p:spPr>
          <a:xfrm>
            <a:off x="997425" y="1602925"/>
            <a:ext cx="3318600" cy="19215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a:lvl1pPr>
            <a:lvl2pPr lvl="1" rtl="0" algn="ctr">
              <a:lnSpc>
                <a:spcPct val="115000"/>
              </a:lnSpc>
              <a:spcBef>
                <a:spcPts val="0"/>
              </a:spcBef>
              <a:spcAft>
                <a:spcPts val="0"/>
              </a:spcAft>
              <a:buSzPts val="1400"/>
              <a:buNone/>
              <a:defRPr/>
            </a:lvl2pPr>
            <a:lvl3pPr lvl="2" rtl="0" algn="ctr">
              <a:lnSpc>
                <a:spcPct val="115000"/>
              </a:lnSpc>
              <a:spcBef>
                <a:spcPts val="0"/>
              </a:spcBef>
              <a:spcAft>
                <a:spcPts val="0"/>
              </a:spcAft>
              <a:buSzPts val="1400"/>
              <a:buNone/>
              <a:defRPr/>
            </a:lvl3pPr>
            <a:lvl4pPr lvl="3" rtl="0" algn="ctr">
              <a:lnSpc>
                <a:spcPct val="115000"/>
              </a:lnSpc>
              <a:spcBef>
                <a:spcPts val="0"/>
              </a:spcBef>
              <a:spcAft>
                <a:spcPts val="0"/>
              </a:spcAft>
              <a:buSzPts val="1400"/>
              <a:buNone/>
              <a:defRPr/>
            </a:lvl4pPr>
            <a:lvl5pPr lvl="4" rtl="0" algn="ctr">
              <a:lnSpc>
                <a:spcPct val="115000"/>
              </a:lnSpc>
              <a:spcBef>
                <a:spcPts val="0"/>
              </a:spcBef>
              <a:spcAft>
                <a:spcPts val="0"/>
              </a:spcAft>
              <a:buSzPts val="1400"/>
              <a:buNone/>
              <a:defRPr/>
            </a:lvl5pPr>
            <a:lvl6pPr lvl="5" rtl="0" algn="ctr">
              <a:lnSpc>
                <a:spcPct val="115000"/>
              </a:lnSpc>
              <a:spcBef>
                <a:spcPts val="0"/>
              </a:spcBef>
              <a:spcAft>
                <a:spcPts val="0"/>
              </a:spcAft>
              <a:buSzPts val="1400"/>
              <a:buNone/>
              <a:defRPr/>
            </a:lvl6pPr>
            <a:lvl7pPr lvl="6" rtl="0" algn="ctr">
              <a:lnSpc>
                <a:spcPct val="115000"/>
              </a:lnSpc>
              <a:spcBef>
                <a:spcPts val="0"/>
              </a:spcBef>
              <a:spcAft>
                <a:spcPts val="0"/>
              </a:spcAft>
              <a:buSzPts val="1400"/>
              <a:buNone/>
              <a:defRPr/>
            </a:lvl7pPr>
            <a:lvl8pPr lvl="7" rtl="0" algn="ctr">
              <a:lnSpc>
                <a:spcPct val="115000"/>
              </a:lnSpc>
              <a:spcBef>
                <a:spcPts val="0"/>
              </a:spcBef>
              <a:spcAft>
                <a:spcPts val="0"/>
              </a:spcAft>
              <a:buSzPts val="1400"/>
              <a:buNone/>
              <a:defRPr/>
            </a:lvl8pPr>
            <a:lvl9pPr lvl="8" rtl="0" algn="ctr">
              <a:lnSpc>
                <a:spcPct val="115000"/>
              </a:lnSpc>
              <a:spcBef>
                <a:spcPts val="0"/>
              </a:spcBef>
              <a:spcAft>
                <a:spcPts val="0"/>
              </a:spcAft>
              <a:buSzPts val="1400"/>
              <a:buNone/>
              <a:defRPr/>
            </a:lvl9pPr>
          </a:lstStyle>
          <a:p/>
        </p:txBody>
      </p:sp>
      <p:grpSp>
        <p:nvGrpSpPr>
          <p:cNvPr id="164" name="Google Shape;164;p17"/>
          <p:cNvGrpSpPr/>
          <p:nvPr/>
        </p:nvGrpSpPr>
        <p:grpSpPr>
          <a:xfrm>
            <a:off x="-320650" y="-762725"/>
            <a:ext cx="9327075" cy="7125850"/>
            <a:chOff x="-320650" y="-762725"/>
            <a:chExt cx="9327075" cy="7125850"/>
          </a:xfrm>
        </p:grpSpPr>
        <p:cxnSp>
          <p:nvCxnSpPr>
            <p:cNvPr id="165" name="Google Shape;165;p17"/>
            <p:cNvCxnSpPr/>
            <p:nvPr/>
          </p:nvCxnSpPr>
          <p:spPr>
            <a:xfrm flipH="1" rot="-5400000">
              <a:off x="6857075" y="1775500"/>
              <a:ext cx="4097100" cy="187800"/>
            </a:xfrm>
            <a:prstGeom prst="bentConnector3">
              <a:avLst>
                <a:gd fmla="val 50000" name="adj1"/>
              </a:avLst>
            </a:prstGeom>
            <a:noFill/>
            <a:ln cap="flat" cmpd="sng" w="19050">
              <a:solidFill>
                <a:schemeClr val="lt2"/>
              </a:solidFill>
              <a:prstDash val="solid"/>
              <a:round/>
              <a:headEnd len="med" w="med" type="none"/>
              <a:tailEnd len="med" w="med" type="oval"/>
            </a:ln>
          </p:spPr>
        </p:cxnSp>
        <p:cxnSp>
          <p:nvCxnSpPr>
            <p:cNvPr id="166" name="Google Shape;166;p17"/>
            <p:cNvCxnSpPr/>
            <p:nvPr/>
          </p:nvCxnSpPr>
          <p:spPr>
            <a:xfrm flipH="1" rot="10800000">
              <a:off x="667900" y="4271400"/>
              <a:ext cx="2765700" cy="963900"/>
            </a:xfrm>
            <a:prstGeom prst="bentConnector3">
              <a:avLst>
                <a:gd fmla="val 50000" name="adj1"/>
              </a:avLst>
            </a:prstGeom>
            <a:noFill/>
            <a:ln cap="flat" cmpd="sng" w="19050">
              <a:solidFill>
                <a:schemeClr val="lt2"/>
              </a:solidFill>
              <a:prstDash val="solid"/>
              <a:round/>
              <a:headEnd len="med" w="med" type="none"/>
              <a:tailEnd len="med" w="med" type="oval"/>
            </a:ln>
          </p:spPr>
        </p:cxnSp>
        <p:cxnSp>
          <p:nvCxnSpPr>
            <p:cNvPr id="167" name="Google Shape;167;p17"/>
            <p:cNvCxnSpPr/>
            <p:nvPr/>
          </p:nvCxnSpPr>
          <p:spPr>
            <a:xfrm flipH="1" rot="5400000">
              <a:off x="7318025" y="3907700"/>
              <a:ext cx="3045000" cy="331800"/>
            </a:xfrm>
            <a:prstGeom prst="bentConnector3">
              <a:avLst>
                <a:gd fmla="val 50000" name="adj1"/>
              </a:avLst>
            </a:prstGeom>
            <a:noFill/>
            <a:ln cap="flat" cmpd="sng" w="19050">
              <a:solidFill>
                <a:schemeClr val="lt2"/>
              </a:solidFill>
              <a:prstDash val="solid"/>
              <a:round/>
              <a:headEnd len="med" w="med" type="none"/>
              <a:tailEnd len="med" w="med" type="oval"/>
            </a:ln>
          </p:spPr>
        </p:cxnSp>
        <p:cxnSp>
          <p:nvCxnSpPr>
            <p:cNvPr id="168" name="Google Shape;168;p17"/>
            <p:cNvCxnSpPr/>
            <p:nvPr/>
          </p:nvCxnSpPr>
          <p:spPr>
            <a:xfrm flipH="1" rot="5400000">
              <a:off x="7083950" y="4541675"/>
              <a:ext cx="3325500" cy="317400"/>
            </a:xfrm>
            <a:prstGeom prst="bentConnector3">
              <a:avLst>
                <a:gd fmla="val 64575" name="adj1"/>
              </a:avLst>
            </a:prstGeom>
            <a:noFill/>
            <a:ln cap="flat" cmpd="sng" w="19050">
              <a:solidFill>
                <a:schemeClr val="lt2"/>
              </a:solidFill>
              <a:prstDash val="solid"/>
              <a:round/>
              <a:headEnd len="med" w="med" type="none"/>
              <a:tailEnd len="med" w="med" type="oval"/>
            </a:ln>
          </p:spPr>
        </p:cxnSp>
        <p:cxnSp>
          <p:nvCxnSpPr>
            <p:cNvPr id="169" name="Google Shape;169;p17"/>
            <p:cNvCxnSpPr/>
            <p:nvPr/>
          </p:nvCxnSpPr>
          <p:spPr>
            <a:xfrm flipH="1" rot="10800000">
              <a:off x="-320650" y="4087825"/>
              <a:ext cx="5808300" cy="878700"/>
            </a:xfrm>
            <a:prstGeom prst="bentConnector3">
              <a:avLst>
                <a:gd fmla="val 50000" name="adj1"/>
              </a:avLst>
            </a:prstGeom>
            <a:noFill/>
            <a:ln cap="flat" cmpd="sng" w="19050">
              <a:solidFill>
                <a:schemeClr val="lt2"/>
              </a:solidFill>
              <a:prstDash val="solid"/>
              <a:round/>
              <a:headEnd len="med" w="med" type="none"/>
              <a:tailEnd len="med" w="med" type="oval"/>
            </a:ln>
          </p:spPr>
        </p:cxnSp>
        <p:cxnSp>
          <p:nvCxnSpPr>
            <p:cNvPr id="170" name="Google Shape;170;p17"/>
            <p:cNvCxnSpPr/>
            <p:nvPr/>
          </p:nvCxnSpPr>
          <p:spPr>
            <a:xfrm rot="5400000">
              <a:off x="-237850" y="2225"/>
              <a:ext cx="2082300" cy="729600"/>
            </a:xfrm>
            <a:prstGeom prst="bentConnector3">
              <a:avLst>
                <a:gd fmla="val 43507" name="adj1"/>
              </a:avLst>
            </a:prstGeom>
            <a:noFill/>
            <a:ln cap="flat" cmpd="sng" w="19050">
              <a:solidFill>
                <a:schemeClr val="lt2"/>
              </a:solidFill>
              <a:prstDash val="solid"/>
              <a:round/>
              <a:headEnd len="med" w="med" type="none"/>
              <a:tailEnd len="med" w="med" type="oval"/>
            </a:ln>
          </p:spPr>
        </p:cxnSp>
        <p:cxnSp>
          <p:nvCxnSpPr>
            <p:cNvPr id="171" name="Google Shape;171;p17"/>
            <p:cNvCxnSpPr/>
            <p:nvPr/>
          </p:nvCxnSpPr>
          <p:spPr>
            <a:xfrm rot="5400000">
              <a:off x="-317750" y="-132725"/>
              <a:ext cx="1866600" cy="606600"/>
            </a:xfrm>
            <a:prstGeom prst="bentConnector3">
              <a:avLst>
                <a:gd fmla="val 50000" name="adj1"/>
              </a:avLst>
            </a:prstGeom>
            <a:noFill/>
            <a:ln cap="flat" cmpd="sng" w="19050">
              <a:solidFill>
                <a:schemeClr val="lt2"/>
              </a:solidFill>
              <a:prstDash val="solid"/>
              <a:round/>
              <a:headEnd len="med" w="med" type="none"/>
              <a:tailEnd len="med" w="med" type="oval"/>
            </a:ln>
          </p:spPr>
        </p:cxnSp>
      </p:grpSp>
      <p:grpSp>
        <p:nvGrpSpPr>
          <p:cNvPr id="172" name="Google Shape;172;p17"/>
          <p:cNvGrpSpPr/>
          <p:nvPr/>
        </p:nvGrpSpPr>
        <p:grpSpPr>
          <a:xfrm>
            <a:off x="179243" y="1771891"/>
            <a:ext cx="400449" cy="2933146"/>
            <a:chOff x="7553711" y="-2334286"/>
            <a:chExt cx="455625" cy="3337292"/>
          </a:xfrm>
        </p:grpSpPr>
        <p:sp>
          <p:nvSpPr>
            <p:cNvPr id="173" name="Google Shape;173;p17"/>
            <p:cNvSpPr/>
            <p:nvPr/>
          </p:nvSpPr>
          <p:spPr>
            <a:xfrm>
              <a:off x="7728940" y="-1977361"/>
              <a:ext cx="280396" cy="280396"/>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7"/>
            <p:cNvSpPr/>
            <p:nvPr/>
          </p:nvSpPr>
          <p:spPr>
            <a:xfrm>
              <a:off x="7766124" y="796950"/>
              <a:ext cx="206055" cy="206055"/>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7"/>
            <p:cNvSpPr/>
            <p:nvPr/>
          </p:nvSpPr>
          <p:spPr>
            <a:xfrm>
              <a:off x="7553711" y="-2334286"/>
              <a:ext cx="151325" cy="151325"/>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176" name="Shape 176"/>
        <p:cNvGrpSpPr/>
        <p:nvPr/>
      </p:nvGrpSpPr>
      <p:grpSpPr>
        <a:xfrm>
          <a:off x="0" y="0"/>
          <a:ext cx="0" cy="0"/>
          <a:chOff x="0" y="0"/>
          <a:chExt cx="0" cy="0"/>
        </a:xfrm>
      </p:grpSpPr>
      <p:sp>
        <p:nvSpPr>
          <p:cNvPr id="177" name="Google Shape;177;p18"/>
          <p:cNvSpPr txBox="1"/>
          <p:nvPr>
            <p:ph type="title"/>
          </p:nvPr>
        </p:nvSpPr>
        <p:spPr>
          <a:xfrm>
            <a:off x="720000" y="1784150"/>
            <a:ext cx="3597900" cy="6654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78" name="Google Shape;178;p18"/>
          <p:cNvSpPr txBox="1"/>
          <p:nvPr>
            <p:ph idx="1" type="subTitle"/>
          </p:nvPr>
        </p:nvSpPr>
        <p:spPr>
          <a:xfrm>
            <a:off x="720000" y="2449450"/>
            <a:ext cx="3597900" cy="9099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179" name="Google Shape;179;p18"/>
          <p:cNvGrpSpPr/>
          <p:nvPr/>
        </p:nvGrpSpPr>
        <p:grpSpPr>
          <a:xfrm>
            <a:off x="-313975" y="-235500"/>
            <a:ext cx="8764375" cy="5229850"/>
            <a:chOff x="-313975" y="-235500"/>
            <a:chExt cx="8764375" cy="5229850"/>
          </a:xfrm>
        </p:grpSpPr>
        <p:cxnSp>
          <p:nvCxnSpPr>
            <p:cNvPr id="180" name="Google Shape;180;p18"/>
            <p:cNvCxnSpPr/>
            <p:nvPr/>
          </p:nvCxnSpPr>
          <p:spPr>
            <a:xfrm>
              <a:off x="-122100" y="-123950"/>
              <a:ext cx="8572500" cy="5118300"/>
            </a:xfrm>
            <a:prstGeom prst="bentConnector3">
              <a:avLst>
                <a:gd fmla="val 5355" name="adj1"/>
              </a:avLst>
            </a:prstGeom>
            <a:noFill/>
            <a:ln cap="flat" cmpd="sng" w="19050">
              <a:solidFill>
                <a:schemeClr val="lt2"/>
              </a:solidFill>
              <a:prstDash val="solid"/>
              <a:round/>
              <a:headEnd len="med" w="med" type="none"/>
              <a:tailEnd len="med" w="med" type="oval"/>
            </a:ln>
          </p:spPr>
        </p:cxnSp>
        <p:cxnSp>
          <p:nvCxnSpPr>
            <p:cNvPr id="181" name="Google Shape;181;p18"/>
            <p:cNvCxnSpPr/>
            <p:nvPr/>
          </p:nvCxnSpPr>
          <p:spPr>
            <a:xfrm>
              <a:off x="-313975" y="-235500"/>
              <a:ext cx="8572500" cy="5118300"/>
            </a:xfrm>
            <a:prstGeom prst="bentConnector3">
              <a:avLst>
                <a:gd fmla="val 5355" name="adj1"/>
              </a:avLst>
            </a:prstGeom>
            <a:noFill/>
            <a:ln cap="flat" cmpd="sng" w="19050">
              <a:solidFill>
                <a:schemeClr val="lt2"/>
              </a:solidFill>
              <a:prstDash val="solid"/>
              <a:round/>
              <a:headEnd len="med" w="med" type="none"/>
              <a:tailEnd len="med" w="med" type="oval"/>
            </a:ln>
          </p:spPr>
        </p:cxnSp>
      </p:grpSp>
      <p:grpSp>
        <p:nvGrpSpPr>
          <p:cNvPr id="182" name="Google Shape;182;p18"/>
          <p:cNvGrpSpPr/>
          <p:nvPr/>
        </p:nvGrpSpPr>
        <p:grpSpPr>
          <a:xfrm>
            <a:off x="8576588" y="4496315"/>
            <a:ext cx="422946" cy="368845"/>
            <a:chOff x="8576588" y="4496315"/>
            <a:chExt cx="422946" cy="368845"/>
          </a:xfrm>
        </p:grpSpPr>
        <p:sp>
          <p:nvSpPr>
            <p:cNvPr id="183" name="Google Shape;183;p18"/>
            <p:cNvSpPr/>
            <p:nvPr/>
          </p:nvSpPr>
          <p:spPr>
            <a:xfrm rot="-5400000">
              <a:off x="8576580" y="4720848"/>
              <a:ext cx="144320" cy="144304"/>
            </a:xfrm>
            <a:custGeom>
              <a:rect b="b" l="l" r="r" t="t"/>
              <a:pathLst>
                <a:path extrusionOk="0" h="3298" w="3298">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8"/>
            <p:cNvSpPr/>
            <p:nvPr/>
          </p:nvSpPr>
          <p:spPr>
            <a:xfrm rot="-5400000">
              <a:off x="8775019" y="4496328"/>
              <a:ext cx="224528" cy="224503"/>
            </a:xfrm>
            <a:custGeom>
              <a:rect b="b" l="l" r="r" t="t"/>
              <a:pathLst>
                <a:path extrusionOk="0" h="3298" w="3298">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185" name="Shape 185"/>
        <p:cNvGrpSpPr/>
        <p:nvPr/>
      </p:nvGrpSpPr>
      <p:grpSpPr>
        <a:xfrm>
          <a:off x="0" y="0"/>
          <a:ext cx="0" cy="0"/>
          <a:chOff x="0" y="0"/>
          <a:chExt cx="0" cy="0"/>
        </a:xfrm>
      </p:grpSpPr>
      <p:sp>
        <p:nvSpPr>
          <p:cNvPr id="186" name="Google Shape;186;p1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87" name="Google Shape;187;p19"/>
          <p:cNvSpPr txBox="1"/>
          <p:nvPr>
            <p:ph idx="1" type="subTitle"/>
          </p:nvPr>
        </p:nvSpPr>
        <p:spPr>
          <a:xfrm>
            <a:off x="720000" y="1268825"/>
            <a:ext cx="7704000" cy="803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188" name="Google Shape;188;p19"/>
          <p:cNvGrpSpPr/>
          <p:nvPr/>
        </p:nvGrpSpPr>
        <p:grpSpPr>
          <a:xfrm>
            <a:off x="8217450" y="-781975"/>
            <a:ext cx="1124700" cy="6431700"/>
            <a:chOff x="8217450" y="-781975"/>
            <a:chExt cx="1124700" cy="6431700"/>
          </a:xfrm>
        </p:grpSpPr>
        <p:cxnSp>
          <p:nvCxnSpPr>
            <p:cNvPr id="189" name="Google Shape;189;p19"/>
            <p:cNvCxnSpPr/>
            <p:nvPr/>
          </p:nvCxnSpPr>
          <p:spPr>
            <a:xfrm rot="5400000">
              <a:off x="7864150" y="-105625"/>
              <a:ext cx="2082300" cy="729600"/>
            </a:xfrm>
            <a:prstGeom prst="bentConnector3">
              <a:avLst>
                <a:gd fmla="val 43507" name="adj1"/>
              </a:avLst>
            </a:prstGeom>
            <a:noFill/>
            <a:ln cap="flat" cmpd="sng" w="19050">
              <a:solidFill>
                <a:schemeClr val="lt2"/>
              </a:solidFill>
              <a:prstDash val="solid"/>
              <a:round/>
              <a:headEnd len="med" w="med" type="none"/>
              <a:tailEnd len="med" w="med" type="oval"/>
            </a:ln>
          </p:spPr>
        </p:cxnSp>
        <p:cxnSp>
          <p:nvCxnSpPr>
            <p:cNvPr id="190" name="Google Shape;190;p19"/>
            <p:cNvCxnSpPr/>
            <p:nvPr/>
          </p:nvCxnSpPr>
          <p:spPr>
            <a:xfrm rot="5400000">
              <a:off x="8105550" y="-44125"/>
              <a:ext cx="1866600" cy="606600"/>
            </a:xfrm>
            <a:prstGeom prst="bentConnector3">
              <a:avLst>
                <a:gd fmla="val 50000" name="adj1"/>
              </a:avLst>
            </a:prstGeom>
            <a:noFill/>
            <a:ln cap="flat" cmpd="sng" w="19050">
              <a:solidFill>
                <a:schemeClr val="lt2"/>
              </a:solidFill>
              <a:prstDash val="solid"/>
              <a:round/>
              <a:headEnd len="med" w="med" type="none"/>
              <a:tailEnd len="med" w="med" type="oval"/>
            </a:ln>
          </p:spPr>
        </p:cxnSp>
        <p:cxnSp>
          <p:nvCxnSpPr>
            <p:cNvPr id="191" name="Google Shape;191;p19"/>
            <p:cNvCxnSpPr/>
            <p:nvPr/>
          </p:nvCxnSpPr>
          <p:spPr>
            <a:xfrm rot="-5400000">
              <a:off x="7613150" y="4243775"/>
              <a:ext cx="2082300" cy="729600"/>
            </a:xfrm>
            <a:prstGeom prst="bentConnector3">
              <a:avLst>
                <a:gd fmla="val 43507" name="adj1"/>
              </a:avLst>
            </a:prstGeom>
            <a:noFill/>
            <a:ln cap="flat" cmpd="sng" w="19050">
              <a:solidFill>
                <a:schemeClr val="lt2"/>
              </a:solidFill>
              <a:prstDash val="solid"/>
              <a:round/>
              <a:headEnd len="med" w="med" type="none"/>
              <a:tailEnd len="med" w="med" type="oval"/>
            </a:ln>
          </p:spPr>
        </p:cxnSp>
        <p:cxnSp>
          <p:nvCxnSpPr>
            <p:cNvPr id="192" name="Google Shape;192;p19"/>
            <p:cNvCxnSpPr/>
            <p:nvPr/>
          </p:nvCxnSpPr>
          <p:spPr>
            <a:xfrm rot="-5400000">
              <a:off x="7587450" y="4305275"/>
              <a:ext cx="1866600" cy="606600"/>
            </a:xfrm>
            <a:prstGeom prst="bentConnector3">
              <a:avLst>
                <a:gd fmla="val 50000" name="adj1"/>
              </a:avLst>
            </a:prstGeom>
            <a:noFill/>
            <a:ln cap="flat" cmpd="sng" w="19050">
              <a:solidFill>
                <a:schemeClr val="lt2"/>
              </a:solidFill>
              <a:prstDash val="solid"/>
              <a:round/>
              <a:headEnd len="med" w="med" type="none"/>
              <a:tailEnd len="med" w="med" type="oval"/>
            </a:ln>
          </p:spPr>
        </p:cxnSp>
      </p:grpSp>
      <p:grpSp>
        <p:nvGrpSpPr>
          <p:cNvPr id="193" name="Google Shape;193;p19"/>
          <p:cNvGrpSpPr/>
          <p:nvPr/>
        </p:nvGrpSpPr>
        <p:grpSpPr>
          <a:xfrm>
            <a:off x="8618643" y="1192466"/>
            <a:ext cx="400449" cy="2933146"/>
            <a:chOff x="7553711" y="-2334286"/>
            <a:chExt cx="455625" cy="3337292"/>
          </a:xfrm>
        </p:grpSpPr>
        <p:sp>
          <p:nvSpPr>
            <p:cNvPr id="194" name="Google Shape;194;p19"/>
            <p:cNvSpPr/>
            <p:nvPr/>
          </p:nvSpPr>
          <p:spPr>
            <a:xfrm>
              <a:off x="7728940" y="-1977361"/>
              <a:ext cx="280396" cy="280396"/>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19"/>
            <p:cNvSpPr/>
            <p:nvPr/>
          </p:nvSpPr>
          <p:spPr>
            <a:xfrm>
              <a:off x="7766124" y="796950"/>
              <a:ext cx="206055" cy="206055"/>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9"/>
            <p:cNvSpPr/>
            <p:nvPr/>
          </p:nvSpPr>
          <p:spPr>
            <a:xfrm>
              <a:off x="7553711" y="-2334286"/>
              <a:ext cx="151325" cy="151325"/>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197" name="Shape 197"/>
        <p:cNvGrpSpPr/>
        <p:nvPr/>
      </p:nvGrpSpPr>
      <p:grpSpPr>
        <a:xfrm>
          <a:off x="0" y="0"/>
          <a:ext cx="0" cy="0"/>
          <a:chOff x="0" y="0"/>
          <a:chExt cx="0" cy="0"/>
        </a:xfrm>
      </p:grpSpPr>
      <p:sp>
        <p:nvSpPr>
          <p:cNvPr id="198" name="Google Shape;198;p2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99" name="Google Shape;199;p20"/>
          <p:cNvSpPr txBox="1"/>
          <p:nvPr>
            <p:ph idx="1" type="subTitle"/>
          </p:nvPr>
        </p:nvSpPr>
        <p:spPr>
          <a:xfrm>
            <a:off x="2185575" y="2009825"/>
            <a:ext cx="5249100" cy="6066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2800"/>
              <a:buNone/>
              <a:defRPr sz="1400"/>
            </a:lvl1pPr>
            <a:lvl2pPr lvl="1" rtl="0">
              <a:lnSpc>
                <a:spcPct val="115000"/>
              </a:lnSpc>
              <a:spcBef>
                <a:spcPts val="0"/>
              </a:spcBef>
              <a:spcAft>
                <a:spcPts val="0"/>
              </a:spcAft>
              <a:buSzPts val="2800"/>
              <a:buNone/>
              <a:defRPr sz="2800"/>
            </a:lvl2pPr>
            <a:lvl3pPr lvl="2" rtl="0">
              <a:lnSpc>
                <a:spcPct val="115000"/>
              </a:lnSpc>
              <a:spcBef>
                <a:spcPts val="0"/>
              </a:spcBef>
              <a:spcAft>
                <a:spcPts val="0"/>
              </a:spcAft>
              <a:buSzPts val="2800"/>
              <a:buNone/>
              <a:defRPr sz="2800"/>
            </a:lvl3pPr>
            <a:lvl4pPr lvl="3" rtl="0">
              <a:lnSpc>
                <a:spcPct val="115000"/>
              </a:lnSpc>
              <a:spcBef>
                <a:spcPts val="0"/>
              </a:spcBef>
              <a:spcAft>
                <a:spcPts val="0"/>
              </a:spcAft>
              <a:buSzPts val="2800"/>
              <a:buNone/>
              <a:defRPr sz="2800"/>
            </a:lvl4pPr>
            <a:lvl5pPr lvl="4" rtl="0">
              <a:lnSpc>
                <a:spcPct val="115000"/>
              </a:lnSpc>
              <a:spcBef>
                <a:spcPts val="0"/>
              </a:spcBef>
              <a:spcAft>
                <a:spcPts val="0"/>
              </a:spcAft>
              <a:buSzPts val="2800"/>
              <a:buNone/>
              <a:defRPr sz="2800"/>
            </a:lvl5pPr>
            <a:lvl6pPr lvl="5" rtl="0">
              <a:lnSpc>
                <a:spcPct val="115000"/>
              </a:lnSpc>
              <a:spcBef>
                <a:spcPts val="0"/>
              </a:spcBef>
              <a:spcAft>
                <a:spcPts val="0"/>
              </a:spcAft>
              <a:buSzPts val="2800"/>
              <a:buNone/>
              <a:defRPr sz="2800"/>
            </a:lvl6pPr>
            <a:lvl7pPr lvl="6" rtl="0">
              <a:lnSpc>
                <a:spcPct val="115000"/>
              </a:lnSpc>
              <a:spcBef>
                <a:spcPts val="0"/>
              </a:spcBef>
              <a:spcAft>
                <a:spcPts val="0"/>
              </a:spcAft>
              <a:buSzPts val="2800"/>
              <a:buNone/>
              <a:defRPr sz="2800"/>
            </a:lvl7pPr>
            <a:lvl8pPr lvl="7" rtl="0">
              <a:lnSpc>
                <a:spcPct val="115000"/>
              </a:lnSpc>
              <a:spcBef>
                <a:spcPts val="0"/>
              </a:spcBef>
              <a:spcAft>
                <a:spcPts val="0"/>
              </a:spcAft>
              <a:buSzPts val="2800"/>
              <a:buNone/>
              <a:defRPr sz="2800"/>
            </a:lvl8pPr>
            <a:lvl9pPr lvl="8" rtl="0">
              <a:lnSpc>
                <a:spcPct val="115000"/>
              </a:lnSpc>
              <a:spcBef>
                <a:spcPts val="0"/>
              </a:spcBef>
              <a:spcAft>
                <a:spcPts val="0"/>
              </a:spcAft>
              <a:buSzPts val="2800"/>
              <a:buNone/>
              <a:defRPr sz="2800"/>
            </a:lvl9pPr>
          </a:lstStyle>
          <a:p/>
        </p:txBody>
      </p:sp>
      <p:sp>
        <p:nvSpPr>
          <p:cNvPr id="200" name="Google Shape;200;p20"/>
          <p:cNvSpPr txBox="1"/>
          <p:nvPr>
            <p:ph idx="2" type="subTitle"/>
          </p:nvPr>
        </p:nvSpPr>
        <p:spPr>
          <a:xfrm>
            <a:off x="2185575" y="3459225"/>
            <a:ext cx="5249100" cy="6426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2800"/>
              <a:buNone/>
              <a:defRPr sz="1400"/>
            </a:lvl1pPr>
            <a:lvl2pPr lvl="1" rtl="0">
              <a:lnSpc>
                <a:spcPct val="115000"/>
              </a:lnSpc>
              <a:spcBef>
                <a:spcPts val="0"/>
              </a:spcBef>
              <a:spcAft>
                <a:spcPts val="0"/>
              </a:spcAft>
              <a:buSzPts val="2800"/>
              <a:buNone/>
              <a:defRPr sz="2800"/>
            </a:lvl2pPr>
            <a:lvl3pPr lvl="2" rtl="0">
              <a:lnSpc>
                <a:spcPct val="115000"/>
              </a:lnSpc>
              <a:spcBef>
                <a:spcPts val="0"/>
              </a:spcBef>
              <a:spcAft>
                <a:spcPts val="0"/>
              </a:spcAft>
              <a:buSzPts val="2800"/>
              <a:buNone/>
              <a:defRPr sz="2800"/>
            </a:lvl3pPr>
            <a:lvl4pPr lvl="3" rtl="0">
              <a:lnSpc>
                <a:spcPct val="115000"/>
              </a:lnSpc>
              <a:spcBef>
                <a:spcPts val="0"/>
              </a:spcBef>
              <a:spcAft>
                <a:spcPts val="0"/>
              </a:spcAft>
              <a:buSzPts val="2800"/>
              <a:buNone/>
              <a:defRPr sz="2800"/>
            </a:lvl4pPr>
            <a:lvl5pPr lvl="4" rtl="0">
              <a:lnSpc>
                <a:spcPct val="115000"/>
              </a:lnSpc>
              <a:spcBef>
                <a:spcPts val="0"/>
              </a:spcBef>
              <a:spcAft>
                <a:spcPts val="0"/>
              </a:spcAft>
              <a:buSzPts val="2800"/>
              <a:buNone/>
              <a:defRPr sz="2800"/>
            </a:lvl5pPr>
            <a:lvl6pPr lvl="5" rtl="0">
              <a:lnSpc>
                <a:spcPct val="115000"/>
              </a:lnSpc>
              <a:spcBef>
                <a:spcPts val="0"/>
              </a:spcBef>
              <a:spcAft>
                <a:spcPts val="0"/>
              </a:spcAft>
              <a:buSzPts val="2800"/>
              <a:buNone/>
              <a:defRPr sz="2800"/>
            </a:lvl6pPr>
            <a:lvl7pPr lvl="6" rtl="0">
              <a:lnSpc>
                <a:spcPct val="115000"/>
              </a:lnSpc>
              <a:spcBef>
                <a:spcPts val="0"/>
              </a:spcBef>
              <a:spcAft>
                <a:spcPts val="0"/>
              </a:spcAft>
              <a:buSzPts val="2800"/>
              <a:buNone/>
              <a:defRPr sz="2800"/>
            </a:lvl7pPr>
            <a:lvl8pPr lvl="7" rtl="0">
              <a:lnSpc>
                <a:spcPct val="115000"/>
              </a:lnSpc>
              <a:spcBef>
                <a:spcPts val="0"/>
              </a:spcBef>
              <a:spcAft>
                <a:spcPts val="0"/>
              </a:spcAft>
              <a:buSzPts val="2800"/>
              <a:buNone/>
              <a:defRPr sz="2800"/>
            </a:lvl8pPr>
            <a:lvl9pPr lvl="8" rtl="0">
              <a:lnSpc>
                <a:spcPct val="115000"/>
              </a:lnSpc>
              <a:spcBef>
                <a:spcPts val="0"/>
              </a:spcBef>
              <a:spcAft>
                <a:spcPts val="0"/>
              </a:spcAft>
              <a:buSzPts val="2800"/>
              <a:buNone/>
              <a:defRPr sz="2800"/>
            </a:lvl9pPr>
          </a:lstStyle>
          <a:p/>
        </p:txBody>
      </p:sp>
      <p:sp>
        <p:nvSpPr>
          <p:cNvPr id="201" name="Google Shape;201;p20"/>
          <p:cNvSpPr txBox="1"/>
          <p:nvPr>
            <p:ph idx="3" type="subTitle"/>
          </p:nvPr>
        </p:nvSpPr>
        <p:spPr>
          <a:xfrm>
            <a:off x="2185575" y="1636925"/>
            <a:ext cx="5249100" cy="369900"/>
          </a:xfrm>
          <a:prstGeom prst="rect">
            <a:avLst/>
          </a:prstGeom>
        </p:spPr>
        <p:txBody>
          <a:bodyPr anchorCtr="0" anchor="b" bIns="91425" lIns="91425" spcFirstLastPara="1" rIns="91425" wrap="square" tIns="91425">
            <a:noAutofit/>
          </a:bodyPr>
          <a:lstStyle>
            <a:lvl1pPr lvl="0" rtl="0">
              <a:lnSpc>
                <a:spcPct val="115000"/>
              </a:lnSpc>
              <a:spcBef>
                <a:spcPts val="0"/>
              </a:spcBef>
              <a:spcAft>
                <a:spcPts val="0"/>
              </a:spcAft>
              <a:buSzPts val="2400"/>
              <a:buFont typeface="Sora"/>
              <a:buNone/>
              <a:defRPr b="1" sz="2000">
                <a:latin typeface="Sora"/>
                <a:ea typeface="Sora"/>
                <a:cs typeface="Sora"/>
                <a:sym typeface="Sora"/>
              </a:defRPr>
            </a:lvl1pPr>
            <a:lvl2pPr lvl="1" rtl="0">
              <a:lnSpc>
                <a:spcPct val="115000"/>
              </a:lnSpc>
              <a:spcBef>
                <a:spcPts val="0"/>
              </a:spcBef>
              <a:spcAft>
                <a:spcPts val="0"/>
              </a:spcAft>
              <a:buSzPts val="2400"/>
              <a:buFont typeface="Sora"/>
              <a:buNone/>
              <a:defRPr b="1" sz="2400">
                <a:latin typeface="Sora"/>
                <a:ea typeface="Sora"/>
                <a:cs typeface="Sora"/>
                <a:sym typeface="Sora"/>
              </a:defRPr>
            </a:lvl2pPr>
            <a:lvl3pPr lvl="2" rtl="0">
              <a:lnSpc>
                <a:spcPct val="115000"/>
              </a:lnSpc>
              <a:spcBef>
                <a:spcPts val="0"/>
              </a:spcBef>
              <a:spcAft>
                <a:spcPts val="0"/>
              </a:spcAft>
              <a:buSzPts val="2400"/>
              <a:buFont typeface="Sora"/>
              <a:buNone/>
              <a:defRPr b="1" sz="2400">
                <a:latin typeface="Sora"/>
                <a:ea typeface="Sora"/>
                <a:cs typeface="Sora"/>
                <a:sym typeface="Sora"/>
              </a:defRPr>
            </a:lvl3pPr>
            <a:lvl4pPr lvl="3" rtl="0">
              <a:lnSpc>
                <a:spcPct val="115000"/>
              </a:lnSpc>
              <a:spcBef>
                <a:spcPts val="0"/>
              </a:spcBef>
              <a:spcAft>
                <a:spcPts val="0"/>
              </a:spcAft>
              <a:buSzPts val="2400"/>
              <a:buFont typeface="Sora"/>
              <a:buNone/>
              <a:defRPr b="1" sz="2400">
                <a:latin typeface="Sora"/>
                <a:ea typeface="Sora"/>
                <a:cs typeface="Sora"/>
                <a:sym typeface="Sora"/>
              </a:defRPr>
            </a:lvl4pPr>
            <a:lvl5pPr lvl="4" rtl="0">
              <a:lnSpc>
                <a:spcPct val="115000"/>
              </a:lnSpc>
              <a:spcBef>
                <a:spcPts val="0"/>
              </a:spcBef>
              <a:spcAft>
                <a:spcPts val="0"/>
              </a:spcAft>
              <a:buSzPts val="2400"/>
              <a:buFont typeface="Sora"/>
              <a:buNone/>
              <a:defRPr b="1" sz="2400">
                <a:latin typeface="Sora"/>
                <a:ea typeface="Sora"/>
                <a:cs typeface="Sora"/>
                <a:sym typeface="Sora"/>
              </a:defRPr>
            </a:lvl5pPr>
            <a:lvl6pPr lvl="5" rtl="0">
              <a:lnSpc>
                <a:spcPct val="115000"/>
              </a:lnSpc>
              <a:spcBef>
                <a:spcPts val="0"/>
              </a:spcBef>
              <a:spcAft>
                <a:spcPts val="0"/>
              </a:spcAft>
              <a:buSzPts val="2400"/>
              <a:buFont typeface="Sora"/>
              <a:buNone/>
              <a:defRPr b="1" sz="2400">
                <a:latin typeface="Sora"/>
                <a:ea typeface="Sora"/>
                <a:cs typeface="Sora"/>
                <a:sym typeface="Sora"/>
              </a:defRPr>
            </a:lvl6pPr>
            <a:lvl7pPr lvl="6" rtl="0">
              <a:lnSpc>
                <a:spcPct val="115000"/>
              </a:lnSpc>
              <a:spcBef>
                <a:spcPts val="0"/>
              </a:spcBef>
              <a:spcAft>
                <a:spcPts val="0"/>
              </a:spcAft>
              <a:buSzPts val="2400"/>
              <a:buFont typeface="Sora"/>
              <a:buNone/>
              <a:defRPr b="1" sz="2400">
                <a:latin typeface="Sora"/>
                <a:ea typeface="Sora"/>
                <a:cs typeface="Sora"/>
                <a:sym typeface="Sora"/>
              </a:defRPr>
            </a:lvl7pPr>
            <a:lvl8pPr lvl="7" rtl="0">
              <a:lnSpc>
                <a:spcPct val="115000"/>
              </a:lnSpc>
              <a:spcBef>
                <a:spcPts val="0"/>
              </a:spcBef>
              <a:spcAft>
                <a:spcPts val="0"/>
              </a:spcAft>
              <a:buSzPts val="2400"/>
              <a:buFont typeface="Sora"/>
              <a:buNone/>
              <a:defRPr b="1" sz="2400">
                <a:latin typeface="Sora"/>
                <a:ea typeface="Sora"/>
                <a:cs typeface="Sora"/>
                <a:sym typeface="Sora"/>
              </a:defRPr>
            </a:lvl8pPr>
            <a:lvl9pPr lvl="8" rtl="0">
              <a:lnSpc>
                <a:spcPct val="115000"/>
              </a:lnSpc>
              <a:spcBef>
                <a:spcPts val="0"/>
              </a:spcBef>
              <a:spcAft>
                <a:spcPts val="0"/>
              </a:spcAft>
              <a:buSzPts val="2400"/>
              <a:buFont typeface="Sora"/>
              <a:buNone/>
              <a:defRPr b="1" sz="2400">
                <a:latin typeface="Sora"/>
                <a:ea typeface="Sora"/>
                <a:cs typeface="Sora"/>
                <a:sym typeface="Sora"/>
              </a:defRPr>
            </a:lvl9pPr>
          </a:lstStyle>
          <a:p/>
        </p:txBody>
      </p:sp>
      <p:sp>
        <p:nvSpPr>
          <p:cNvPr id="202" name="Google Shape;202;p20"/>
          <p:cNvSpPr txBox="1"/>
          <p:nvPr>
            <p:ph idx="4" type="subTitle"/>
          </p:nvPr>
        </p:nvSpPr>
        <p:spPr>
          <a:xfrm>
            <a:off x="2185575" y="3089325"/>
            <a:ext cx="5249100" cy="369900"/>
          </a:xfrm>
          <a:prstGeom prst="rect">
            <a:avLst/>
          </a:prstGeom>
        </p:spPr>
        <p:txBody>
          <a:bodyPr anchorCtr="0" anchor="b" bIns="91425" lIns="91425" spcFirstLastPara="1" rIns="91425" wrap="square" tIns="91425">
            <a:noAutofit/>
          </a:bodyPr>
          <a:lstStyle>
            <a:lvl1pPr lvl="0" rtl="0">
              <a:lnSpc>
                <a:spcPct val="115000"/>
              </a:lnSpc>
              <a:spcBef>
                <a:spcPts val="0"/>
              </a:spcBef>
              <a:spcAft>
                <a:spcPts val="0"/>
              </a:spcAft>
              <a:buSzPts val="2400"/>
              <a:buFont typeface="Sora"/>
              <a:buNone/>
              <a:defRPr b="1" sz="2000">
                <a:latin typeface="Sora"/>
                <a:ea typeface="Sora"/>
                <a:cs typeface="Sora"/>
                <a:sym typeface="Sora"/>
              </a:defRPr>
            </a:lvl1pPr>
            <a:lvl2pPr lvl="1" rtl="0">
              <a:lnSpc>
                <a:spcPct val="115000"/>
              </a:lnSpc>
              <a:spcBef>
                <a:spcPts val="0"/>
              </a:spcBef>
              <a:spcAft>
                <a:spcPts val="0"/>
              </a:spcAft>
              <a:buSzPts val="2400"/>
              <a:buFont typeface="Sora"/>
              <a:buNone/>
              <a:defRPr b="1" sz="2400">
                <a:latin typeface="Sora"/>
                <a:ea typeface="Sora"/>
                <a:cs typeface="Sora"/>
                <a:sym typeface="Sora"/>
              </a:defRPr>
            </a:lvl2pPr>
            <a:lvl3pPr lvl="2" rtl="0">
              <a:lnSpc>
                <a:spcPct val="115000"/>
              </a:lnSpc>
              <a:spcBef>
                <a:spcPts val="0"/>
              </a:spcBef>
              <a:spcAft>
                <a:spcPts val="0"/>
              </a:spcAft>
              <a:buSzPts val="2400"/>
              <a:buFont typeface="Sora"/>
              <a:buNone/>
              <a:defRPr b="1" sz="2400">
                <a:latin typeface="Sora"/>
                <a:ea typeface="Sora"/>
                <a:cs typeface="Sora"/>
                <a:sym typeface="Sora"/>
              </a:defRPr>
            </a:lvl3pPr>
            <a:lvl4pPr lvl="3" rtl="0">
              <a:lnSpc>
                <a:spcPct val="115000"/>
              </a:lnSpc>
              <a:spcBef>
                <a:spcPts val="0"/>
              </a:spcBef>
              <a:spcAft>
                <a:spcPts val="0"/>
              </a:spcAft>
              <a:buSzPts val="2400"/>
              <a:buFont typeface="Sora"/>
              <a:buNone/>
              <a:defRPr b="1" sz="2400">
                <a:latin typeface="Sora"/>
                <a:ea typeface="Sora"/>
                <a:cs typeface="Sora"/>
                <a:sym typeface="Sora"/>
              </a:defRPr>
            </a:lvl4pPr>
            <a:lvl5pPr lvl="4" rtl="0">
              <a:lnSpc>
                <a:spcPct val="115000"/>
              </a:lnSpc>
              <a:spcBef>
                <a:spcPts val="0"/>
              </a:spcBef>
              <a:spcAft>
                <a:spcPts val="0"/>
              </a:spcAft>
              <a:buSzPts val="2400"/>
              <a:buFont typeface="Sora"/>
              <a:buNone/>
              <a:defRPr b="1" sz="2400">
                <a:latin typeface="Sora"/>
                <a:ea typeface="Sora"/>
                <a:cs typeface="Sora"/>
                <a:sym typeface="Sora"/>
              </a:defRPr>
            </a:lvl5pPr>
            <a:lvl6pPr lvl="5" rtl="0">
              <a:lnSpc>
                <a:spcPct val="115000"/>
              </a:lnSpc>
              <a:spcBef>
                <a:spcPts val="0"/>
              </a:spcBef>
              <a:spcAft>
                <a:spcPts val="0"/>
              </a:spcAft>
              <a:buSzPts val="2400"/>
              <a:buFont typeface="Sora"/>
              <a:buNone/>
              <a:defRPr b="1" sz="2400">
                <a:latin typeface="Sora"/>
                <a:ea typeface="Sora"/>
                <a:cs typeface="Sora"/>
                <a:sym typeface="Sora"/>
              </a:defRPr>
            </a:lvl6pPr>
            <a:lvl7pPr lvl="6" rtl="0">
              <a:lnSpc>
                <a:spcPct val="115000"/>
              </a:lnSpc>
              <a:spcBef>
                <a:spcPts val="0"/>
              </a:spcBef>
              <a:spcAft>
                <a:spcPts val="0"/>
              </a:spcAft>
              <a:buSzPts val="2400"/>
              <a:buFont typeface="Sora"/>
              <a:buNone/>
              <a:defRPr b="1" sz="2400">
                <a:latin typeface="Sora"/>
                <a:ea typeface="Sora"/>
                <a:cs typeface="Sora"/>
                <a:sym typeface="Sora"/>
              </a:defRPr>
            </a:lvl7pPr>
            <a:lvl8pPr lvl="7" rtl="0">
              <a:lnSpc>
                <a:spcPct val="115000"/>
              </a:lnSpc>
              <a:spcBef>
                <a:spcPts val="0"/>
              </a:spcBef>
              <a:spcAft>
                <a:spcPts val="0"/>
              </a:spcAft>
              <a:buSzPts val="2400"/>
              <a:buFont typeface="Sora"/>
              <a:buNone/>
              <a:defRPr b="1" sz="2400">
                <a:latin typeface="Sora"/>
                <a:ea typeface="Sora"/>
                <a:cs typeface="Sora"/>
                <a:sym typeface="Sora"/>
              </a:defRPr>
            </a:lvl8pPr>
            <a:lvl9pPr lvl="8" rtl="0">
              <a:lnSpc>
                <a:spcPct val="115000"/>
              </a:lnSpc>
              <a:spcBef>
                <a:spcPts val="0"/>
              </a:spcBef>
              <a:spcAft>
                <a:spcPts val="0"/>
              </a:spcAft>
              <a:buSzPts val="2400"/>
              <a:buFont typeface="Sora"/>
              <a:buNone/>
              <a:defRPr b="1" sz="2400">
                <a:latin typeface="Sora"/>
                <a:ea typeface="Sora"/>
                <a:cs typeface="Sora"/>
                <a:sym typeface="Sora"/>
              </a:defRPr>
            </a:lvl9pPr>
          </a:lstStyle>
          <a:p/>
        </p:txBody>
      </p:sp>
      <p:grpSp>
        <p:nvGrpSpPr>
          <p:cNvPr id="203" name="Google Shape;203;p20"/>
          <p:cNvGrpSpPr/>
          <p:nvPr/>
        </p:nvGrpSpPr>
        <p:grpSpPr>
          <a:xfrm>
            <a:off x="-215750" y="-592117"/>
            <a:ext cx="9367675" cy="5637900"/>
            <a:chOff x="-215750" y="-592117"/>
            <a:chExt cx="9367675" cy="5637900"/>
          </a:xfrm>
        </p:grpSpPr>
        <p:grpSp>
          <p:nvGrpSpPr>
            <p:cNvPr id="204" name="Google Shape;204;p20"/>
            <p:cNvGrpSpPr/>
            <p:nvPr/>
          </p:nvGrpSpPr>
          <p:grpSpPr>
            <a:xfrm>
              <a:off x="-215750" y="-592117"/>
              <a:ext cx="9215275" cy="5485500"/>
              <a:chOff x="-215750" y="-592117"/>
              <a:chExt cx="9215275" cy="5485500"/>
            </a:xfrm>
          </p:grpSpPr>
          <p:cxnSp>
            <p:nvCxnSpPr>
              <p:cNvPr id="205" name="Google Shape;205;p20"/>
              <p:cNvCxnSpPr/>
              <p:nvPr/>
            </p:nvCxnSpPr>
            <p:spPr>
              <a:xfrm>
                <a:off x="67325" y="-592117"/>
                <a:ext cx="8932200" cy="5485500"/>
              </a:xfrm>
              <a:prstGeom prst="bentConnector3">
                <a:avLst>
                  <a:gd fmla="val 814" name="adj1"/>
                </a:avLst>
              </a:prstGeom>
              <a:noFill/>
              <a:ln cap="flat" cmpd="sng" w="19050">
                <a:solidFill>
                  <a:schemeClr val="lt2"/>
                </a:solidFill>
                <a:prstDash val="solid"/>
                <a:round/>
                <a:headEnd len="med" w="med" type="none"/>
                <a:tailEnd len="med" w="med" type="oval"/>
              </a:ln>
            </p:spPr>
          </p:cxnSp>
          <p:cxnSp>
            <p:nvCxnSpPr>
              <p:cNvPr id="206" name="Google Shape;206;p20"/>
              <p:cNvCxnSpPr/>
              <p:nvPr/>
            </p:nvCxnSpPr>
            <p:spPr>
              <a:xfrm>
                <a:off x="-215750" y="165250"/>
                <a:ext cx="9111900" cy="126000"/>
              </a:xfrm>
              <a:prstGeom prst="bentConnector3">
                <a:avLst>
                  <a:gd fmla="val 50000" name="adj1"/>
                </a:avLst>
              </a:prstGeom>
              <a:noFill/>
              <a:ln cap="flat" cmpd="sng" w="19050">
                <a:solidFill>
                  <a:schemeClr val="lt2"/>
                </a:solidFill>
                <a:prstDash val="solid"/>
                <a:round/>
                <a:headEnd len="med" w="med" type="none"/>
                <a:tailEnd len="med" w="med" type="oval"/>
              </a:ln>
            </p:spPr>
          </p:cxnSp>
        </p:grpSp>
        <p:cxnSp>
          <p:nvCxnSpPr>
            <p:cNvPr id="207" name="Google Shape;207;p20"/>
            <p:cNvCxnSpPr/>
            <p:nvPr/>
          </p:nvCxnSpPr>
          <p:spPr>
            <a:xfrm>
              <a:off x="-63350" y="317650"/>
              <a:ext cx="9111900" cy="126000"/>
            </a:xfrm>
            <a:prstGeom prst="bentConnector3">
              <a:avLst>
                <a:gd fmla="val 46942" name="adj1"/>
              </a:avLst>
            </a:prstGeom>
            <a:noFill/>
            <a:ln cap="flat" cmpd="sng" w="19050">
              <a:solidFill>
                <a:schemeClr val="lt2"/>
              </a:solidFill>
              <a:prstDash val="solid"/>
              <a:round/>
              <a:headEnd len="med" w="med" type="none"/>
              <a:tailEnd len="med" w="med" type="oval"/>
            </a:ln>
          </p:spPr>
        </p:cxnSp>
        <p:cxnSp>
          <p:nvCxnSpPr>
            <p:cNvPr id="208" name="Google Shape;208;p20"/>
            <p:cNvCxnSpPr/>
            <p:nvPr/>
          </p:nvCxnSpPr>
          <p:spPr>
            <a:xfrm>
              <a:off x="219725" y="-439717"/>
              <a:ext cx="8932200" cy="5485500"/>
            </a:xfrm>
            <a:prstGeom prst="bentConnector3">
              <a:avLst>
                <a:gd fmla="val 814" name="adj1"/>
              </a:avLst>
            </a:prstGeom>
            <a:noFill/>
            <a:ln cap="flat" cmpd="sng" w="19050">
              <a:solidFill>
                <a:schemeClr val="lt2"/>
              </a:solidFill>
              <a:prstDash val="solid"/>
              <a:round/>
              <a:headEnd len="med" w="med" type="none"/>
              <a:tailEnd len="med" w="med" type="oval"/>
            </a:ln>
          </p:spPr>
        </p:cxnSp>
      </p:grpSp>
      <p:grpSp>
        <p:nvGrpSpPr>
          <p:cNvPr id="209" name="Google Shape;209;p20"/>
          <p:cNvGrpSpPr/>
          <p:nvPr/>
        </p:nvGrpSpPr>
        <p:grpSpPr>
          <a:xfrm>
            <a:off x="8430781" y="-10172"/>
            <a:ext cx="568753" cy="4875332"/>
            <a:chOff x="8430781" y="-10172"/>
            <a:chExt cx="568753" cy="4875332"/>
          </a:xfrm>
        </p:grpSpPr>
        <p:grpSp>
          <p:nvGrpSpPr>
            <p:cNvPr id="210" name="Google Shape;210;p20"/>
            <p:cNvGrpSpPr/>
            <p:nvPr/>
          </p:nvGrpSpPr>
          <p:grpSpPr>
            <a:xfrm>
              <a:off x="8576588" y="4496315"/>
              <a:ext cx="422946" cy="368845"/>
              <a:chOff x="8576588" y="4496315"/>
              <a:chExt cx="422946" cy="368845"/>
            </a:xfrm>
          </p:grpSpPr>
          <p:sp>
            <p:nvSpPr>
              <p:cNvPr id="211" name="Google Shape;211;p20"/>
              <p:cNvSpPr/>
              <p:nvPr/>
            </p:nvSpPr>
            <p:spPr>
              <a:xfrm rot="-5400000">
                <a:off x="8576580" y="4720848"/>
                <a:ext cx="144320" cy="144304"/>
              </a:xfrm>
              <a:custGeom>
                <a:rect b="b" l="l" r="r" t="t"/>
                <a:pathLst>
                  <a:path extrusionOk="0" h="3298" w="3298">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20"/>
              <p:cNvSpPr/>
              <p:nvPr/>
            </p:nvSpPr>
            <p:spPr>
              <a:xfrm rot="-5400000">
                <a:off x="8775019" y="4496328"/>
                <a:ext cx="224528" cy="224503"/>
              </a:xfrm>
              <a:custGeom>
                <a:rect b="b" l="l" r="r" t="t"/>
                <a:pathLst>
                  <a:path extrusionOk="0" h="3298" w="3298">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3" name="Google Shape;213;p20"/>
            <p:cNvGrpSpPr/>
            <p:nvPr/>
          </p:nvGrpSpPr>
          <p:grpSpPr>
            <a:xfrm>
              <a:off x="8430781" y="-10172"/>
              <a:ext cx="290111" cy="925970"/>
              <a:chOff x="8430781" y="3939190"/>
              <a:chExt cx="290111" cy="925970"/>
            </a:xfrm>
          </p:grpSpPr>
          <p:sp>
            <p:nvSpPr>
              <p:cNvPr id="214" name="Google Shape;214;p20"/>
              <p:cNvSpPr/>
              <p:nvPr/>
            </p:nvSpPr>
            <p:spPr>
              <a:xfrm rot="-5400000">
                <a:off x="8576580" y="4720848"/>
                <a:ext cx="144320" cy="144304"/>
              </a:xfrm>
              <a:custGeom>
                <a:rect b="b" l="l" r="r" t="t"/>
                <a:pathLst>
                  <a:path extrusionOk="0" h="3298" w="3298">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20"/>
              <p:cNvSpPr/>
              <p:nvPr/>
            </p:nvSpPr>
            <p:spPr>
              <a:xfrm rot="-5400000">
                <a:off x="8430769" y="3939203"/>
                <a:ext cx="224528" cy="224503"/>
              </a:xfrm>
              <a:custGeom>
                <a:rect b="b" l="l" r="r" t="t"/>
                <a:pathLst>
                  <a:path extrusionOk="0" h="3298" w="3298">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216" name="Shape 216"/>
        <p:cNvGrpSpPr/>
        <p:nvPr/>
      </p:nvGrpSpPr>
      <p:grpSpPr>
        <a:xfrm>
          <a:off x="0" y="0"/>
          <a:ext cx="0" cy="0"/>
          <a:chOff x="0" y="0"/>
          <a:chExt cx="0" cy="0"/>
        </a:xfrm>
      </p:grpSpPr>
      <p:sp>
        <p:nvSpPr>
          <p:cNvPr id="217" name="Google Shape;217;p2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18" name="Google Shape;218;p21"/>
          <p:cNvSpPr txBox="1"/>
          <p:nvPr>
            <p:ph idx="1" type="subTitle"/>
          </p:nvPr>
        </p:nvSpPr>
        <p:spPr>
          <a:xfrm>
            <a:off x="946900" y="1391225"/>
            <a:ext cx="3655800" cy="27885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Char char="●"/>
              <a:defRPr/>
            </a:lvl1pPr>
            <a:lvl2pPr lvl="1" rtl="0" algn="ctr">
              <a:lnSpc>
                <a:spcPct val="100000"/>
              </a:lnSpc>
              <a:spcBef>
                <a:spcPts val="0"/>
              </a:spcBef>
              <a:spcAft>
                <a:spcPts val="0"/>
              </a:spcAft>
              <a:buSzPts val="1400"/>
              <a:buChar char="○"/>
              <a:defRPr/>
            </a:lvl2pPr>
            <a:lvl3pPr lvl="2" rtl="0" algn="ctr">
              <a:lnSpc>
                <a:spcPct val="100000"/>
              </a:lnSpc>
              <a:spcBef>
                <a:spcPts val="0"/>
              </a:spcBef>
              <a:spcAft>
                <a:spcPts val="0"/>
              </a:spcAft>
              <a:buSzPts val="1400"/>
              <a:buChar char="■"/>
              <a:defRPr/>
            </a:lvl3pPr>
            <a:lvl4pPr lvl="3" rtl="0" algn="ctr">
              <a:lnSpc>
                <a:spcPct val="100000"/>
              </a:lnSpc>
              <a:spcBef>
                <a:spcPts val="0"/>
              </a:spcBef>
              <a:spcAft>
                <a:spcPts val="0"/>
              </a:spcAft>
              <a:buSzPts val="1400"/>
              <a:buChar char="●"/>
              <a:defRPr/>
            </a:lvl4pPr>
            <a:lvl5pPr lvl="4" rtl="0" algn="ctr">
              <a:lnSpc>
                <a:spcPct val="100000"/>
              </a:lnSpc>
              <a:spcBef>
                <a:spcPts val="0"/>
              </a:spcBef>
              <a:spcAft>
                <a:spcPts val="0"/>
              </a:spcAft>
              <a:buSzPts val="1400"/>
              <a:buChar char="○"/>
              <a:defRPr/>
            </a:lvl5pPr>
            <a:lvl6pPr lvl="5" rtl="0" algn="ctr">
              <a:lnSpc>
                <a:spcPct val="100000"/>
              </a:lnSpc>
              <a:spcBef>
                <a:spcPts val="0"/>
              </a:spcBef>
              <a:spcAft>
                <a:spcPts val="0"/>
              </a:spcAft>
              <a:buSzPts val="1400"/>
              <a:buChar char="■"/>
              <a:defRPr/>
            </a:lvl6pPr>
            <a:lvl7pPr lvl="6" rtl="0" algn="ctr">
              <a:lnSpc>
                <a:spcPct val="100000"/>
              </a:lnSpc>
              <a:spcBef>
                <a:spcPts val="0"/>
              </a:spcBef>
              <a:spcAft>
                <a:spcPts val="0"/>
              </a:spcAft>
              <a:buSzPts val="1400"/>
              <a:buChar char="●"/>
              <a:defRPr/>
            </a:lvl7pPr>
            <a:lvl8pPr lvl="7" rtl="0" algn="ctr">
              <a:lnSpc>
                <a:spcPct val="100000"/>
              </a:lnSpc>
              <a:spcBef>
                <a:spcPts val="0"/>
              </a:spcBef>
              <a:spcAft>
                <a:spcPts val="0"/>
              </a:spcAft>
              <a:buSzPts val="1400"/>
              <a:buChar char="○"/>
              <a:defRPr/>
            </a:lvl8pPr>
            <a:lvl9pPr lvl="8" rtl="0" algn="ctr">
              <a:lnSpc>
                <a:spcPct val="100000"/>
              </a:lnSpc>
              <a:spcBef>
                <a:spcPts val="0"/>
              </a:spcBef>
              <a:spcAft>
                <a:spcPts val="0"/>
              </a:spcAft>
              <a:buSzPts val="1400"/>
              <a:buChar char="■"/>
              <a:defRPr/>
            </a:lvl9pPr>
          </a:lstStyle>
          <a:p/>
        </p:txBody>
      </p:sp>
      <p:sp>
        <p:nvSpPr>
          <p:cNvPr id="219" name="Google Shape;219;p21"/>
          <p:cNvSpPr txBox="1"/>
          <p:nvPr>
            <p:ph idx="2" type="subTitle"/>
          </p:nvPr>
        </p:nvSpPr>
        <p:spPr>
          <a:xfrm>
            <a:off x="4768200" y="1391225"/>
            <a:ext cx="3655800" cy="27885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Char char="●"/>
              <a:defRPr b="1"/>
            </a:lvl1pPr>
            <a:lvl2pPr lvl="1" rtl="0" algn="ctr">
              <a:lnSpc>
                <a:spcPct val="100000"/>
              </a:lnSpc>
              <a:spcBef>
                <a:spcPts val="0"/>
              </a:spcBef>
              <a:spcAft>
                <a:spcPts val="0"/>
              </a:spcAft>
              <a:buSzPts val="1400"/>
              <a:buChar char="○"/>
              <a:defRPr/>
            </a:lvl2pPr>
            <a:lvl3pPr lvl="2" rtl="0" algn="ctr">
              <a:lnSpc>
                <a:spcPct val="100000"/>
              </a:lnSpc>
              <a:spcBef>
                <a:spcPts val="0"/>
              </a:spcBef>
              <a:spcAft>
                <a:spcPts val="0"/>
              </a:spcAft>
              <a:buSzPts val="1400"/>
              <a:buChar char="■"/>
              <a:defRPr/>
            </a:lvl3pPr>
            <a:lvl4pPr lvl="3" rtl="0" algn="ctr">
              <a:lnSpc>
                <a:spcPct val="100000"/>
              </a:lnSpc>
              <a:spcBef>
                <a:spcPts val="0"/>
              </a:spcBef>
              <a:spcAft>
                <a:spcPts val="0"/>
              </a:spcAft>
              <a:buSzPts val="1400"/>
              <a:buChar char="●"/>
              <a:defRPr/>
            </a:lvl4pPr>
            <a:lvl5pPr lvl="4" rtl="0" algn="ctr">
              <a:lnSpc>
                <a:spcPct val="100000"/>
              </a:lnSpc>
              <a:spcBef>
                <a:spcPts val="0"/>
              </a:spcBef>
              <a:spcAft>
                <a:spcPts val="0"/>
              </a:spcAft>
              <a:buSzPts val="1400"/>
              <a:buChar char="○"/>
              <a:defRPr/>
            </a:lvl5pPr>
            <a:lvl6pPr lvl="5" rtl="0" algn="ctr">
              <a:lnSpc>
                <a:spcPct val="100000"/>
              </a:lnSpc>
              <a:spcBef>
                <a:spcPts val="0"/>
              </a:spcBef>
              <a:spcAft>
                <a:spcPts val="0"/>
              </a:spcAft>
              <a:buSzPts val="1400"/>
              <a:buChar char="■"/>
              <a:defRPr/>
            </a:lvl6pPr>
            <a:lvl7pPr lvl="6" rtl="0" algn="ctr">
              <a:lnSpc>
                <a:spcPct val="100000"/>
              </a:lnSpc>
              <a:spcBef>
                <a:spcPts val="0"/>
              </a:spcBef>
              <a:spcAft>
                <a:spcPts val="0"/>
              </a:spcAft>
              <a:buSzPts val="1400"/>
              <a:buChar char="●"/>
              <a:defRPr/>
            </a:lvl7pPr>
            <a:lvl8pPr lvl="7" rtl="0" algn="ctr">
              <a:lnSpc>
                <a:spcPct val="100000"/>
              </a:lnSpc>
              <a:spcBef>
                <a:spcPts val="0"/>
              </a:spcBef>
              <a:spcAft>
                <a:spcPts val="0"/>
              </a:spcAft>
              <a:buSzPts val="1400"/>
              <a:buChar char="○"/>
              <a:defRPr/>
            </a:lvl8pPr>
            <a:lvl9pPr lvl="8" rtl="0" algn="ctr">
              <a:lnSpc>
                <a:spcPct val="100000"/>
              </a:lnSpc>
              <a:spcBef>
                <a:spcPts val="0"/>
              </a:spcBef>
              <a:spcAft>
                <a:spcPts val="0"/>
              </a:spcAft>
              <a:buSzPts val="1400"/>
              <a:buChar char="■"/>
              <a:defRPr/>
            </a:lvl9pPr>
          </a:lstStyle>
          <a:p/>
        </p:txBody>
      </p:sp>
      <p:grpSp>
        <p:nvGrpSpPr>
          <p:cNvPr id="220" name="Google Shape;220;p21"/>
          <p:cNvGrpSpPr/>
          <p:nvPr/>
        </p:nvGrpSpPr>
        <p:grpSpPr>
          <a:xfrm>
            <a:off x="151350" y="-3269025"/>
            <a:ext cx="9343200" cy="7939700"/>
            <a:chOff x="151350" y="-3269025"/>
            <a:chExt cx="9343200" cy="7939700"/>
          </a:xfrm>
        </p:grpSpPr>
        <p:cxnSp>
          <p:nvCxnSpPr>
            <p:cNvPr id="221" name="Google Shape;221;p21"/>
            <p:cNvCxnSpPr/>
            <p:nvPr/>
          </p:nvCxnSpPr>
          <p:spPr>
            <a:xfrm rot="5400000">
              <a:off x="7864150" y="-105625"/>
              <a:ext cx="2082300" cy="729600"/>
            </a:xfrm>
            <a:prstGeom prst="bentConnector3">
              <a:avLst>
                <a:gd fmla="val 43507" name="adj1"/>
              </a:avLst>
            </a:prstGeom>
            <a:noFill/>
            <a:ln cap="flat" cmpd="sng" w="19050">
              <a:solidFill>
                <a:schemeClr val="lt2"/>
              </a:solidFill>
              <a:prstDash val="solid"/>
              <a:round/>
              <a:headEnd len="med" w="med" type="none"/>
              <a:tailEnd len="med" w="med" type="oval"/>
            </a:ln>
          </p:spPr>
        </p:cxnSp>
        <p:cxnSp>
          <p:nvCxnSpPr>
            <p:cNvPr id="222" name="Google Shape;222;p21"/>
            <p:cNvCxnSpPr/>
            <p:nvPr/>
          </p:nvCxnSpPr>
          <p:spPr>
            <a:xfrm rot="5400000">
              <a:off x="8105550" y="-44125"/>
              <a:ext cx="1866600" cy="606600"/>
            </a:xfrm>
            <a:prstGeom prst="bentConnector3">
              <a:avLst>
                <a:gd fmla="val 50000" name="adj1"/>
              </a:avLst>
            </a:prstGeom>
            <a:noFill/>
            <a:ln cap="flat" cmpd="sng" w="19050">
              <a:solidFill>
                <a:schemeClr val="lt2"/>
              </a:solidFill>
              <a:prstDash val="solid"/>
              <a:round/>
              <a:headEnd len="med" w="med" type="none"/>
              <a:tailEnd len="med" w="med" type="oval"/>
            </a:ln>
          </p:spPr>
        </p:cxnSp>
        <p:cxnSp>
          <p:nvCxnSpPr>
            <p:cNvPr id="223" name="Google Shape;223;p21"/>
            <p:cNvCxnSpPr/>
            <p:nvPr/>
          </p:nvCxnSpPr>
          <p:spPr>
            <a:xfrm flipH="1" rot="-5400000">
              <a:off x="6680600" y="1389250"/>
              <a:ext cx="3956400" cy="30300"/>
            </a:xfrm>
            <a:prstGeom prst="bentConnector3">
              <a:avLst>
                <a:gd fmla="val 50000" name="adj1"/>
              </a:avLst>
            </a:prstGeom>
            <a:noFill/>
            <a:ln cap="flat" cmpd="sng" w="19050">
              <a:solidFill>
                <a:schemeClr val="lt2"/>
              </a:solidFill>
              <a:prstDash val="solid"/>
              <a:round/>
              <a:headEnd len="med" w="med" type="none"/>
              <a:tailEnd len="med" w="med" type="oval"/>
            </a:ln>
          </p:spPr>
        </p:cxnSp>
        <p:cxnSp>
          <p:nvCxnSpPr>
            <p:cNvPr id="224" name="Google Shape;224;p21"/>
            <p:cNvCxnSpPr/>
            <p:nvPr/>
          </p:nvCxnSpPr>
          <p:spPr>
            <a:xfrm rot="5400000">
              <a:off x="6559050" y="1735175"/>
              <a:ext cx="5192400" cy="678600"/>
            </a:xfrm>
            <a:prstGeom prst="bentConnector3">
              <a:avLst>
                <a:gd fmla="val 35464" name="adj1"/>
              </a:avLst>
            </a:prstGeom>
            <a:noFill/>
            <a:ln cap="flat" cmpd="sng" w="19050">
              <a:solidFill>
                <a:schemeClr val="lt2"/>
              </a:solidFill>
              <a:prstDash val="solid"/>
              <a:round/>
              <a:headEnd len="med" w="med" type="none"/>
              <a:tailEnd len="med" w="med" type="oval"/>
            </a:ln>
          </p:spPr>
        </p:cxnSp>
        <p:cxnSp>
          <p:nvCxnSpPr>
            <p:cNvPr id="225" name="Google Shape;225;p21"/>
            <p:cNvCxnSpPr/>
            <p:nvPr/>
          </p:nvCxnSpPr>
          <p:spPr>
            <a:xfrm rot="5400000">
              <a:off x="-1267400" y="-1712325"/>
              <a:ext cx="3789900" cy="676500"/>
            </a:xfrm>
            <a:prstGeom prst="bentConnector3">
              <a:avLst>
                <a:gd fmla="val 50000" name="adj1"/>
              </a:avLst>
            </a:prstGeom>
            <a:noFill/>
            <a:ln cap="flat" cmpd="sng" w="19050">
              <a:solidFill>
                <a:schemeClr val="lt2"/>
              </a:solidFill>
              <a:prstDash val="solid"/>
              <a:round/>
              <a:headEnd len="med" w="med" type="none"/>
              <a:tailEnd len="med" w="med" type="oval"/>
            </a:ln>
          </p:spPr>
        </p:cxnSp>
        <p:cxnSp>
          <p:nvCxnSpPr>
            <p:cNvPr id="226" name="Google Shape;226;p21"/>
            <p:cNvCxnSpPr/>
            <p:nvPr/>
          </p:nvCxnSpPr>
          <p:spPr>
            <a:xfrm rot="5400000">
              <a:off x="-1476000" y="-1533825"/>
              <a:ext cx="4141200" cy="886500"/>
            </a:xfrm>
            <a:prstGeom prst="bentConnector3">
              <a:avLst>
                <a:gd fmla="val 50000" name="adj1"/>
              </a:avLst>
            </a:prstGeom>
            <a:noFill/>
            <a:ln cap="flat" cmpd="sng" w="19050">
              <a:solidFill>
                <a:schemeClr val="lt2"/>
              </a:solidFill>
              <a:prstDash val="solid"/>
              <a:round/>
              <a:headEnd len="med" w="med" type="none"/>
              <a:tailEnd len="med" w="med" type="oval"/>
            </a:ln>
          </p:spPr>
        </p:cxnSp>
        <p:cxnSp>
          <p:nvCxnSpPr>
            <p:cNvPr id="227" name="Google Shape;227;p21"/>
            <p:cNvCxnSpPr/>
            <p:nvPr/>
          </p:nvCxnSpPr>
          <p:spPr>
            <a:xfrm flipH="1" rot="-5400000">
              <a:off x="-1623700" y="-1097800"/>
              <a:ext cx="3956400" cy="30300"/>
            </a:xfrm>
            <a:prstGeom prst="bentConnector3">
              <a:avLst>
                <a:gd fmla="val 50000" name="adj1"/>
              </a:avLst>
            </a:prstGeom>
            <a:noFill/>
            <a:ln cap="flat" cmpd="sng" w="19050">
              <a:solidFill>
                <a:schemeClr val="lt2"/>
              </a:solidFill>
              <a:prstDash val="solid"/>
              <a:round/>
              <a:headEnd len="med" w="med" type="none"/>
              <a:tailEnd len="med" w="med" type="oval"/>
            </a:ln>
          </p:spPr>
        </p:cxnSp>
        <p:cxnSp>
          <p:nvCxnSpPr>
            <p:cNvPr id="228" name="Google Shape;228;p21"/>
            <p:cNvCxnSpPr/>
            <p:nvPr/>
          </p:nvCxnSpPr>
          <p:spPr>
            <a:xfrm rot="5400000">
              <a:off x="-1745250" y="-751875"/>
              <a:ext cx="5192400" cy="678600"/>
            </a:xfrm>
            <a:prstGeom prst="bentConnector3">
              <a:avLst>
                <a:gd fmla="val 35464" name="adj1"/>
              </a:avLst>
            </a:prstGeom>
            <a:noFill/>
            <a:ln cap="flat" cmpd="sng" w="19050">
              <a:solidFill>
                <a:schemeClr val="lt2"/>
              </a:solidFill>
              <a:prstDash val="solid"/>
              <a:round/>
              <a:headEnd len="med" w="med" type="none"/>
              <a:tailEnd len="med" w="med" type="oval"/>
            </a:ln>
          </p:spPr>
        </p:cxnSp>
      </p:grpSp>
      <p:grpSp>
        <p:nvGrpSpPr>
          <p:cNvPr id="229" name="Google Shape;229;p21"/>
          <p:cNvGrpSpPr/>
          <p:nvPr/>
        </p:nvGrpSpPr>
        <p:grpSpPr>
          <a:xfrm>
            <a:off x="151475" y="1703025"/>
            <a:ext cx="8644525" cy="3344075"/>
            <a:chOff x="151475" y="1703025"/>
            <a:chExt cx="8644525" cy="3344075"/>
          </a:xfrm>
        </p:grpSpPr>
        <p:sp>
          <p:nvSpPr>
            <p:cNvPr id="230" name="Google Shape;230;p21"/>
            <p:cNvSpPr/>
            <p:nvPr/>
          </p:nvSpPr>
          <p:spPr>
            <a:xfrm>
              <a:off x="151475" y="1703025"/>
              <a:ext cx="183600" cy="1836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31" name="Google Shape;231;p21"/>
            <p:cNvSpPr/>
            <p:nvPr/>
          </p:nvSpPr>
          <p:spPr>
            <a:xfrm>
              <a:off x="335075" y="2612825"/>
              <a:ext cx="83400" cy="834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32" name="Google Shape;232;p21"/>
            <p:cNvSpPr/>
            <p:nvPr/>
          </p:nvSpPr>
          <p:spPr>
            <a:xfrm>
              <a:off x="235000" y="2880000"/>
              <a:ext cx="183600" cy="183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33" name="Google Shape;233;p21"/>
            <p:cNvSpPr/>
            <p:nvPr/>
          </p:nvSpPr>
          <p:spPr>
            <a:xfrm>
              <a:off x="335075" y="3371175"/>
              <a:ext cx="83400" cy="834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234" name="Google Shape;234;p21"/>
            <p:cNvSpPr/>
            <p:nvPr/>
          </p:nvSpPr>
          <p:spPr>
            <a:xfrm>
              <a:off x="8612400" y="4863500"/>
              <a:ext cx="183600" cy="183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235" name="Shape 235"/>
        <p:cNvGrpSpPr/>
        <p:nvPr/>
      </p:nvGrpSpPr>
      <p:grpSpPr>
        <a:xfrm>
          <a:off x="0" y="0"/>
          <a:ext cx="0" cy="0"/>
          <a:chOff x="0" y="0"/>
          <a:chExt cx="0" cy="0"/>
        </a:xfrm>
      </p:grpSpPr>
      <p:sp>
        <p:nvSpPr>
          <p:cNvPr id="236" name="Google Shape;236;p22"/>
          <p:cNvSpPr txBox="1"/>
          <p:nvPr>
            <p:ph idx="1" type="subTitle"/>
          </p:nvPr>
        </p:nvSpPr>
        <p:spPr>
          <a:xfrm>
            <a:off x="937700" y="3138773"/>
            <a:ext cx="2175300" cy="8619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p:txBody>
      </p:sp>
      <p:sp>
        <p:nvSpPr>
          <p:cNvPr id="237" name="Google Shape;237;p22"/>
          <p:cNvSpPr txBox="1"/>
          <p:nvPr>
            <p:ph idx="2" type="subTitle"/>
          </p:nvPr>
        </p:nvSpPr>
        <p:spPr>
          <a:xfrm>
            <a:off x="3484422" y="3138773"/>
            <a:ext cx="2175300" cy="8619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p:txBody>
      </p:sp>
      <p:sp>
        <p:nvSpPr>
          <p:cNvPr id="238" name="Google Shape;238;p22"/>
          <p:cNvSpPr txBox="1"/>
          <p:nvPr>
            <p:ph idx="3" type="subTitle"/>
          </p:nvPr>
        </p:nvSpPr>
        <p:spPr>
          <a:xfrm>
            <a:off x="6031150" y="3138773"/>
            <a:ext cx="2175300" cy="8619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p:txBody>
      </p:sp>
      <p:sp>
        <p:nvSpPr>
          <p:cNvPr id="239" name="Google Shape;239;p2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40" name="Google Shape;240;p22"/>
          <p:cNvSpPr txBox="1"/>
          <p:nvPr>
            <p:ph idx="4" type="subTitle"/>
          </p:nvPr>
        </p:nvSpPr>
        <p:spPr>
          <a:xfrm>
            <a:off x="937700" y="2828225"/>
            <a:ext cx="2175300" cy="394200"/>
          </a:xfrm>
          <a:prstGeom prst="rect">
            <a:avLst/>
          </a:prstGeom>
        </p:spPr>
        <p:txBody>
          <a:bodyPr anchorCtr="0" anchor="b" bIns="91425" lIns="91425" spcFirstLastPara="1" rIns="91425" wrap="square" tIns="91425">
            <a:noAutofit/>
          </a:bodyPr>
          <a:lstStyle>
            <a:lvl1pPr lvl="0" rtl="0">
              <a:lnSpc>
                <a:spcPct val="115000"/>
              </a:lnSpc>
              <a:spcBef>
                <a:spcPts val="0"/>
              </a:spcBef>
              <a:spcAft>
                <a:spcPts val="0"/>
              </a:spcAft>
              <a:buSzPts val="2400"/>
              <a:buFont typeface="Sora"/>
              <a:buNone/>
              <a:defRPr b="1" sz="2000">
                <a:latin typeface="Sora"/>
                <a:ea typeface="Sora"/>
                <a:cs typeface="Sora"/>
                <a:sym typeface="Sora"/>
              </a:defRPr>
            </a:lvl1pPr>
            <a:lvl2pPr lvl="1" rtl="0">
              <a:lnSpc>
                <a:spcPct val="115000"/>
              </a:lnSpc>
              <a:spcBef>
                <a:spcPts val="0"/>
              </a:spcBef>
              <a:spcAft>
                <a:spcPts val="0"/>
              </a:spcAft>
              <a:buSzPts val="2400"/>
              <a:buFont typeface="Sora"/>
              <a:buNone/>
              <a:defRPr b="1" sz="2400">
                <a:latin typeface="Sora"/>
                <a:ea typeface="Sora"/>
                <a:cs typeface="Sora"/>
                <a:sym typeface="Sora"/>
              </a:defRPr>
            </a:lvl2pPr>
            <a:lvl3pPr lvl="2" rtl="0">
              <a:lnSpc>
                <a:spcPct val="115000"/>
              </a:lnSpc>
              <a:spcBef>
                <a:spcPts val="0"/>
              </a:spcBef>
              <a:spcAft>
                <a:spcPts val="0"/>
              </a:spcAft>
              <a:buSzPts val="2400"/>
              <a:buFont typeface="Sora"/>
              <a:buNone/>
              <a:defRPr b="1" sz="2400">
                <a:latin typeface="Sora"/>
                <a:ea typeface="Sora"/>
                <a:cs typeface="Sora"/>
                <a:sym typeface="Sora"/>
              </a:defRPr>
            </a:lvl3pPr>
            <a:lvl4pPr lvl="3" rtl="0">
              <a:lnSpc>
                <a:spcPct val="115000"/>
              </a:lnSpc>
              <a:spcBef>
                <a:spcPts val="0"/>
              </a:spcBef>
              <a:spcAft>
                <a:spcPts val="0"/>
              </a:spcAft>
              <a:buSzPts val="2400"/>
              <a:buFont typeface="Sora"/>
              <a:buNone/>
              <a:defRPr b="1" sz="2400">
                <a:latin typeface="Sora"/>
                <a:ea typeface="Sora"/>
                <a:cs typeface="Sora"/>
                <a:sym typeface="Sora"/>
              </a:defRPr>
            </a:lvl4pPr>
            <a:lvl5pPr lvl="4" rtl="0">
              <a:lnSpc>
                <a:spcPct val="115000"/>
              </a:lnSpc>
              <a:spcBef>
                <a:spcPts val="0"/>
              </a:spcBef>
              <a:spcAft>
                <a:spcPts val="0"/>
              </a:spcAft>
              <a:buSzPts val="2400"/>
              <a:buFont typeface="Sora"/>
              <a:buNone/>
              <a:defRPr b="1" sz="2400">
                <a:latin typeface="Sora"/>
                <a:ea typeface="Sora"/>
                <a:cs typeface="Sora"/>
                <a:sym typeface="Sora"/>
              </a:defRPr>
            </a:lvl5pPr>
            <a:lvl6pPr lvl="5" rtl="0">
              <a:lnSpc>
                <a:spcPct val="115000"/>
              </a:lnSpc>
              <a:spcBef>
                <a:spcPts val="0"/>
              </a:spcBef>
              <a:spcAft>
                <a:spcPts val="0"/>
              </a:spcAft>
              <a:buSzPts val="2400"/>
              <a:buFont typeface="Sora"/>
              <a:buNone/>
              <a:defRPr b="1" sz="2400">
                <a:latin typeface="Sora"/>
                <a:ea typeface="Sora"/>
                <a:cs typeface="Sora"/>
                <a:sym typeface="Sora"/>
              </a:defRPr>
            </a:lvl6pPr>
            <a:lvl7pPr lvl="6" rtl="0">
              <a:lnSpc>
                <a:spcPct val="115000"/>
              </a:lnSpc>
              <a:spcBef>
                <a:spcPts val="0"/>
              </a:spcBef>
              <a:spcAft>
                <a:spcPts val="0"/>
              </a:spcAft>
              <a:buSzPts val="2400"/>
              <a:buFont typeface="Sora"/>
              <a:buNone/>
              <a:defRPr b="1" sz="2400">
                <a:latin typeface="Sora"/>
                <a:ea typeface="Sora"/>
                <a:cs typeface="Sora"/>
                <a:sym typeface="Sora"/>
              </a:defRPr>
            </a:lvl7pPr>
            <a:lvl8pPr lvl="7" rtl="0">
              <a:lnSpc>
                <a:spcPct val="115000"/>
              </a:lnSpc>
              <a:spcBef>
                <a:spcPts val="0"/>
              </a:spcBef>
              <a:spcAft>
                <a:spcPts val="0"/>
              </a:spcAft>
              <a:buSzPts val="2400"/>
              <a:buFont typeface="Sora"/>
              <a:buNone/>
              <a:defRPr b="1" sz="2400">
                <a:latin typeface="Sora"/>
                <a:ea typeface="Sora"/>
                <a:cs typeface="Sora"/>
                <a:sym typeface="Sora"/>
              </a:defRPr>
            </a:lvl8pPr>
            <a:lvl9pPr lvl="8" rtl="0">
              <a:lnSpc>
                <a:spcPct val="115000"/>
              </a:lnSpc>
              <a:spcBef>
                <a:spcPts val="0"/>
              </a:spcBef>
              <a:spcAft>
                <a:spcPts val="0"/>
              </a:spcAft>
              <a:buSzPts val="2400"/>
              <a:buFont typeface="Sora"/>
              <a:buNone/>
              <a:defRPr b="1" sz="2400">
                <a:latin typeface="Sora"/>
                <a:ea typeface="Sora"/>
                <a:cs typeface="Sora"/>
                <a:sym typeface="Sora"/>
              </a:defRPr>
            </a:lvl9pPr>
          </a:lstStyle>
          <a:p/>
        </p:txBody>
      </p:sp>
      <p:sp>
        <p:nvSpPr>
          <p:cNvPr id="241" name="Google Shape;241;p22"/>
          <p:cNvSpPr txBox="1"/>
          <p:nvPr>
            <p:ph idx="5" type="subTitle"/>
          </p:nvPr>
        </p:nvSpPr>
        <p:spPr>
          <a:xfrm>
            <a:off x="3484422" y="2828225"/>
            <a:ext cx="2175300" cy="394200"/>
          </a:xfrm>
          <a:prstGeom prst="rect">
            <a:avLst/>
          </a:prstGeom>
        </p:spPr>
        <p:txBody>
          <a:bodyPr anchorCtr="0" anchor="b" bIns="91425" lIns="91425" spcFirstLastPara="1" rIns="91425" wrap="square" tIns="91425">
            <a:noAutofit/>
          </a:bodyPr>
          <a:lstStyle>
            <a:lvl1pPr lvl="0" rtl="0">
              <a:lnSpc>
                <a:spcPct val="115000"/>
              </a:lnSpc>
              <a:spcBef>
                <a:spcPts val="0"/>
              </a:spcBef>
              <a:spcAft>
                <a:spcPts val="0"/>
              </a:spcAft>
              <a:buSzPts val="2400"/>
              <a:buFont typeface="Sora"/>
              <a:buNone/>
              <a:defRPr b="1" sz="2000">
                <a:latin typeface="Sora"/>
                <a:ea typeface="Sora"/>
                <a:cs typeface="Sora"/>
                <a:sym typeface="Sora"/>
              </a:defRPr>
            </a:lvl1pPr>
            <a:lvl2pPr lvl="1" rtl="0">
              <a:lnSpc>
                <a:spcPct val="115000"/>
              </a:lnSpc>
              <a:spcBef>
                <a:spcPts val="0"/>
              </a:spcBef>
              <a:spcAft>
                <a:spcPts val="0"/>
              </a:spcAft>
              <a:buSzPts val="2400"/>
              <a:buFont typeface="Sora"/>
              <a:buNone/>
              <a:defRPr b="1" sz="2400">
                <a:latin typeface="Sora"/>
                <a:ea typeface="Sora"/>
                <a:cs typeface="Sora"/>
                <a:sym typeface="Sora"/>
              </a:defRPr>
            </a:lvl2pPr>
            <a:lvl3pPr lvl="2" rtl="0">
              <a:lnSpc>
                <a:spcPct val="115000"/>
              </a:lnSpc>
              <a:spcBef>
                <a:spcPts val="0"/>
              </a:spcBef>
              <a:spcAft>
                <a:spcPts val="0"/>
              </a:spcAft>
              <a:buSzPts val="2400"/>
              <a:buFont typeface="Sora"/>
              <a:buNone/>
              <a:defRPr b="1" sz="2400">
                <a:latin typeface="Sora"/>
                <a:ea typeface="Sora"/>
                <a:cs typeface="Sora"/>
                <a:sym typeface="Sora"/>
              </a:defRPr>
            </a:lvl3pPr>
            <a:lvl4pPr lvl="3" rtl="0">
              <a:lnSpc>
                <a:spcPct val="115000"/>
              </a:lnSpc>
              <a:spcBef>
                <a:spcPts val="0"/>
              </a:spcBef>
              <a:spcAft>
                <a:spcPts val="0"/>
              </a:spcAft>
              <a:buSzPts val="2400"/>
              <a:buFont typeface="Sora"/>
              <a:buNone/>
              <a:defRPr b="1" sz="2400">
                <a:latin typeface="Sora"/>
                <a:ea typeface="Sora"/>
                <a:cs typeface="Sora"/>
                <a:sym typeface="Sora"/>
              </a:defRPr>
            </a:lvl4pPr>
            <a:lvl5pPr lvl="4" rtl="0">
              <a:lnSpc>
                <a:spcPct val="115000"/>
              </a:lnSpc>
              <a:spcBef>
                <a:spcPts val="0"/>
              </a:spcBef>
              <a:spcAft>
                <a:spcPts val="0"/>
              </a:spcAft>
              <a:buSzPts val="2400"/>
              <a:buFont typeface="Sora"/>
              <a:buNone/>
              <a:defRPr b="1" sz="2400">
                <a:latin typeface="Sora"/>
                <a:ea typeface="Sora"/>
                <a:cs typeface="Sora"/>
                <a:sym typeface="Sora"/>
              </a:defRPr>
            </a:lvl5pPr>
            <a:lvl6pPr lvl="5" rtl="0">
              <a:lnSpc>
                <a:spcPct val="115000"/>
              </a:lnSpc>
              <a:spcBef>
                <a:spcPts val="0"/>
              </a:spcBef>
              <a:spcAft>
                <a:spcPts val="0"/>
              </a:spcAft>
              <a:buSzPts val="2400"/>
              <a:buFont typeface="Sora"/>
              <a:buNone/>
              <a:defRPr b="1" sz="2400">
                <a:latin typeface="Sora"/>
                <a:ea typeface="Sora"/>
                <a:cs typeface="Sora"/>
                <a:sym typeface="Sora"/>
              </a:defRPr>
            </a:lvl6pPr>
            <a:lvl7pPr lvl="6" rtl="0">
              <a:lnSpc>
                <a:spcPct val="115000"/>
              </a:lnSpc>
              <a:spcBef>
                <a:spcPts val="0"/>
              </a:spcBef>
              <a:spcAft>
                <a:spcPts val="0"/>
              </a:spcAft>
              <a:buSzPts val="2400"/>
              <a:buFont typeface="Sora"/>
              <a:buNone/>
              <a:defRPr b="1" sz="2400">
                <a:latin typeface="Sora"/>
                <a:ea typeface="Sora"/>
                <a:cs typeface="Sora"/>
                <a:sym typeface="Sora"/>
              </a:defRPr>
            </a:lvl7pPr>
            <a:lvl8pPr lvl="7" rtl="0">
              <a:lnSpc>
                <a:spcPct val="115000"/>
              </a:lnSpc>
              <a:spcBef>
                <a:spcPts val="0"/>
              </a:spcBef>
              <a:spcAft>
                <a:spcPts val="0"/>
              </a:spcAft>
              <a:buSzPts val="2400"/>
              <a:buFont typeface="Sora"/>
              <a:buNone/>
              <a:defRPr b="1" sz="2400">
                <a:latin typeface="Sora"/>
                <a:ea typeface="Sora"/>
                <a:cs typeface="Sora"/>
                <a:sym typeface="Sora"/>
              </a:defRPr>
            </a:lvl8pPr>
            <a:lvl9pPr lvl="8" rtl="0">
              <a:lnSpc>
                <a:spcPct val="115000"/>
              </a:lnSpc>
              <a:spcBef>
                <a:spcPts val="0"/>
              </a:spcBef>
              <a:spcAft>
                <a:spcPts val="0"/>
              </a:spcAft>
              <a:buSzPts val="2400"/>
              <a:buFont typeface="Sora"/>
              <a:buNone/>
              <a:defRPr b="1" sz="2400">
                <a:latin typeface="Sora"/>
                <a:ea typeface="Sora"/>
                <a:cs typeface="Sora"/>
                <a:sym typeface="Sora"/>
              </a:defRPr>
            </a:lvl9pPr>
          </a:lstStyle>
          <a:p/>
        </p:txBody>
      </p:sp>
      <p:sp>
        <p:nvSpPr>
          <p:cNvPr id="242" name="Google Shape;242;p22"/>
          <p:cNvSpPr txBox="1"/>
          <p:nvPr>
            <p:ph idx="6" type="subTitle"/>
          </p:nvPr>
        </p:nvSpPr>
        <p:spPr>
          <a:xfrm>
            <a:off x="6031150" y="2828225"/>
            <a:ext cx="2175300" cy="394200"/>
          </a:xfrm>
          <a:prstGeom prst="rect">
            <a:avLst/>
          </a:prstGeom>
        </p:spPr>
        <p:txBody>
          <a:bodyPr anchorCtr="0" anchor="b" bIns="91425" lIns="91425" spcFirstLastPara="1" rIns="91425" wrap="square" tIns="91425">
            <a:noAutofit/>
          </a:bodyPr>
          <a:lstStyle>
            <a:lvl1pPr lvl="0" rtl="0">
              <a:lnSpc>
                <a:spcPct val="115000"/>
              </a:lnSpc>
              <a:spcBef>
                <a:spcPts val="0"/>
              </a:spcBef>
              <a:spcAft>
                <a:spcPts val="0"/>
              </a:spcAft>
              <a:buSzPts val="2400"/>
              <a:buFont typeface="Sora"/>
              <a:buNone/>
              <a:defRPr b="1" sz="2000">
                <a:latin typeface="Sora"/>
                <a:ea typeface="Sora"/>
                <a:cs typeface="Sora"/>
                <a:sym typeface="Sora"/>
              </a:defRPr>
            </a:lvl1pPr>
            <a:lvl2pPr lvl="1" rtl="0">
              <a:lnSpc>
                <a:spcPct val="115000"/>
              </a:lnSpc>
              <a:spcBef>
                <a:spcPts val="0"/>
              </a:spcBef>
              <a:spcAft>
                <a:spcPts val="0"/>
              </a:spcAft>
              <a:buSzPts val="2400"/>
              <a:buFont typeface="Sora"/>
              <a:buNone/>
              <a:defRPr b="1" sz="2400">
                <a:latin typeface="Sora"/>
                <a:ea typeface="Sora"/>
                <a:cs typeface="Sora"/>
                <a:sym typeface="Sora"/>
              </a:defRPr>
            </a:lvl2pPr>
            <a:lvl3pPr lvl="2" rtl="0">
              <a:lnSpc>
                <a:spcPct val="115000"/>
              </a:lnSpc>
              <a:spcBef>
                <a:spcPts val="0"/>
              </a:spcBef>
              <a:spcAft>
                <a:spcPts val="0"/>
              </a:spcAft>
              <a:buSzPts val="2400"/>
              <a:buFont typeface="Sora"/>
              <a:buNone/>
              <a:defRPr b="1" sz="2400">
                <a:latin typeface="Sora"/>
                <a:ea typeface="Sora"/>
                <a:cs typeface="Sora"/>
                <a:sym typeface="Sora"/>
              </a:defRPr>
            </a:lvl3pPr>
            <a:lvl4pPr lvl="3" rtl="0">
              <a:lnSpc>
                <a:spcPct val="115000"/>
              </a:lnSpc>
              <a:spcBef>
                <a:spcPts val="0"/>
              </a:spcBef>
              <a:spcAft>
                <a:spcPts val="0"/>
              </a:spcAft>
              <a:buSzPts val="2400"/>
              <a:buFont typeface="Sora"/>
              <a:buNone/>
              <a:defRPr b="1" sz="2400">
                <a:latin typeface="Sora"/>
                <a:ea typeface="Sora"/>
                <a:cs typeface="Sora"/>
                <a:sym typeface="Sora"/>
              </a:defRPr>
            </a:lvl4pPr>
            <a:lvl5pPr lvl="4" rtl="0">
              <a:lnSpc>
                <a:spcPct val="115000"/>
              </a:lnSpc>
              <a:spcBef>
                <a:spcPts val="0"/>
              </a:spcBef>
              <a:spcAft>
                <a:spcPts val="0"/>
              </a:spcAft>
              <a:buSzPts val="2400"/>
              <a:buFont typeface="Sora"/>
              <a:buNone/>
              <a:defRPr b="1" sz="2400">
                <a:latin typeface="Sora"/>
                <a:ea typeface="Sora"/>
                <a:cs typeface="Sora"/>
                <a:sym typeface="Sora"/>
              </a:defRPr>
            </a:lvl5pPr>
            <a:lvl6pPr lvl="5" rtl="0">
              <a:lnSpc>
                <a:spcPct val="115000"/>
              </a:lnSpc>
              <a:spcBef>
                <a:spcPts val="0"/>
              </a:spcBef>
              <a:spcAft>
                <a:spcPts val="0"/>
              </a:spcAft>
              <a:buSzPts val="2400"/>
              <a:buFont typeface="Sora"/>
              <a:buNone/>
              <a:defRPr b="1" sz="2400">
                <a:latin typeface="Sora"/>
                <a:ea typeface="Sora"/>
                <a:cs typeface="Sora"/>
                <a:sym typeface="Sora"/>
              </a:defRPr>
            </a:lvl6pPr>
            <a:lvl7pPr lvl="6" rtl="0">
              <a:lnSpc>
                <a:spcPct val="115000"/>
              </a:lnSpc>
              <a:spcBef>
                <a:spcPts val="0"/>
              </a:spcBef>
              <a:spcAft>
                <a:spcPts val="0"/>
              </a:spcAft>
              <a:buSzPts val="2400"/>
              <a:buFont typeface="Sora"/>
              <a:buNone/>
              <a:defRPr b="1" sz="2400">
                <a:latin typeface="Sora"/>
                <a:ea typeface="Sora"/>
                <a:cs typeface="Sora"/>
                <a:sym typeface="Sora"/>
              </a:defRPr>
            </a:lvl7pPr>
            <a:lvl8pPr lvl="7" rtl="0">
              <a:lnSpc>
                <a:spcPct val="115000"/>
              </a:lnSpc>
              <a:spcBef>
                <a:spcPts val="0"/>
              </a:spcBef>
              <a:spcAft>
                <a:spcPts val="0"/>
              </a:spcAft>
              <a:buSzPts val="2400"/>
              <a:buFont typeface="Sora"/>
              <a:buNone/>
              <a:defRPr b="1" sz="2400">
                <a:latin typeface="Sora"/>
                <a:ea typeface="Sora"/>
                <a:cs typeface="Sora"/>
                <a:sym typeface="Sora"/>
              </a:defRPr>
            </a:lvl8pPr>
            <a:lvl9pPr lvl="8" rtl="0">
              <a:lnSpc>
                <a:spcPct val="115000"/>
              </a:lnSpc>
              <a:spcBef>
                <a:spcPts val="0"/>
              </a:spcBef>
              <a:spcAft>
                <a:spcPts val="0"/>
              </a:spcAft>
              <a:buSzPts val="2400"/>
              <a:buFont typeface="Sora"/>
              <a:buNone/>
              <a:defRPr b="1" sz="2400">
                <a:latin typeface="Sora"/>
                <a:ea typeface="Sora"/>
                <a:cs typeface="Sora"/>
                <a:sym typeface="Sora"/>
              </a:defRPr>
            </a:lvl9pPr>
          </a:lstStyle>
          <a:p/>
        </p:txBody>
      </p:sp>
      <p:grpSp>
        <p:nvGrpSpPr>
          <p:cNvPr id="243" name="Google Shape;243;p22"/>
          <p:cNvGrpSpPr/>
          <p:nvPr/>
        </p:nvGrpSpPr>
        <p:grpSpPr>
          <a:xfrm>
            <a:off x="4047014" y="42573"/>
            <a:ext cx="4967892" cy="427565"/>
            <a:chOff x="4047014" y="42573"/>
            <a:chExt cx="4967892" cy="427565"/>
          </a:xfrm>
        </p:grpSpPr>
        <p:sp>
          <p:nvSpPr>
            <p:cNvPr id="244" name="Google Shape;244;p22"/>
            <p:cNvSpPr/>
            <p:nvPr/>
          </p:nvSpPr>
          <p:spPr>
            <a:xfrm rot="-5400000">
              <a:off x="4047014" y="223696"/>
              <a:ext cx="246441" cy="246441"/>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22"/>
            <p:cNvSpPr/>
            <p:nvPr/>
          </p:nvSpPr>
          <p:spPr>
            <a:xfrm rot="-5400000">
              <a:off x="5047357" y="42573"/>
              <a:ext cx="181108" cy="181108"/>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22"/>
            <p:cNvSpPr/>
            <p:nvPr/>
          </p:nvSpPr>
          <p:spPr>
            <a:xfrm rot="-5400000">
              <a:off x="8881913" y="280415"/>
              <a:ext cx="132993" cy="132993"/>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7" name="Google Shape;247;p22"/>
          <p:cNvGrpSpPr/>
          <p:nvPr/>
        </p:nvGrpSpPr>
        <p:grpSpPr>
          <a:xfrm>
            <a:off x="-491175" y="145189"/>
            <a:ext cx="10284997" cy="4769636"/>
            <a:chOff x="-491175" y="145189"/>
            <a:chExt cx="10284997" cy="4769636"/>
          </a:xfrm>
        </p:grpSpPr>
        <p:cxnSp>
          <p:nvCxnSpPr>
            <p:cNvPr id="248" name="Google Shape;248;p22"/>
            <p:cNvCxnSpPr/>
            <p:nvPr/>
          </p:nvCxnSpPr>
          <p:spPr>
            <a:xfrm rot="10800000">
              <a:off x="4978547" y="271239"/>
              <a:ext cx="4686900" cy="546300"/>
            </a:xfrm>
            <a:prstGeom prst="bentConnector3">
              <a:avLst>
                <a:gd fmla="val 18882" name="adj1"/>
              </a:avLst>
            </a:prstGeom>
            <a:noFill/>
            <a:ln cap="flat" cmpd="sng" w="19050">
              <a:solidFill>
                <a:schemeClr val="lt2"/>
              </a:solidFill>
              <a:prstDash val="solid"/>
              <a:round/>
              <a:headEnd len="med" w="med" type="none"/>
              <a:tailEnd len="med" w="med" type="oval"/>
            </a:ln>
          </p:spPr>
        </p:cxnSp>
        <p:cxnSp>
          <p:nvCxnSpPr>
            <p:cNvPr id="249" name="Google Shape;249;p22"/>
            <p:cNvCxnSpPr/>
            <p:nvPr/>
          </p:nvCxnSpPr>
          <p:spPr>
            <a:xfrm rot="10800000">
              <a:off x="5653822" y="145189"/>
              <a:ext cx="4140000" cy="606600"/>
            </a:xfrm>
            <a:prstGeom prst="bentConnector3">
              <a:avLst>
                <a:gd fmla="val 32793" name="adj1"/>
              </a:avLst>
            </a:prstGeom>
            <a:noFill/>
            <a:ln cap="flat" cmpd="sng" w="19050">
              <a:solidFill>
                <a:schemeClr val="lt2"/>
              </a:solidFill>
              <a:prstDash val="solid"/>
              <a:round/>
              <a:headEnd len="med" w="med" type="none"/>
              <a:tailEnd len="med" w="med" type="oval"/>
            </a:ln>
          </p:spPr>
        </p:cxnSp>
        <p:cxnSp>
          <p:nvCxnSpPr>
            <p:cNvPr id="250" name="Google Shape;250;p22"/>
            <p:cNvCxnSpPr/>
            <p:nvPr/>
          </p:nvCxnSpPr>
          <p:spPr>
            <a:xfrm>
              <a:off x="-491175" y="4640850"/>
              <a:ext cx="8531100" cy="213900"/>
            </a:xfrm>
            <a:prstGeom prst="bentConnector3">
              <a:avLst>
                <a:gd fmla="val 50000" name="adj1"/>
              </a:avLst>
            </a:prstGeom>
            <a:noFill/>
            <a:ln cap="flat" cmpd="sng" w="19050">
              <a:solidFill>
                <a:schemeClr val="lt2"/>
              </a:solidFill>
              <a:prstDash val="solid"/>
              <a:round/>
              <a:headEnd len="med" w="med" type="none"/>
              <a:tailEnd len="med" w="med" type="oval"/>
            </a:ln>
          </p:spPr>
        </p:cxnSp>
        <p:cxnSp>
          <p:nvCxnSpPr>
            <p:cNvPr id="251" name="Google Shape;251;p22"/>
            <p:cNvCxnSpPr/>
            <p:nvPr/>
          </p:nvCxnSpPr>
          <p:spPr>
            <a:xfrm>
              <a:off x="-399350" y="4560525"/>
              <a:ext cx="6630600" cy="354300"/>
            </a:xfrm>
            <a:prstGeom prst="bentConnector3">
              <a:avLst>
                <a:gd fmla="val 50000" name="adj1"/>
              </a:avLst>
            </a:prstGeom>
            <a:noFill/>
            <a:ln cap="flat" cmpd="sng" w="19050">
              <a:solidFill>
                <a:schemeClr val="lt2"/>
              </a:solidFill>
              <a:prstDash val="solid"/>
              <a:round/>
              <a:headEnd len="med" w="med" type="none"/>
              <a:tailEnd len="med" w="med" type="oval"/>
            </a:ln>
          </p:spPr>
        </p:cxn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6_1">
    <p:spTree>
      <p:nvGrpSpPr>
        <p:cNvPr id="252" name="Shape 252"/>
        <p:cNvGrpSpPr/>
        <p:nvPr/>
      </p:nvGrpSpPr>
      <p:grpSpPr>
        <a:xfrm>
          <a:off x="0" y="0"/>
          <a:ext cx="0" cy="0"/>
          <a:chOff x="0" y="0"/>
          <a:chExt cx="0" cy="0"/>
        </a:xfrm>
      </p:grpSpPr>
      <p:sp>
        <p:nvSpPr>
          <p:cNvPr id="253" name="Google Shape;253;p23"/>
          <p:cNvSpPr txBox="1"/>
          <p:nvPr>
            <p:ph idx="1" type="subTitle"/>
          </p:nvPr>
        </p:nvSpPr>
        <p:spPr>
          <a:xfrm>
            <a:off x="937700" y="3701348"/>
            <a:ext cx="2175300" cy="8619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p:txBody>
      </p:sp>
      <p:sp>
        <p:nvSpPr>
          <p:cNvPr id="254" name="Google Shape;254;p23"/>
          <p:cNvSpPr txBox="1"/>
          <p:nvPr>
            <p:ph idx="2" type="subTitle"/>
          </p:nvPr>
        </p:nvSpPr>
        <p:spPr>
          <a:xfrm>
            <a:off x="3484422" y="3701348"/>
            <a:ext cx="2175300" cy="8619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p:txBody>
      </p:sp>
      <p:sp>
        <p:nvSpPr>
          <p:cNvPr id="255" name="Google Shape;255;p23"/>
          <p:cNvSpPr txBox="1"/>
          <p:nvPr>
            <p:ph idx="3" type="subTitle"/>
          </p:nvPr>
        </p:nvSpPr>
        <p:spPr>
          <a:xfrm>
            <a:off x="6031150" y="3701348"/>
            <a:ext cx="2175300" cy="8619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p:txBody>
      </p:sp>
      <p:sp>
        <p:nvSpPr>
          <p:cNvPr id="256" name="Google Shape;256;p2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57" name="Google Shape;257;p23"/>
          <p:cNvSpPr txBox="1"/>
          <p:nvPr>
            <p:ph idx="4" type="subTitle"/>
          </p:nvPr>
        </p:nvSpPr>
        <p:spPr>
          <a:xfrm>
            <a:off x="937700" y="3390800"/>
            <a:ext cx="2175300" cy="394200"/>
          </a:xfrm>
          <a:prstGeom prst="rect">
            <a:avLst/>
          </a:prstGeom>
        </p:spPr>
        <p:txBody>
          <a:bodyPr anchorCtr="0" anchor="b" bIns="91425" lIns="91425" spcFirstLastPara="1" rIns="91425" wrap="square" tIns="91425">
            <a:noAutofit/>
          </a:bodyPr>
          <a:lstStyle>
            <a:lvl1pPr lvl="0" rtl="0">
              <a:lnSpc>
                <a:spcPct val="115000"/>
              </a:lnSpc>
              <a:spcBef>
                <a:spcPts val="0"/>
              </a:spcBef>
              <a:spcAft>
                <a:spcPts val="0"/>
              </a:spcAft>
              <a:buSzPts val="2400"/>
              <a:buFont typeface="Sora"/>
              <a:buNone/>
              <a:defRPr b="1" sz="2000">
                <a:latin typeface="Sora"/>
                <a:ea typeface="Sora"/>
                <a:cs typeface="Sora"/>
                <a:sym typeface="Sora"/>
              </a:defRPr>
            </a:lvl1pPr>
            <a:lvl2pPr lvl="1" rtl="0">
              <a:lnSpc>
                <a:spcPct val="115000"/>
              </a:lnSpc>
              <a:spcBef>
                <a:spcPts val="0"/>
              </a:spcBef>
              <a:spcAft>
                <a:spcPts val="0"/>
              </a:spcAft>
              <a:buSzPts val="2400"/>
              <a:buFont typeface="Sora"/>
              <a:buNone/>
              <a:defRPr b="1" sz="2400">
                <a:latin typeface="Sora"/>
                <a:ea typeface="Sora"/>
                <a:cs typeface="Sora"/>
                <a:sym typeface="Sora"/>
              </a:defRPr>
            </a:lvl2pPr>
            <a:lvl3pPr lvl="2" rtl="0">
              <a:lnSpc>
                <a:spcPct val="115000"/>
              </a:lnSpc>
              <a:spcBef>
                <a:spcPts val="0"/>
              </a:spcBef>
              <a:spcAft>
                <a:spcPts val="0"/>
              </a:spcAft>
              <a:buSzPts val="2400"/>
              <a:buFont typeface="Sora"/>
              <a:buNone/>
              <a:defRPr b="1" sz="2400">
                <a:latin typeface="Sora"/>
                <a:ea typeface="Sora"/>
                <a:cs typeface="Sora"/>
                <a:sym typeface="Sora"/>
              </a:defRPr>
            </a:lvl3pPr>
            <a:lvl4pPr lvl="3" rtl="0">
              <a:lnSpc>
                <a:spcPct val="115000"/>
              </a:lnSpc>
              <a:spcBef>
                <a:spcPts val="0"/>
              </a:spcBef>
              <a:spcAft>
                <a:spcPts val="0"/>
              </a:spcAft>
              <a:buSzPts val="2400"/>
              <a:buFont typeface="Sora"/>
              <a:buNone/>
              <a:defRPr b="1" sz="2400">
                <a:latin typeface="Sora"/>
                <a:ea typeface="Sora"/>
                <a:cs typeface="Sora"/>
                <a:sym typeface="Sora"/>
              </a:defRPr>
            </a:lvl4pPr>
            <a:lvl5pPr lvl="4" rtl="0">
              <a:lnSpc>
                <a:spcPct val="115000"/>
              </a:lnSpc>
              <a:spcBef>
                <a:spcPts val="0"/>
              </a:spcBef>
              <a:spcAft>
                <a:spcPts val="0"/>
              </a:spcAft>
              <a:buSzPts val="2400"/>
              <a:buFont typeface="Sora"/>
              <a:buNone/>
              <a:defRPr b="1" sz="2400">
                <a:latin typeface="Sora"/>
                <a:ea typeface="Sora"/>
                <a:cs typeface="Sora"/>
                <a:sym typeface="Sora"/>
              </a:defRPr>
            </a:lvl5pPr>
            <a:lvl6pPr lvl="5" rtl="0">
              <a:lnSpc>
                <a:spcPct val="115000"/>
              </a:lnSpc>
              <a:spcBef>
                <a:spcPts val="0"/>
              </a:spcBef>
              <a:spcAft>
                <a:spcPts val="0"/>
              </a:spcAft>
              <a:buSzPts val="2400"/>
              <a:buFont typeface="Sora"/>
              <a:buNone/>
              <a:defRPr b="1" sz="2400">
                <a:latin typeface="Sora"/>
                <a:ea typeface="Sora"/>
                <a:cs typeface="Sora"/>
                <a:sym typeface="Sora"/>
              </a:defRPr>
            </a:lvl6pPr>
            <a:lvl7pPr lvl="6" rtl="0">
              <a:lnSpc>
                <a:spcPct val="115000"/>
              </a:lnSpc>
              <a:spcBef>
                <a:spcPts val="0"/>
              </a:spcBef>
              <a:spcAft>
                <a:spcPts val="0"/>
              </a:spcAft>
              <a:buSzPts val="2400"/>
              <a:buFont typeface="Sora"/>
              <a:buNone/>
              <a:defRPr b="1" sz="2400">
                <a:latin typeface="Sora"/>
                <a:ea typeface="Sora"/>
                <a:cs typeface="Sora"/>
                <a:sym typeface="Sora"/>
              </a:defRPr>
            </a:lvl7pPr>
            <a:lvl8pPr lvl="7" rtl="0">
              <a:lnSpc>
                <a:spcPct val="115000"/>
              </a:lnSpc>
              <a:spcBef>
                <a:spcPts val="0"/>
              </a:spcBef>
              <a:spcAft>
                <a:spcPts val="0"/>
              </a:spcAft>
              <a:buSzPts val="2400"/>
              <a:buFont typeface="Sora"/>
              <a:buNone/>
              <a:defRPr b="1" sz="2400">
                <a:latin typeface="Sora"/>
                <a:ea typeface="Sora"/>
                <a:cs typeface="Sora"/>
                <a:sym typeface="Sora"/>
              </a:defRPr>
            </a:lvl8pPr>
            <a:lvl9pPr lvl="8" rtl="0">
              <a:lnSpc>
                <a:spcPct val="115000"/>
              </a:lnSpc>
              <a:spcBef>
                <a:spcPts val="0"/>
              </a:spcBef>
              <a:spcAft>
                <a:spcPts val="0"/>
              </a:spcAft>
              <a:buSzPts val="2400"/>
              <a:buFont typeface="Sora"/>
              <a:buNone/>
              <a:defRPr b="1" sz="2400">
                <a:latin typeface="Sora"/>
                <a:ea typeface="Sora"/>
                <a:cs typeface="Sora"/>
                <a:sym typeface="Sora"/>
              </a:defRPr>
            </a:lvl9pPr>
          </a:lstStyle>
          <a:p/>
        </p:txBody>
      </p:sp>
      <p:sp>
        <p:nvSpPr>
          <p:cNvPr id="258" name="Google Shape;258;p23"/>
          <p:cNvSpPr txBox="1"/>
          <p:nvPr>
            <p:ph idx="5" type="subTitle"/>
          </p:nvPr>
        </p:nvSpPr>
        <p:spPr>
          <a:xfrm>
            <a:off x="3484422" y="3390800"/>
            <a:ext cx="2175300" cy="394200"/>
          </a:xfrm>
          <a:prstGeom prst="rect">
            <a:avLst/>
          </a:prstGeom>
        </p:spPr>
        <p:txBody>
          <a:bodyPr anchorCtr="0" anchor="b" bIns="91425" lIns="91425" spcFirstLastPara="1" rIns="91425" wrap="square" tIns="91425">
            <a:noAutofit/>
          </a:bodyPr>
          <a:lstStyle>
            <a:lvl1pPr lvl="0" rtl="0">
              <a:lnSpc>
                <a:spcPct val="115000"/>
              </a:lnSpc>
              <a:spcBef>
                <a:spcPts val="0"/>
              </a:spcBef>
              <a:spcAft>
                <a:spcPts val="0"/>
              </a:spcAft>
              <a:buSzPts val="2400"/>
              <a:buFont typeface="Sora"/>
              <a:buNone/>
              <a:defRPr b="1" sz="2000">
                <a:latin typeface="Sora"/>
                <a:ea typeface="Sora"/>
                <a:cs typeface="Sora"/>
                <a:sym typeface="Sora"/>
              </a:defRPr>
            </a:lvl1pPr>
            <a:lvl2pPr lvl="1" rtl="0">
              <a:lnSpc>
                <a:spcPct val="115000"/>
              </a:lnSpc>
              <a:spcBef>
                <a:spcPts val="0"/>
              </a:spcBef>
              <a:spcAft>
                <a:spcPts val="0"/>
              </a:spcAft>
              <a:buSzPts val="2400"/>
              <a:buFont typeface="Sora"/>
              <a:buNone/>
              <a:defRPr b="1" sz="2400">
                <a:latin typeface="Sora"/>
                <a:ea typeface="Sora"/>
                <a:cs typeface="Sora"/>
                <a:sym typeface="Sora"/>
              </a:defRPr>
            </a:lvl2pPr>
            <a:lvl3pPr lvl="2" rtl="0">
              <a:lnSpc>
                <a:spcPct val="115000"/>
              </a:lnSpc>
              <a:spcBef>
                <a:spcPts val="0"/>
              </a:spcBef>
              <a:spcAft>
                <a:spcPts val="0"/>
              </a:spcAft>
              <a:buSzPts val="2400"/>
              <a:buFont typeface="Sora"/>
              <a:buNone/>
              <a:defRPr b="1" sz="2400">
                <a:latin typeface="Sora"/>
                <a:ea typeface="Sora"/>
                <a:cs typeface="Sora"/>
                <a:sym typeface="Sora"/>
              </a:defRPr>
            </a:lvl3pPr>
            <a:lvl4pPr lvl="3" rtl="0">
              <a:lnSpc>
                <a:spcPct val="115000"/>
              </a:lnSpc>
              <a:spcBef>
                <a:spcPts val="0"/>
              </a:spcBef>
              <a:spcAft>
                <a:spcPts val="0"/>
              </a:spcAft>
              <a:buSzPts val="2400"/>
              <a:buFont typeface="Sora"/>
              <a:buNone/>
              <a:defRPr b="1" sz="2400">
                <a:latin typeface="Sora"/>
                <a:ea typeface="Sora"/>
                <a:cs typeface="Sora"/>
                <a:sym typeface="Sora"/>
              </a:defRPr>
            </a:lvl4pPr>
            <a:lvl5pPr lvl="4" rtl="0">
              <a:lnSpc>
                <a:spcPct val="115000"/>
              </a:lnSpc>
              <a:spcBef>
                <a:spcPts val="0"/>
              </a:spcBef>
              <a:spcAft>
                <a:spcPts val="0"/>
              </a:spcAft>
              <a:buSzPts val="2400"/>
              <a:buFont typeface="Sora"/>
              <a:buNone/>
              <a:defRPr b="1" sz="2400">
                <a:latin typeface="Sora"/>
                <a:ea typeface="Sora"/>
                <a:cs typeface="Sora"/>
                <a:sym typeface="Sora"/>
              </a:defRPr>
            </a:lvl5pPr>
            <a:lvl6pPr lvl="5" rtl="0">
              <a:lnSpc>
                <a:spcPct val="115000"/>
              </a:lnSpc>
              <a:spcBef>
                <a:spcPts val="0"/>
              </a:spcBef>
              <a:spcAft>
                <a:spcPts val="0"/>
              </a:spcAft>
              <a:buSzPts val="2400"/>
              <a:buFont typeface="Sora"/>
              <a:buNone/>
              <a:defRPr b="1" sz="2400">
                <a:latin typeface="Sora"/>
                <a:ea typeface="Sora"/>
                <a:cs typeface="Sora"/>
                <a:sym typeface="Sora"/>
              </a:defRPr>
            </a:lvl6pPr>
            <a:lvl7pPr lvl="6" rtl="0">
              <a:lnSpc>
                <a:spcPct val="115000"/>
              </a:lnSpc>
              <a:spcBef>
                <a:spcPts val="0"/>
              </a:spcBef>
              <a:spcAft>
                <a:spcPts val="0"/>
              </a:spcAft>
              <a:buSzPts val="2400"/>
              <a:buFont typeface="Sora"/>
              <a:buNone/>
              <a:defRPr b="1" sz="2400">
                <a:latin typeface="Sora"/>
                <a:ea typeface="Sora"/>
                <a:cs typeface="Sora"/>
                <a:sym typeface="Sora"/>
              </a:defRPr>
            </a:lvl7pPr>
            <a:lvl8pPr lvl="7" rtl="0">
              <a:lnSpc>
                <a:spcPct val="115000"/>
              </a:lnSpc>
              <a:spcBef>
                <a:spcPts val="0"/>
              </a:spcBef>
              <a:spcAft>
                <a:spcPts val="0"/>
              </a:spcAft>
              <a:buSzPts val="2400"/>
              <a:buFont typeface="Sora"/>
              <a:buNone/>
              <a:defRPr b="1" sz="2400">
                <a:latin typeface="Sora"/>
                <a:ea typeface="Sora"/>
                <a:cs typeface="Sora"/>
                <a:sym typeface="Sora"/>
              </a:defRPr>
            </a:lvl8pPr>
            <a:lvl9pPr lvl="8" rtl="0">
              <a:lnSpc>
                <a:spcPct val="115000"/>
              </a:lnSpc>
              <a:spcBef>
                <a:spcPts val="0"/>
              </a:spcBef>
              <a:spcAft>
                <a:spcPts val="0"/>
              </a:spcAft>
              <a:buSzPts val="2400"/>
              <a:buFont typeface="Sora"/>
              <a:buNone/>
              <a:defRPr b="1" sz="2400">
                <a:latin typeface="Sora"/>
                <a:ea typeface="Sora"/>
                <a:cs typeface="Sora"/>
                <a:sym typeface="Sora"/>
              </a:defRPr>
            </a:lvl9pPr>
          </a:lstStyle>
          <a:p/>
        </p:txBody>
      </p:sp>
      <p:sp>
        <p:nvSpPr>
          <p:cNvPr id="259" name="Google Shape;259;p23"/>
          <p:cNvSpPr txBox="1"/>
          <p:nvPr>
            <p:ph idx="6" type="subTitle"/>
          </p:nvPr>
        </p:nvSpPr>
        <p:spPr>
          <a:xfrm>
            <a:off x="6031150" y="3390800"/>
            <a:ext cx="2175300" cy="394200"/>
          </a:xfrm>
          <a:prstGeom prst="rect">
            <a:avLst/>
          </a:prstGeom>
        </p:spPr>
        <p:txBody>
          <a:bodyPr anchorCtr="0" anchor="b" bIns="91425" lIns="91425" spcFirstLastPara="1" rIns="91425" wrap="square" tIns="91425">
            <a:noAutofit/>
          </a:bodyPr>
          <a:lstStyle>
            <a:lvl1pPr lvl="0" rtl="0">
              <a:lnSpc>
                <a:spcPct val="115000"/>
              </a:lnSpc>
              <a:spcBef>
                <a:spcPts val="0"/>
              </a:spcBef>
              <a:spcAft>
                <a:spcPts val="0"/>
              </a:spcAft>
              <a:buSzPts val="2400"/>
              <a:buFont typeface="Sora"/>
              <a:buNone/>
              <a:defRPr b="1" sz="2000">
                <a:latin typeface="Sora"/>
                <a:ea typeface="Sora"/>
                <a:cs typeface="Sora"/>
                <a:sym typeface="Sora"/>
              </a:defRPr>
            </a:lvl1pPr>
            <a:lvl2pPr lvl="1" rtl="0">
              <a:lnSpc>
                <a:spcPct val="115000"/>
              </a:lnSpc>
              <a:spcBef>
                <a:spcPts val="0"/>
              </a:spcBef>
              <a:spcAft>
                <a:spcPts val="0"/>
              </a:spcAft>
              <a:buSzPts val="2400"/>
              <a:buFont typeface="Sora"/>
              <a:buNone/>
              <a:defRPr b="1" sz="2400">
                <a:latin typeface="Sora"/>
                <a:ea typeface="Sora"/>
                <a:cs typeface="Sora"/>
                <a:sym typeface="Sora"/>
              </a:defRPr>
            </a:lvl2pPr>
            <a:lvl3pPr lvl="2" rtl="0">
              <a:lnSpc>
                <a:spcPct val="115000"/>
              </a:lnSpc>
              <a:spcBef>
                <a:spcPts val="0"/>
              </a:spcBef>
              <a:spcAft>
                <a:spcPts val="0"/>
              </a:spcAft>
              <a:buSzPts val="2400"/>
              <a:buFont typeface="Sora"/>
              <a:buNone/>
              <a:defRPr b="1" sz="2400">
                <a:latin typeface="Sora"/>
                <a:ea typeface="Sora"/>
                <a:cs typeface="Sora"/>
                <a:sym typeface="Sora"/>
              </a:defRPr>
            </a:lvl3pPr>
            <a:lvl4pPr lvl="3" rtl="0">
              <a:lnSpc>
                <a:spcPct val="115000"/>
              </a:lnSpc>
              <a:spcBef>
                <a:spcPts val="0"/>
              </a:spcBef>
              <a:spcAft>
                <a:spcPts val="0"/>
              </a:spcAft>
              <a:buSzPts val="2400"/>
              <a:buFont typeface="Sora"/>
              <a:buNone/>
              <a:defRPr b="1" sz="2400">
                <a:latin typeface="Sora"/>
                <a:ea typeface="Sora"/>
                <a:cs typeface="Sora"/>
                <a:sym typeface="Sora"/>
              </a:defRPr>
            </a:lvl4pPr>
            <a:lvl5pPr lvl="4" rtl="0">
              <a:lnSpc>
                <a:spcPct val="115000"/>
              </a:lnSpc>
              <a:spcBef>
                <a:spcPts val="0"/>
              </a:spcBef>
              <a:spcAft>
                <a:spcPts val="0"/>
              </a:spcAft>
              <a:buSzPts val="2400"/>
              <a:buFont typeface="Sora"/>
              <a:buNone/>
              <a:defRPr b="1" sz="2400">
                <a:latin typeface="Sora"/>
                <a:ea typeface="Sora"/>
                <a:cs typeface="Sora"/>
                <a:sym typeface="Sora"/>
              </a:defRPr>
            </a:lvl5pPr>
            <a:lvl6pPr lvl="5" rtl="0">
              <a:lnSpc>
                <a:spcPct val="115000"/>
              </a:lnSpc>
              <a:spcBef>
                <a:spcPts val="0"/>
              </a:spcBef>
              <a:spcAft>
                <a:spcPts val="0"/>
              </a:spcAft>
              <a:buSzPts val="2400"/>
              <a:buFont typeface="Sora"/>
              <a:buNone/>
              <a:defRPr b="1" sz="2400">
                <a:latin typeface="Sora"/>
                <a:ea typeface="Sora"/>
                <a:cs typeface="Sora"/>
                <a:sym typeface="Sora"/>
              </a:defRPr>
            </a:lvl6pPr>
            <a:lvl7pPr lvl="6" rtl="0">
              <a:lnSpc>
                <a:spcPct val="115000"/>
              </a:lnSpc>
              <a:spcBef>
                <a:spcPts val="0"/>
              </a:spcBef>
              <a:spcAft>
                <a:spcPts val="0"/>
              </a:spcAft>
              <a:buSzPts val="2400"/>
              <a:buFont typeface="Sora"/>
              <a:buNone/>
              <a:defRPr b="1" sz="2400">
                <a:latin typeface="Sora"/>
                <a:ea typeface="Sora"/>
                <a:cs typeface="Sora"/>
                <a:sym typeface="Sora"/>
              </a:defRPr>
            </a:lvl7pPr>
            <a:lvl8pPr lvl="7" rtl="0">
              <a:lnSpc>
                <a:spcPct val="115000"/>
              </a:lnSpc>
              <a:spcBef>
                <a:spcPts val="0"/>
              </a:spcBef>
              <a:spcAft>
                <a:spcPts val="0"/>
              </a:spcAft>
              <a:buSzPts val="2400"/>
              <a:buFont typeface="Sora"/>
              <a:buNone/>
              <a:defRPr b="1" sz="2400">
                <a:latin typeface="Sora"/>
                <a:ea typeface="Sora"/>
                <a:cs typeface="Sora"/>
                <a:sym typeface="Sora"/>
              </a:defRPr>
            </a:lvl8pPr>
            <a:lvl9pPr lvl="8" rtl="0">
              <a:lnSpc>
                <a:spcPct val="115000"/>
              </a:lnSpc>
              <a:spcBef>
                <a:spcPts val="0"/>
              </a:spcBef>
              <a:spcAft>
                <a:spcPts val="0"/>
              </a:spcAft>
              <a:buSzPts val="2400"/>
              <a:buFont typeface="Sora"/>
              <a:buNone/>
              <a:defRPr b="1" sz="2400">
                <a:latin typeface="Sora"/>
                <a:ea typeface="Sora"/>
                <a:cs typeface="Sora"/>
                <a:sym typeface="Sora"/>
              </a:defRPr>
            </a:lvl9pPr>
          </a:lstStyle>
          <a:p/>
        </p:txBody>
      </p:sp>
      <p:grpSp>
        <p:nvGrpSpPr>
          <p:cNvPr id="260" name="Google Shape;260;p23"/>
          <p:cNvGrpSpPr/>
          <p:nvPr/>
        </p:nvGrpSpPr>
        <p:grpSpPr>
          <a:xfrm>
            <a:off x="8577868" y="74717"/>
            <a:ext cx="605875" cy="4412242"/>
            <a:chOff x="8577868" y="74717"/>
            <a:chExt cx="605875" cy="4412242"/>
          </a:xfrm>
        </p:grpSpPr>
        <p:sp>
          <p:nvSpPr>
            <p:cNvPr id="261" name="Google Shape;261;p23"/>
            <p:cNvSpPr/>
            <p:nvPr/>
          </p:nvSpPr>
          <p:spPr>
            <a:xfrm>
              <a:off x="8937302" y="74717"/>
              <a:ext cx="246441" cy="246441"/>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23"/>
            <p:cNvSpPr/>
            <p:nvPr/>
          </p:nvSpPr>
          <p:spPr>
            <a:xfrm>
              <a:off x="8577884" y="2792122"/>
              <a:ext cx="181108" cy="181108"/>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23"/>
            <p:cNvSpPr/>
            <p:nvPr/>
          </p:nvSpPr>
          <p:spPr>
            <a:xfrm>
              <a:off x="8577868" y="4353966"/>
              <a:ext cx="132993" cy="132993"/>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4" name="Google Shape;264;p23"/>
          <p:cNvGrpSpPr/>
          <p:nvPr/>
        </p:nvGrpSpPr>
        <p:grpSpPr>
          <a:xfrm>
            <a:off x="8264950" y="539225"/>
            <a:ext cx="672350" cy="4815275"/>
            <a:chOff x="8264950" y="539225"/>
            <a:chExt cx="672350" cy="4815275"/>
          </a:xfrm>
        </p:grpSpPr>
        <p:cxnSp>
          <p:nvCxnSpPr>
            <p:cNvPr id="265" name="Google Shape;265;p23"/>
            <p:cNvCxnSpPr/>
            <p:nvPr/>
          </p:nvCxnSpPr>
          <p:spPr>
            <a:xfrm rot="-5400000">
              <a:off x="6194650" y="2609525"/>
              <a:ext cx="4686900" cy="546300"/>
            </a:xfrm>
            <a:prstGeom prst="bentConnector3">
              <a:avLst>
                <a:gd fmla="val 9059" name="adj1"/>
              </a:avLst>
            </a:prstGeom>
            <a:noFill/>
            <a:ln cap="flat" cmpd="sng" w="19050">
              <a:solidFill>
                <a:schemeClr val="lt2"/>
              </a:solidFill>
              <a:prstDash val="solid"/>
              <a:round/>
              <a:headEnd len="med" w="med" type="none"/>
              <a:tailEnd len="med" w="med" type="oval"/>
            </a:ln>
          </p:spPr>
        </p:cxnSp>
        <p:cxnSp>
          <p:nvCxnSpPr>
            <p:cNvPr id="266" name="Google Shape;266;p23"/>
            <p:cNvCxnSpPr/>
            <p:nvPr/>
          </p:nvCxnSpPr>
          <p:spPr>
            <a:xfrm rot="-5400000">
              <a:off x="6564000" y="2981200"/>
              <a:ext cx="4140000" cy="606600"/>
            </a:xfrm>
            <a:prstGeom prst="bentConnector3">
              <a:avLst>
                <a:gd fmla="val 9476" name="adj1"/>
              </a:avLst>
            </a:prstGeom>
            <a:noFill/>
            <a:ln cap="flat" cmpd="sng" w="19050">
              <a:solidFill>
                <a:schemeClr val="lt2"/>
              </a:solidFill>
              <a:prstDash val="solid"/>
              <a:round/>
              <a:headEnd len="med" w="med" type="none"/>
              <a:tailEnd len="med" w="med" type="oval"/>
            </a:ln>
          </p:spPr>
        </p:cxn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267" name="Shape 267"/>
        <p:cNvGrpSpPr/>
        <p:nvPr/>
      </p:nvGrpSpPr>
      <p:grpSpPr>
        <a:xfrm>
          <a:off x="0" y="0"/>
          <a:ext cx="0" cy="0"/>
          <a:chOff x="0" y="0"/>
          <a:chExt cx="0" cy="0"/>
        </a:xfrm>
      </p:grpSpPr>
      <p:sp>
        <p:nvSpPr>
          <p:cNvPr id="268" name="Google Shape;268;p2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69" name="Google Shape;269;p24"/>
          <p:cNvSpPr txBox="1"/>
          <p:nvPr>
            <p:ph idx="1" type="subTitle"/>
          </p:nvPr>
        </p:nvSpPr>
        <p:spPr>
          <a:xfrm>
            <a:off x="1967648" y="2084667"/>
            <a:ext cx="1978200" cy="6654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p:txBody>
      </p:sp>
      <p:sp>
        <p:nvSpPr>
          <p:cNvPr id="270" name="Google Shape;270;p24"/>
          <p:cNvSpPr txBox="1"/>
          <p:nvPr>
            <p:ph idx="2" type="subTitle"/>
          </p:nvPr>
        </p:nvSpPr>
        <p:spPr>
          <a:xfrm>
            <a:off x="5198152" y="2084667"/>
            <a:ext cx="1978200" cy="6654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p:txBody>
      </p:sp>
      <p:sp>
        <p:nvSpPr>
          <p:cNvPr id="271" name="Google Shape;271;p24"/>
          <p:cNvSpPr txBox="1"/>
          <p:nvPr>
            <p:ph idx="3" type="subTitle"/>
          </p:nvPr>
        </p:nvSpPr>
        <p:spPr>
          <a:xfrm>
            <a:off x="1967648" y="3518067"/>
            <a:ext cx="1978200" cy="6654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p:txBody>
      </p:sp>
      <p:sp>
        <p:nvSpPr>
          <p:cNvPr id="272" name="Google Shape;272;p24"/>
          <p:cNvSpPr txBox="1"/>
          <p:nvPr>
            <p:ph idx="4" type="subTitle"/>
          </p:nvPr>
        </p:nvSpPr>
        <p:spPr>
          <a:xfrm>
            <a:off x="5198152" y="3518067"/>
            <a:ext cx="1978200" cy="6654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p:txBody>
      </p:sp>
      <p:sp>
        <p:nvSpPr>
          <p:cNvPr id="273" name="Google Shape;273;p24"/>
          <p:cNvSpPr txBox="1"/>
          <p:nvPr>
            <p:ph idx="5" type="subTitle"/>
          </p:nvPr>
        </p:nvSpPr>
        <p:spPr>
          <a:xfrm>
            <a:off x="1967648" y="1778725"/>
            <a:ext cx="1978200" cy="405600"/>
          </a:xfrm>
          <a:prstGeom prst="rect">
            <a:avLst/>
          </a:prstGeom>
        </p:spPr>
        <p:txBody>
          <a:bodyPr anchorCtr="0" anchor="b" bIns="91425" lIns="91425" spcFirstLastPara="1" rIns="91425" wrap="square" tIns="91425">
            <a:noAutofit/>
          </a:bodyPr>
          <a:lstStyle>
            <a:lvl1pPr lvl="0" rtl="0">
              <a:lnSpc>
                <a:spcPct val="115000"/>
              </a:lnSpc>
              <a:spcBef>
                <a:spcPts val="0"/>
              </a:spcBef>
              <a:spcAft>
                <a:spcPts val="0"/>
              </a:spcAft>
              <a:buSzPts val="2400"/>
              <a:buFont typeface="Sora"/>
              <a:buNone/>
              <a:defRPr b="1" sz="2000">
                <a:latin typeface="Sora"/>
                <a:ea typeface="Sora"/>
                <a:cs typeface="Sora"/>
                <a:sym typeface="Sora"/>
              </a:defRPr>
            </a:lvl1pPr>
            <a:lvl2pPr lvl="1" rtl="0">
              <a:lnSpc>
                <a:spcPct val="115000"/>
              </a:lnSpc>
              <a:spcBef>
                <a:spcPts val="0"/>
              </a:spcBef>
              <a:spcAft>
                <a:spcPts val="0"/>
              </a:spcAft>
              <a:buSzPts val="2400"/>
              <a:buFont typeface="Sora"/>
              <a:buNone/>
              <a:defRPr b="1" sz="2400">
                <a:latin typeface="Sora"/>
                <a:ea typeface="Sora"/>
                <a:cs typeface="Sora"/>
                <a:sym typeface="Sora"/>
              </a:defRPr>
            </a:lvl2pPr>
            <a:lvl3pPr lvl="2" rtl="0">
              <a:lnSpc>
                <a:spcPct val="115000"/>
              </a:lnSpc>
              <a:spcBef>
                <a:spcPts val="0"/>
              </a:spcBef>
              <a:spcAft>
                <a:spcPts val="0"/>
              </a:spcAft>
              <a:buSzPts val="2400"/>
              <a:buFont typeface="Sora"/>
              <a:buNone/>
              <a:defRPr b="1" sz="2400">
                <a:latin typeface="Sora"/>
                <a:ea typeface="Sora"/>
                <a:cs typeface="Sora"/>
                <a:sym typeface="Sora"/>
              </a:defRPr>
            </a:lvl3pPr>
            <a:lvl4pPr lvl="3" rtl="0">
              <a:lnSpc>
                <a:spcPct val="115000"/>
              </a:lnSpc>
              <a:spcBef>
                <a:spcPts val="0"/>
              </a:spcBef>
              <a:spcAft>
                <a:spcPts val="0"/>
              </a:spcAft>
              <a:buSzPts val="2400"/>
              <a:buFont typeface="Sora"/>
              <a:buNone/>
              <a:defRPr b="1" sz="2400">
                <a:latin typeface="Sora"/>
                <a:ea typeface="Sora"/>
                <a:cs typeface="Sora"/>
                <a:sym typeface="Sora"/>
              </a:defRPr>
            </a:lvl4pPr>
            <a:lvl5pPr lvl="4" rtl="0">
              <a:lnSpc>
                <a:spcPct val="115000"/>
              </a:lnSpc>
              <a:spcBef>
                <a:spcPts val="0"/>
              </a:spcBef>
              <a:spcAft>
                <a:spcPts val="0"/>
              </a:spcAft>
              <a:buSzPts val="2400"/>
              <a:buFont typeface="Sora"/>
              <a:buNone/>
              <a:defRPr b="1" sz="2400">
                <a:latin typeface="Sora"/>
                <a:ea typeface="Sora"/>
                <a:cs typeface="Sora"/>
                <a:sym typeface="Sora"/>
              </a:defRPr>
            </a:lvl5pPr>
            <a:lvl6pPr lvl="5" rtl="0">
              <a:lnSpc>
                <a:spcPct val="115000"/>
              </a:lnSpc>
              <a:spcBef>
                <a:spcPts val="0"/>
              </a:spcBef>
              <a:spcAft>
                <a:spcPts val="0"/>
              </a:spcAft>
              <a:buSzPts val="2400"/>
              <a:buFont typeface="Sora"/>
              <a:buNone/>
              <a:defRPr b="1" sz="2400">
                <a:latin typeface="Sora"/>
                <a:ea typeface="Sora"/>
                <a:cs typeface="Sora"/>
                <a:sym typeface="Sora"/>
              </a:defRPr>
            </a:lvl6pPr>
            <a:lvl7pPr lvl="6" rtl="0">
              <a:lnSpc>
                <a:spcPct val="115000"/>
              </a:lnSpc>
              <a:spcBef>
                <a:spcPts val="0"/>
              </a:spcBef>
              <a:spcAft>
                <a:spcPts val="0"/>
              </a:spcAft>
              <a:buSzPts val="2400"/>
              <a:buFont typeface="Sora"/>
              <a:buNone/>
              <a:defRPr b="1" sz="2400">
                <a:latin typeface="Sora"/>
                <a:ea typeface="Sora"/>
                <a:cs typeface="Sora"/>
                <a:sym typeface="Sora"/>
              </a:defRPr>
            </a:lvl7pPr>
            <a:lvl8pPr lvl="7" rtl="0">
              <a:lnSpc>
                <a:spcPct val="115000"/>
              </a:lnSpc>
              <a:spcBef>
                <a:spcPts val="0"/>
              </a:spcBef>
              <a:spcAft>
                <a:spcPts val="0"/>
              </a:spcAft>
              <a:buSzPts val="2400"/>
              <a:buFont typeface="Sora"/>
              <a:buNone/>
              <a:defRPr b="1" sz="2400">
                <a:latin typeface="Sora"/>
                <a:ea typeface="Sora"/>
                <a:cs typeface="Sora"/>
                <a:sym typeface="Sora"/>
              </a:defRPr>
            </a:lvl8pPr>
            <a:lvl9pPr lvl="8" rtl="0">
              <a:lnSpc>
                <a:spcPct val="115000"/>
              </a:lnSpc>
              <a:spcBef>
                <a:spcPts val="0"/>
              </a:spcBef>
              <a:spcAft>
                <a:spcPts val="0"/>
              </a:spcAft>
              <a:buSzPts val="2400"/>
              <a:buFont typeface="Sora"/>
              <a:buNone/>
              <a:defRPr b="1" sz="2400">
                <a:latin typeface="Sora"/>
                <a:ea typeface="Sora"/>
                <a:cs typeface="Sora"/>
                <a:sym typeface="Sora"/>
              </a:defRPr>
            </a:lvl9pPr>
          </a:lstStyle>
          <a:p/>
        </p:txBody>
      </p:sp>
      <p:sp>
        <p:nvSpPr>
          <p:cNvPr id="274" name="Google Shape;274;p24"/>
          <p:cNvSpPr txBox="1"/>
          <p:nvPr>
            <p:ph idx="6" type="subTitle"/>
          </p:nvPr>
        </p:nvSpPr>
        <p:spPr>
          <a:xfrm>
            <a:off x="5198150" y="1778725"/>
            <a:ext cx="1978200" cy="405600"/>
          </a:xfrm>
          <a:prstGeom prst="rect">
            <a:avLst/>
          </a:prstGeom>
        </p:spPr>
        <p:txBody>
          <a:bodyPr anchorCtr="0" anchor="b" bIns="91425" lIns="91425" spcFirstLastPara="1" rIns="91425" wrap="square" tIns="91425">
            <a:noAutofit/>
          </a:bodyPr>
          <a:lstStyle>
            <a:lvl1pPr lvl="0" rtl="0">
              <a:lnSpc>
                <a:spcPct val="115000"/>
              </a:lnSpc>
              <a:spcBef>
                <a:spcPts val="0"/>
              </a:spcBef>
              <a:spcAft>
                <a:spcPts val="0"/>
              </a:spcAft>
              <a:buSzPts val="2400"/>
              <a:buFont typeface="Sora"/>
              <a:buNone/>
              <a:defRPr b="1" sz="2000">
                <a:latin typeface="Sora"/>
                <a:ea typeface="Sora"/>
                <a:cs typeface="Sora"/>
                <a:sym typeface="Sora"/>
              </a:defRPr>
            </a:lvl1pPr>
            <a:lvl2pPr lvl="1" rtl="0">
              <a:lnSpc>
                <a:spcPct val="115000"/>
              </a:lnSpc>
              <a:spcBef>
                <a:spcPts val="0"/>
              </a:spcBef>
              <a:spcAft>
                <a:spcPts val="0"/>
              </a:spcAft>
              <a:buSzPts val="2400"/>
              <a:buFont typeface="Sora"/>
              <a:buNone/>
              <a:defRPr b="1" sz="2400">
                <a:latin typeface="Sora"/>
                <a:ea typeface="Sora"/>
                <a:cs typeface="Sora"/>
                <a:sym typeface="Sora"/>
              </a:defRPr>
            </a:lvl2pPr>
            <a:lvl3pPr lvl="2" rtl="0">
              <a:lnSpc>
                <a:spcPct val="115000"/>
              </a:lnSpc>
              <a:spcBef>
                <a:spcPts val="0"/>
              </a:spcBef>
              <a:spcAft>
                <a:spcPts val="0"/>
              </a:spcAft>
              <a:buSzPts val="2400"/>
              <a:buFont typeface="Sora"/>
              <a:buNone/>
              <a:defRPr b="1" sz="2400">
                <a:latin typeface="Sora"/>
                <a:ea typeface="Sora"/>
                <a:cs typeface="Sora"/>
                <a:sym typeface="Sora"/>
              </a:defRPr>
            </a:lvl3pPr>
            <a:lvl4pPr lvl="3" rtl="0">
              <a:lnSpc>
                <a:spcPct val="115000"/>
              </a:lnSpc>
              <a:spcBef>
                <a:spcPts val="0"/>
              </a:spcBef>
              <a:spcAft>
                <a:spcPts val="0"/>
              </a:spcAft>
              <a:buSzPts val="2400"/>
              <a:buFont typeface="Sora"/>
              <a:buNone/>
              <a:defRPr b="1" sz="2400">
                <a:latin typeface="Sora"/>
                <a:ea typeface="Sora"/>
                <a:cs typeface="Sora"/>
                <a:sym typeface="Sora"/>
              </a:defRPr>
            </a:lvl4pPr>
            <a:lvl5pPr lvl="4" rtl="0">
              <a:lnSpc>
                <a:spcPct val="115000"/>
              </a:lnSpc>
              <a:spcBef>
                <a:spcPts val="0"/>
              </a:spcBef>
              <a:spcAft>
                <a:spcPts val="0"/>
              </a:spcAft>
              <a:buSzPts val="2400"/>
              <a:buFont typeface="Sora"/>
              <a:buNone/>
              <a:defRPr b="1" sz="2400">
                <a:latin typeface="Sora"/>
                <a:ea typeface="Sora"/>
                <a:cs typeface="Sora"/>
                <a:sym typeface="Sora"/>
              </a:defRPr>
            </a:lvl5pPr>
            <a:lvl6pPr lvl="5" rtl="0">
              <a:lnSpc>
                <a:spcPct val="115000"/>
              </a:lnSpc>
              <a:spcBef>
                <a:spcPts val="0"/>
              </a:spcBef>
              <a:spcAft>
                <a:spcPts val="0"/>
              </a:spcAft>
              <a:buSzPts val="2400"/>
              <a:buFont typeface="Sora"/>
              <a:buNone/>
              <a:defRPr b="1" sz="2400">
                <a:latin typeface="Sora"/>
                <a:ea typeface="Sora"/>
                <a:cs typeface="Sora"/>
                <a:sym typeface="Sora"/>
              </a:defRPr>
            </a:lvl6pPr>
            <a:lvl7pPr lvl="6" rtl="0">
              <a:lnSpc>
                <a:spcPct val="115000"/>
              </a:lnSpc>
              <a:spcBef>
                <a:spcPts val="0"/>
              </a:spcBef>
              <a:spcAft>
                <a:spcPts val="0"/>
              </a:spcAft>
              <a:buSzPts val="2400"/>
              <a:buFont typeface="Sora"/>
              <a:buNone/>
              <a:defRPr b="1" sz="2400">
                <a:latin typeface="Sora"/>
                <a:ea typeface="Sora"/>
                <a:cs typeface="Sora"/>
                <a:sym typeface="Sora"/>
              </a:defRPr>
            </a:lvl7pPr>
            <a:lvl8pPr lvl="7" rtl="0">
              <a:lnSpc>
                <a:spcPct val="115000"/>
              </a:lnSpc>
              <a:spcBef>
                <a:spcPts val="0"/>
              </a:spcBef>
              <a:spcAft>
                <a:spcPts val="0"/>
              </a:spcAft>
              <a:buSzPts val="2400"/>
              <a:buFont typeface="Sora"/>
              <a:buNone/>
              <a:defRPr b="1" sz="2400">
                <a:latin typeface="Sora"/>
                <a:ea typeface="Sora"/>
                <a:cs typeface="Sora"/>
                <a:sym typeface="Sora"/>
              </a:defRPr>
            </a:lvl8pPr>
            <a:lvl9pPr lvl="8" rtl="0">
              <a:lnSpc>
                <a:spcPct val="115000"/>
              </a:lnSpc>
              <a:spcBef>
                <a:spcPts val="0"/>
              </a:spcBef>
              <a:spcAft>
                <a:spcPts val="0"/>
              </a:spcAft>
              <a:buSzPts val="2400"/>
              <a:buFont typeface="Sora"/>
              <a:buNone/>
              <a:defRPr b="1" sz="2400">
                <a:latin typeface="Sora"/>
                <a:ea typeface="Sora"/>
                <a:cs typeface="Sora"/>
                <a:sym typeface="Sora"/>
              </a:defRPr>
            </a:lvl9pPr>
          </a:lstStyle>
          <a:p/>
        </p:txBody>
      </p:sp>
      <p:sp>
        <p:nvSpPr>
          <p:cNvPr id="275" name="Google Shape;275;p24"/>
          <p:cNvSpPr txBox="1"/>
          <p:nvPr>
            <p:ph idx="7" type="subTitle"/>
          </p:nvPr>
        </p:nvSpPr>
        <p:spPr>
          <a:xfrm>
            <a:off x="1967648" y="3212175"/>
            <a:ext cx="1978200" cy="405600"/>
          </a:xfrm>
          <a:prstGeom prst="rect">
            <a:avLst/>
          </a:prstGeom>
        </p:spPr>
        <p:txBody>
          <a:bodyPr anchorCtr="0" anchor="b" bIns="91425" lIns="91425" spcFirstLastPara="1" rIns="91425" wrap="square" tIns="91425">
            <a:noAutofit/>
          </a:bodyPr>
          <a:lstStyle>
            <a:lvl1pPr lvl="0" rtl="0">
              <a:lnSpc>
                <a:spcPct val="115000"/>
              </a:lnSpc>
              <a:spcBef>
                <a:spcPts val="0"/>
              </a:spcBef>
              <a:spcAft>
                <a:spcPts val="0"/>
              </a:spcAft>
              <a:buSzPts val="2400"/>
              <a:buFont typeface="Sora"/>
              <a:buNone/>
              <a:defRPr b="1" sz="2000">
                <a:latin typeface="Sora"/>
                <a:ea typeface="Sora"/>
                <a:cs typeface="Sora"/>
                <a:sym typeface="Sora"/>
              </a:defRPr>
            </a:lvl1pPr>
            <a:lvl2pPr lvl="1" rtl="0">
              <a:lnSpc>
                <a:spcPct val="115000"/>
              </a:lnSpc>
              <a:spcBef>
                <a:spcPts val="0"/>
              </a:spcBef>
              <a:spcAft>
                <a:spcPts val="0"/>
              </a:spcAft>
              <a:buSzPts val="2400"/>
              <a:buFont typeface="Sora"/>
              <a:buNone/>
              <a:defRPr b="1" sz="2400">
                <a:latin typeface="Sora"/>
                <a:ea typeface="Sora"/>
                <a:cs typeface="Sora"/>
                <a:sym typeface="Sora"/>
              </a:defRPr>
            </a:lvl2pPr>
            <a:lvl3pPr lvl="2" rtl="0">
              <a:lnSpc>
                <a:spcPct val="115000"/>
              </a:lnSpc>
              <a:spcBef>
                <a:spcPts val="0"/>
              </a:spcBef>
              <a:spcAft>
                <a:spcPts val="0"/>
              </a:spcAft>
              <a:buSzPts val="2400"/>
              <a:buFont typeface="Sora"/>
              <a:buNone/>
              <a:defRPr b="1" sz="2400">
                <a:latin typeface="Sora"/>
                <a:ea typeface="Sora"/>
                <a:cs typeface="Sora"/>
                <a:sym typeface="Sora"/>
              </a:defRPr>
            </a:lvl3pPr>
            <a:lvl4pPr lvl="3" rtl="0">
              <a:lnSpc>
                <a:spcPct val="115000"/>
              </a:lnSpc>
              <a:spcBef>
                <a:spcPts val="0"/>
              </a:spcBef>
              <a:spcAft>
                <a:spcPts val="0"/>
              </a:spcAft>
              <a:buSzPts val="2400"/>
              <a:buFont typeface="Sora"/>
              <a:buNone/>
              <a:defRPr b="1" sz="2400">
                <a:latin typeface="Sora"/>
                <a:ea typeface="Sora"/>
                <a:cs typeface="Sora"/>
                <a:sym typeface="Sora"/>
              </a:defRPr>
            </a:lvl4pPr>
            <a:lvl5pPr lvl="4" rtl="0">
              <a:lnSpc>
                <a:spcPct val="115000"/>
              </a:lnSpc>
              <a:spcBef>
                <a:spcPts val="0"/>
              </a:spcBef>
              <a:spcAft>
                <a:spcPts val="0"/>
              </a:spcAft>
              <a:buSzPts val="2400"/>
              <a:buFont typeface="Sora"/>
              <a:buNone/>
              <a:defRPr b="1" sz="2400">
                <a:latin typeface="Sora"/>
                <a:ea typeface="Sora"/>
                <a:cs typeface="Sora"/>
                <a:sym typeface="Sora"/>
              </a:defRPr>
            </a:lvl5pPr>
            <a:lvl6pPr lvl="5" rtl="0">
              <a:lnSpc>
                <a:spcPct val="115000"/>
              </a:lnSpc>
              <a:spcBef>
                <a:spcPts val="0"/>
              </a:spcBef>
              <a:spcAft>
                <a:spcPts val="0"/>
              </a:spcAft>
              <a:buSzPts val="2400"/>
              <a:buFont typeface="Sora"/>
              <a:buNone/>
              <a:defRPr b="1" sz="2400">
                <a:latin typeface="Sora"/>
                <a:ea typeface="Sora"/>
                <a:cs typeface="Sora"/>
                <a:sym typeface="Sora"/>
              </a:defRPr>
            </a:lvl6pPr>
            <a:lvl7pPr lvl="6" rtl="0">
              <a:lnSpc>
                <a:spcPct val="115000"/>
              </a:lnSpc>
              <a:spcBef>
                <a:spcPts val="0"/>
              </a:spcBef>
              <a:spcAft>
                <a:spcPts val="0"/>
              </a:spcAft>
              <a:buSzPts val="2400"/>
              <a:buFont typeface="Sora"/>
              <a:buNone/>
              <a:defRPr b="1" sz="2400">
                <a:latin typeface="Sora"/>
                <a:ea typeface="Sora"/>
                <a:cs typeface="Sora"/>
                <a:sym typeface="Sora"/>
              </a:defRPr>
            </a:lvl7pPr>
            <a:lvl8pPr lvl="7" rtl="0">
              <a:lnSpc>
                <a:spcPct val="115000"/>
              </a:lnSpc>
              <a:spcBef>
                <a:spcPts val="0"/>
              </a:spcBef>
              <a:spcAft>
                <a:spcPts val="0"/>
              </a:spcAft>
              <a:buSzPts val="2400"/>
              <a:buFont typeface="Sora"/>
              <a:buNone/>
              <a:defRPr b="1" sz="2400">
                <a:latin typeface="Sora"/>
                <a:ea typeface="Sora"/>
                <a:cs typeface="Sora"/>
                <a:sym typeface="Sora"/>
              </a:defRPr>
            </a:lvl8pPr>
            <a:lvl9pPr lvl="8" rtl="0">
              <a:lnSpc>
                <a:spcPct val="115000"/>
              </a:lnSpc>
              <a:spcBef>
                <a:spcPts val="0"/>
              </a:spcBef>
              <a:spcAft>
                <a:spcPts val="0"/>
              </a:spcAft>
              <a:buSzPts val="2400"/>
              <a:buFont typeface="Sora"/>
              <a:buNone/>
              <a:defRPr b="1" sz="2400">
                <a:latin typeface="Sora"/>
                <a:ea typeface="Sora"/>
                <a:cs typeface="Sora"/>
                <a:sym typeface="Sora"/>
              </a:defRPr>
            </a:lvl9pPr>
          </a:lstStyle>
          <a:p/>
        </p:txBody>
      </p:sp>
      <p:sp>
        <p:nvSpPr>
          <p:cNvPr id="276" name="Google Shape;276;p24"/>
          <p:cNvSpPr txBox="1"/>
          <p:nvPr>
            <p:ph idx="8" type="subTitle"/>
          </p:nvPr>
        </p:nvSpPr>
        <p:spPr>
          <a:xfrm>
            <a:off x="5198150" y="3212175"/>
            <a:ext cx="1978200" cy="405600"/>
          </a:xfrm>
          <a:prstGeom prst="rect">
            <a:avLst/>
          </a:prstGeom>
        </p:spPr>
        <p:txBody>
          <a:bodyPr anchorCtr="0" anchor="b" bIns="91425" lIns="91425" spcFirstLastPara="1" rIns="91425" wrap="square" tIns="91425">
            <a:noAutofit/>
          </a:bodyPr>
          <a:lstStyle>
            <a:lvl1pPr lvl="0" rtl="0">
              <a:lnSpc>
                <a:spcPct val="115000"/>
              </a:lnSpc>
              <a:spcBef>
                <a:spcPts val="0"/>
              </a:spcBef>
              <a:spcAft>
                <a:spcPts val="0"/>
              </a:spcAft>
              <a:buSzPts val="2400"/>
              <a:buFont typeface="Sora"/>
              <a:buNone/>
              <a:defRPr b="1" sz="2000">
                <a:latin typeface="Sora"/>
                <a:ea typeface="Sora"/>
                <a:cs typeface="Sora"/>
                <a:sym typeface="Sora"/>
              </a:defRPr>
            </a:lvl1pPr>
            <a:lvl2pPr lvl="1" rtl="0">
              <a:lnSpc>
                <a:spcPct val="115000"/>
              </a:lnSpc>
              <a:spcBef>
                <a:spcPts val="0"/>
              </a:spcBef>
              <a:spcAft>
                <a:spcPts val="0"/>
              </a:spcAft>
              <a:buSzPts val="2400"/>
              <a:buFont typeface="Sora"/>
              <a:buNone/>
              <a:defRPr b="1" sz="2400">
                <a:latin typeface="Sora"/>
                <a:ea typeface="Sora"/>
                <a:cs typeface="Sora"/>
                <a:sym typeface="Sora"/>
              </a:defRPr>
            </a:lvl2pPr>
            <a:lvl3pPr lvl="2" rtl="0">
              <a:lnSpc>
                <a:spcPct val="115000"/>
              </a:lnSpc>
              <a:spcBef>
                <a:spcPts val="0"/>
              </a:spcBef>
              <a:spcAft>
                <a:spcPts val="0"/>
              </a:spcAft>
              <a:buSzPts val="2400"/>
              <a:buFont typeface="Sora"/>
              <a:buNone/>
              <a:defRPr b="1" sz="2400">
                <a:latin typeface="Sora"/>
                <a:ea typeface="Sora"/>
                <a:cs typeface="Sora"/>
                <a:sym typeface="Sora"/>
              </a:defRPr>
            </a:lvl3pPr>
            <a:lvl4pPr lvl="3" rtl="0">
              <a:lnSpc>
                <a:spcPct val="115000"/>
              </a:lnSpc>
              <a:spcBef>
                <a:spcPts val="0"/>
              </a:spcBef>
              <a:spcAft>
                <a:spcPts val="0"/>
              </a:spcAft>
              <a:buSzPts val="2400"/>
              <a:buFont typeface="Sora"/>
              <a:buNone/>
              <a:defRPr b="1" sz="2400">
                <a:latin typeface="Sora"/>
                <a:ea typeface="Sora"/>
                <a:cs typeface="Sora"/>
                <a:sym typeface="Sora"/>
              </a:defRPr>
            </a:lvl4pPr>
            <a:lvl5pPr lvl="4" rtl="0">
              <a:lnSpc>
                <a:spcPct val="115000"/>
              </a:lnSpc>
              <a:spcBef>
                <a:spcPts val="0"/>
              </a:spcBef>
              <a:spcAft>
                <a:spcPts val="0"/>
              </a:spcAft>
              <a:buSzPts val="2400"/>
              <a:buFont typeface="Sora"/>
              <a:buNone/>
              <a:defRPr b="1" sz="2400">
                <a:latin typeface="Sora"/>
                <a:ea typeface="Sora"/>
                <a:cs typeface="Sora"/>
                <a:sym typeface="Sora"/>
              </a:defRPr>
            </a:lvl5pPr>
            <a:lvl6pPr lvl="5" rtl="0">
              <a:lnSpc>
                <a:spcPct val="115000"/>
              </a:lnSpc>
              <a:spcBef>
                <a:spcPts val="0"/>
              </a:spcBef>
              <a:spcAft>
                <a:spcPts val="0"/>
              </a:spcAft>
              <a:buSzPts val="2400"/>
              <a:buFont typeface="Sora"/>
              <a:buNone/>
              <a:defRPr b="1" sz="2400">
                <a:latin typeface="Sora"/>
                <a:ea typeface="Sora"/>
                <a:cs typeface="Sora"/>
                <a:sym typeface="Sora"/>
              </a:defRPr>
            </a:lvl6pPr>
            <a:lvl7pPr lvl="6" rtl="0">
              <a:lnSpc>
                <a:spcPct val="115000"/>
              </a:lnSpc>
              <a:spcBef>
                <a:spcPts val="0"/>
              </a:spcBef>
              <a:spcAft>
                <a:spcPts val="0"/>
              </a:spcAft>
              <a:buSzPts val="2400"/>
              <a:buFont typeface="Sora"/>
              <a:buNone/>
              <a:defRPr b="1" sz="2400">
                <a:latin typeface="Sora"/>
                <a:ea typeface="Sora"/>
                <a:cs typeface="Sora"/>
                <a:sym typeface="Sora"/>
              </a:defRPr>
            </a:lvl7pPr>
            <a:lvl8pPr lvl="7" rtl="0">
              <a:lnSpc>
                <a:spcPct val="115000"/>
              </a:lnSpc>
              <a:spcBef>
                <a:spcPts val="0"/>
              </a:spcBef>
              <a:spcAft>
                <a:spcPts val="0"/>
              </a:spcAft>
              <a:buSzPts val="2400"/>
              <a:buFont typeface="Sora"/>
              <a:buNone/>
              <a:defRPr b="1" sz="2400">
                <a:latin typeface="Sora"/>
                <a:ea typeface="Sora"/>
                <a:cs typeface="Sora"/>
                <a:sym typeface="Sora"/>
              </a:defRPr>
            </a:lvl8pPr>
            <a:lvl9pPr lvl="8" rtl="0">
              <a:lnSpc>
                <a:spcPct val="115000"/>
              </a:lnSpc>
              <a:spcBef>
                <a:spcPts val="0"/>
              </a:spcBef>
              <a:spcAft>
                <a:spcPts val="0"/>
              </a:spcAft>
              <a:buSzPts val="2400"/>
              <a:buFont typeface="Sora"/>
              <a:buNone/>
              <a:defRPr b="1" sz="2400">
                <a:latin typeface="Sora"/>
                <a:ea typeface="Sora"/>
                <a:cs typeface="Sora"/>
                <a:sym typeface="Sora"/>
              </a:defRPr>
            </a:lvl9pPr>
          </a:lstStyle>
          <a:p/>
        </p:txBody>
      </p:sp>
      <p:grpSp>
        <p:nvGrpSpPr>
          <p:cNvPr id="277" name="Google Shape;277;p24"/>
          <p:cNvGrpSpPr/>
          <p:nvPr/>
        </p:nvGrpSpPr>
        <p:grpSpPr>
          <a:xfrm>
            <a:off x="184960" y="-914261"/>
            <a:ext cx="8511650" cy="5875100"/>
            <a:chOff x="184960" y="-914261"/>
            <a:chExt cx="8511650" cy="5875100"/>
          </a:xfrm>
        </p:grpSpPr>
        <p:cxnSp>
          <p:nvCxnSpPr>
            <p:cNvPr id="278" name="Google Shape;278;p24"/>
            <p:cNvCxnSpPr/>
            <p:nvPr/>
          </p:nvCxnSpPr>
          <p:spPr>
            <a:xfrm rot="5400000">
              <a:off x="-1759290" y="1284414"/>
              <a:ext cx="4686900" cy="546300"/>
            </a:xfrm>
            <a:prstGeom prst="bentConnector3">
              <a:avLst>
                <a:gd fmla="val 18882" name="adj1"/>
              </a:avLst>
            </a:prstGeom>
            <a:noFill/>
            <a:ln cap="flat" cmpd="sng" w="19050">
              <a:solidFill>
                <a:schemeClr val="lt2"/>
              </a:solidFill>
              <a:prstDash val="solid"/>
              <a:round/>
              <a:headEnd len="med" w="med" type="none"/>
              <a:tailEnd len="med" w="med" type="oval"/>
            </a:ln>
          </p:spPr>
        </p:cxnSp>
        <p:cxnSp>
          <p:nvCxnSpPr>
            <p:cNvPr id="279" name="Google Shape;279;p24"/>
            <p:cNvCxnSpPr/>
            <p:nvPr/>
          </p:nvCxnSpPr>
          <p:spPr>
            <a:xfrm rot="5400000">
              <a:off x="-1581740" y="852439"/>
              <a:ext cx="4140000" cy="606600"/>
            </a:xfrm>
            <a:prstGeom prst="bentConnector3">
              <a:avLst>
                <a:gd fmla="val 32793" name="adj1"/>
              </a:avLst>
            </a:prstGeom>
            <a:noFill/>
            <a:ln cap="flat" cmpd="sng" w="19050">
              <a:solidFill>
                <a:schemeClr val="lt2"/>
              </a:solidFill>
              <a:prstDash val="solid"/>
              <a:round/>
              <a:headEnd len="med" w="med" type="none"/>
              <a:tailEnd len="med" w="med" type="oval"/>
            </a:ln>
          </p:spPr>
        </p:cxnSp>
        <p:cxnSp>
          <p:nvCxnSpPr>
            <p:cNvPr id="280" name="Google Shape;280;p24"/>
            <p:cNvCxnSpPr/>
            <p:nvPr/>
          </p:nvCxnSpPr>
          <p:spPr>
            <a:xfrm rot="5400000">
              <a:off x="5885760" y="2149989"/>
              <a:ext cx="5112900" cy="508800"/>
            </a:xfrm>
            <a:prstGeom prst="bentConnector3">
              <a:avLst>
                <a:gd fmla="val 50000" name="adj1"/>
              </a:avLst>
            </a:prstGeom>
            <a:noFill/>
            <a:ln cap="flat" cmpd="sng" w="19050">
              <a:solidFill>
                <a:schemeClr val="lt2"/>
              </a:solidFill>
              <a:prstDash val="solid"/>
              <a:round/>
              <a:headEnd len="med" w="med" type="none"/>
              <a:tailEnd len="med" w="med" type="oval"/>
            </a:ln>
          </p:spPr>
        </p:cxnSp>
        <p:cxnSp>
          <p:nvCxnSpPr>
            <p:cNvPr id="281" name="Google Shape;281;p24"/>
            <p:cNvCxnSpPr/>
            <p:nvPr/>
          </p:nvCxnSpPr>
          <p:spPr>
            <a:xfrm rot="5400000">
              <a:off x="5659460" y="1671214"/>
              <a:ext cx="5112900" cy="508800"/>
            </a:xfrm>
            <a:prstGeom prst="bentConnector3">
              <a:avLst>
                <a:gd fmla="val 50000" name="adj1"/>
              </a:avLst>
            </a:prstGeom>
            <a:noFill/>
            <a:ln cap="flat" cmpd="sng" w="19050">
              <a:solidFill>
                <a:schemeClr val="lt2"/>
              </a:solidFill>
              <a:prstDash val="solid"/>
              <a:round/>
              <a:headEnd len="med" w="med" type="none"/>
              <a:tailEnd len="med" w="med" type="oval"/>
            </a:ln>
          </p:spPr>
        </p:cxnSp>
      </p:grpSp>
      <p:grpSp>
        <p:nvGrpSpPr>
          <p:cNvPr id="282" name="Google Shape;282;p24"/>
          <p:cNvGrpSpPr/>
          <p:nvPr/>
        </p:nvGrpSpPr>
        <p:grpSpPr>
          <a:xfrm>
            <a:off x="4047014" y="27379"/>
            <a:ext cx="4845881" cy="3896497"/>
            <a:chOff x="4047014" y="27379"/>
            <a:chExt cx="4845881" cy="3896497"/>
          </a:xfrm>
        </p:grpSpPr>
        <p:sp>
          <p:nvSpPr>
            <p:cNvPr id="283" name="Google Shape;283;p24"/>
            <p:cNvSpPr/>
            <p:nvPr/>
          </p:nvSpPr>
          <p:spPr>
            <a:xfrm rot="-5400000">
              <a:off x="4047014" y="223696"/>
              <a:ext cx="246441" cy="246441"/>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24"/>
            <p:cNvSpPr/>
            <p:nvPr/>
          </p:nvSpPr>
          <p:spPr>
            <a:xfrm rot="-5400000">
              <a:off x="8470281" y="3727561"/>
              <a:ext cx="196332" cy="196299"/>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24"/>
            <p:cNvSpPr/>
            <p:nvPr/>
          </p:nvSpPr>
          <p:spPr>
            <a:xfrm rot="-5400000">
              <a:off x="8641534" y="2927466"/>
              <a:ext cx="251378" cy="251344"/>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24"/>
            <p:cNvSpPr/>
            <p:nvPr/>
          </p:nvSpPr>
          <p:spPr>
            <a:xfrm rot="-5400000">
              <a:off x="4391516" y="27388"/>
              <a:ext cx="156245" cy="156228"/>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24"/>
            <p:cNvSpPr/>
            <p:nvPr/>
          </p:nvSpPr>
          <p:spPr>
            <a:xfrm rot="-5400000">
              <a:off x="8470291" y="2624037"/>
              <a:ext cx="161895" cy="161879"/>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288" name="Shape 288"/>
        <p:cNvGrpSpPr/>
        <p:nvPr/>
      </p:nvGrpSpPr>
      <p:grpSpPr>
        <a:xfrm>
          <a:off x="0" y="0"/>
          <a:ext cx="0" cy="0"/>
          <a:chOff x="0" y="0"/>
          <a:chExt cx="0" cy="0"/>
        </a:xfrm>
      </p:grpSpPr>
      <p:sp>
        <p:nvSpPr>
          <p:cNvPr id="289" name="Google Shape;289;p2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90" name="Google Shape;290;p25"/>
          <p:cNvSpPr txBox="1"/>
          <p:nvPr>
            <p:ph idx="1" type="subTitle"/>
          </p:nvPr>
        </p:nvSpPr>
        <p:spPr>
          <a:xfrm>
            <a:off x="974900" y="2116975"/>
            <a:ext cx="1986000" cy="6492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p:txBody>
      </p:sp>
      <p:sp>
        <p:nvSpPr>
          <p:cNvPr id="291" name="Google Shape;291;p25"/>
          <p:cNvSpPr txBox="1"/>
          <p:nvPr>
            <p:ph idx="2" type="subTitle"/>
          </p:nvPr>
        </p:nvSpPr>
        <p:spPr>
          <a:xfrm>
            <a:off x="3578947" y="2116975"/>
            <a:ext cx="1986000" cy="6492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p:txBody>
      </p:sp>
      <p:sp>
        <p:nvSpPr>
          <p:cNvPr id="292" name="Google Shape;292;p25"/>
          <p:cNvSpPr txBox="1"/>
          <p:nvPr>
            <p:ph idx="3" type="subTitle"/>
          </p:nvPr>
        </p:nvSpPr>
        <p:spPr>
          <a:xfrm>
            <a:off x="974900" y="3931375"/>
            <a:ext cx="1986000" cy="6492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p:txBody>
      </p:sp>
      <p:sp>
        <p:nvSpPr>
          <p:cNvPr id="293" name="Google Shape;293;p25"/>
          <p:cNvSpPr txBox="1"/>
          <p:nvPr>
            <p:ph idx="4" type="subTitle"/>
          </p:nvPr>
        </p:nvSpPr>
        <p:spPr>
          <a:xfrm>
            <a:off x="3578947" y="3931375"/>
            <a:ext cx="1986000" cy="6492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p:txBody>
      </p:sp>
      <p:sp>
        <p:nvSpPr>
          <p:cNvPr id="294" name="Google Shape;294;p25"/>
          <p:cNvSpPr txBox="1"/>
          <p:nvPr>
            <p:ph idx="5" type="subTitle"/>
          </p:nvPr>
        </p:nvSpPr>
        <p:spPr>
          <a:xfrm>
            <a:off x="6183000" y="2116975"/>
            <a:ext cx="1986000" cy="6492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p:txBody>
      </p:sp>
      <p:sp>
        <p:nvSpPr>
          <p:cNvPr id="295" name="Google Shape;295;p25"/>
          <p:cNvSpPr txBox="1"/>
          <p:nvPr>
            <p:ph idx="6" type="subTitle"/>
          </p:nvPr>
        </p:nvSpPr>
        <p:spPr>
          <a:xfrm>
            <a:off x="6183000" y="3931375"/>
            <a:ext cx="1986000" cy="649200"/>
          </a:xfrm>
          <a:prstGeom prst="rect">
            <a:avLst/>
          </a:prstGeom>
        </p:spPr>
        <p:txBody>
          <a:bodyPr anchorCtr="0" anchor="t" bIns="91425" lIns="91425" spcFirstLastPara="1" rIns="91425" wrap="square" tIns="91425">
            <a:noAutofit/>
          </a:bodyPr>
          <a:lstStyle>
            <a:lvl1pPr lvl="0" rtl="0">
              <a:lnSpc>
                <a:spcPct val="115000"/>
              </a:lnSpc>
              <a:spcBef>
                <a:spcPts val="0"/>
              </a:spcBef>
              <a:spcAft>
                <a:spcPts val="0"/>
              </a:spcAft>
              <a:buSzPts val="1400"/>
              <a:buNone/>
              <a:defRPr sz="1400"/>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p:txBody>
      </p:sp>
      <p:sp>
        <p:nvSpPr>
          <p:cNvPr id="296" name="Google Shape;296;p25"/>
          <p:cNvSpPr txBox="1"/>
          <p:nvPr>
            <p:ph idx="7" type="subTitle"/>
          </p:nvPr>
        </p:nvSpPr>
        <p:spPr>
          <a:xfrm>
            <a:off x="974900" y="1908247"/>
            <a:ext cx="1986000" cy="359100"/>
          </a:xfrm>
          <a:prstGeom prst="rect">
            <a:avLst/>
          </a:prstGeom>
        </p:spPr>
        <p:txBody>
          <a:bodyPr anchorCtr="0" anchor="b" bIns="91425" lIns="91425" spcFirstLastPara="1" rIns="91425" wrap="square" tIns="91425">
            <a:noAutofit/>
          </a:bodyPr>
          <a:lstStyle>
            <a:lvl1pPr lvl="0" rtl="0">
              <a:lnSpc>
                <a:spcPct val="115000"/>
              </a:lnSpc>
              <a:spcBef>
                <a:spcPts val="0"/>
              </a:spcBef>
              <a:spcAft>
                <a:spcPts val="0"/>
              </a:spcAft>
              <a:buSzPts val="2400"/>
              <a:buFont typeface="Sora"/>
              <a:buNone/>
              <a:defRPr b="1" sz="2000">
                <a:latin typeface="Sora"/>
                <a:ea typeface="Sora"/>
                <a:cs typeface="Sora"/>
                <a:sym typeface="Sora"/>
              </a:defRPr>
            </a:lvl1pPr>
            <a:lvl2pPr lvl="1" rtl="0">
              <a:lnSpc>
                <a:spcPct val="115000"/>
              </a:lnSpc>
              <a:spcBef>
                <a:spcPts val="0"/>
              </a:spcBef>
              <a:spcAft>
                <a:spcPts val="0"/>
              </a:spcAft>
              <a:buSzPts val="2400"/>
              <a:buFont typeface="Sora"/>
              <a:buNone/>
              <a:defRPr b="1" sz="2400">
                <a:latin typeface="Sora"/>
                <a:ea typeface="Sora"/>
                <a:cs typeface="Sora"/>
                <a:sym typeface="Sora"/>
              </a:defRPr>
            </a:lvl2pPr>
            <a:lvl3pPr lvl="2" rtl="0">
              <a:lnSpc>
                <a:spcPct val="115000"/>
              </a:lnSpc>
              <a:spcBef>
                <a:spcPts val="0"/>
              </a:spcBef>
              <a:spcAft>
                <a:spcPts val="0"/>
              </a:spcAft>
              <a:buSzPts val="2400"/>
              <a:buFont typeface="Sora"/>
              <a:buNone/>
              <a:defRPr b="1" sz="2400">
                <a:latin typeface="Sora"/>
                <a:ea typeface="Sora"/>
                <a:cs typeface="Sora"/>
                <a:sym typeface="Sora"/>
              </a:defRPr>
            </a:lvl3pPr>
            <a:lvl4pPr lvl="3" rtl="0">
              <a:lnSpc>
                <a:spcPct val="115000"/>
              </a:lnSpc>
              <a:spcBef>
                <a:spcPts val="0"/>
              </a:spcBef>
              <a:spcAft>
                <a:spcPts val="0"/>
              </a:spcAft>
              <a:buSzPts val="2400"/>
              <a:buFont typeface="Sora"/>
              <a:buNone/>
              <a:defRPr b="1" sz="2400">
                <a:latin typeface="Sora"/>
                <a:ea typeface="Sora"/>
                <a:cs typeface="Sora"/>
                <a:sym typeface="Sora"/>
              </a:defRPr>
            </a:lvl4pPr>
            <a:lvl5pPr lvl="4" rtl="0">
              <a:lnSpc>
                <a:spcPct val="115000"/>
              </a:lnSpc>
              <a:spcBef>
                <a:spcPts val="0"/>
              </a:spcBef>
              <a:spcAft>
                <a:spcPts val="0"/>
              </a:spcAft>
              <a:buSzPts val="2400"/>
              <a:buFont typeface="Sora"/>
              <a:buNone/>
              <a:defRPr b="1" sz="2400">
                <a:latin typeface="Sora"/>
                <a:ea typeface="Sora"/>
                <a:cs typeface="Sora"/>
                <a:sym typeface="Sora"/>
              </a:defRPr>
            </a:lvl5pPr>
            <a:lvl6pPr lvl="5" rtl="0">
              <a:lnSpc>
                <a:spcPct val="115000"/>
              </a:lnSpc>
              <a:spcBef>
                <a:spcPts val="0"/>
              </a:spcBef>
              <a:spcAft>
                <a:spcPts val="0"/>
              </a:spcAft>
              <a:buSzPts val="2400"/>
              <a:buFont typeface="Sora"/>
              <a:buNone/>
              <a:defRPr b="1" sz="2400">
                <a:latin typeface="Sora"/>
                <a:ea typeface="Sora"/>
                <a:cs typeface="Sora"/>
                <a:sym typeface="Sora"/>
              </a:defRPr>
            </a:lvl6pPr>
            <a:lvl7pPr lvl="6" rtl="0">
              <a:lnSpc>
                <a:spcPct val="115000"/>
              </a:lnSpc>
              <a:spcBef>
                <a:spcPts val="0"/>
              </a:spcBef>
              <a:spcAft>
                <a:spcPts val="0"/>
              </a:spcAft>
              <a:buSzPts val="2400"/>
              <a:buFont typeface="Sora"/>
              <a:buNone/>
              <a:defRPr b="1" sz="2400">
                <a:latin typeface="Sora"/>
                <a:ea typeface="Sora"/>
                <a:cs typeface="Sora"/>
                <a:sym typeface="Sora"/>
              </a:defRPr>
            </a:lvl7pPr>
            <a:lvl8pPr lvl="7" rtl="0">
              <a:lnSpc>
                <a:spcPct val="115000"/>
              </a:lnSpc>
              <a:spcBef>
                <a:spcPts val="0"/>
              </a:spcBef>
              <a:spcAft>
                <a:spcPts val="0"/>
              </a:spcAft>
              <a:buSzPts val="2400"/>
              <a:buFont typeface="Sora"/>
              <a:buNone/>
              <a:defRPr b="1" sz="2400">
                <a:latin typeface="Sora"/>
                <a:ea typeface="Sora"/>
                <a:cs typeface="Sora"/>
                <a:sym typeface="Sora"/>
              </a:defRPr>
            </a:lvl8pPr>
            <a:lvl9pPr lvl="8" rtl="0">
              <a:lnSpc>
                <a:spcPct val="115000"/>
              </a:lnSpc>
              <a:spcBef>
                <a:spcPts val="0"/>
              </a:spcBef>
              <a:spcAft>
                <a:spcPts val="0"/>
              </a:spcAft>
              <a:buSzPts val="2400"/>
              <a:buFont typeface="Sora"/>
              <a:buNone/>
              <a:defRPr b="1" sz="2400">
                <a:latin typeface="Sora"/>
                <a:ea typeface="Sora"/>
                <a:cs typeface="Sora"/>
                <a:sym typeface="Sora"/>
              </a:defRPr>
            </a:lvl9pPr>
          </a:lstStyle>
          <a:p/>
        </p:txBody>
      </p:sp>
      <p:sp>
        <p:nvSpPr>
          <p:cNvPr id="297" name="Google Shape;297;p25"/>
          <p:cNvSpPr txBox="1"/>
          <p:nvPr>
            <p:ph idx="8" type="subTitle"/>
          </p:nvPr>
        </p:nvSpPr>
        <p:spPr>
          <a:xfrm>
            <a:off x="3578947" y="1908247"/>
            <a:ext cx="1986000" cy="359100"/>
          </a:xfrm>
          <a:prstGeom prst="rect">
            <a:avLst/>
          </a:prstGeom>
        </p:spPr>
        <p:txBody>
          <a:bodyPr anchorCtr="0" anchor="b" bIns="91425" lIns="91425" spcFirstLastPara="1" rIns="91425" wrap="square" tIns="91425">
            <a:noAutofit/>
          </a:bodyPr>
          <a:lstStyle>
            <a:lvl1pPr lvl="0" rtl="0">
              <a:lnSpc>
                <a:spcPct val="115000"/>
              </a:lnSpc>
              <a:spcBef>
                <a:spcPts val="0"/>
              </a:spcBef>
              <a:spcAft>
                <a:spcPts val="0"/>
              </a:spcAft>
              <a:buSzPts val="2400"/>
              <a:buFont typeface="Sora"/>
              <a:buNone/>
              <a:defRPr b="1" sz="2000">
                <a:latin typeface="Sora"/>
                <a:ea typeface="Sora"/>
                <a:cs typeface="Sora"/>
                <a:sym typeface="Sora"/>
              </a:defRPr>
            </a:lvl1pPr>
            <a:lvl2pPr lvl="1" rtl="0">
              <a:lnSpc>
                <a:spcPct val="115000"/>
              </a:lnSpc>
              <a:spcBef>
                <a:spcPts val="0"/>
              </a:spcBef>
              <a:spcAft>
                <a:spcPts val="0"/>
              </a:spcAft>
              <a:buSzPts val="2400"/>
              <a:buFont typeface="Sora"/>
              <a:buNone/>
              <a:defRPr b="1" sz="2400">
                <a:latin typeface="Sora"/>
                <a:ea typeface="Sora"/>
                <a:cs typeface="Sora"/>
                <a:sym typeface="Sora"/>
              </a:defRPr>
            </a:lvl2pPr>
            <a:lvl3pPr lvl="2" rtl="0">
              <a:lnSpc>
                <a:spcPct val="115000"/>
              </a:lnSpc>
              <a:spcBef>
                <a:spcPts val="0"/>
              </a:spcBef>
              <a:spcAft>
                <a:spcPts val="0"/>
              </a:spcAft>
              <a:buSzPts val="2400"/>
              <a:buFont typeface="Sora"/>
              <a:buNone/>
              <a:defRPr b="1" sz="2400">
                <a:latin typeface="Sora"/>
                <a:ea typeface="Sora"/>
                <a:cs typeface="Sora"/>
                <a:sym typeface="Sora"/>
              </a:defRPr>
            </a:lvl3pPr>
            <a:lvl4pPr lvl="3" rtl="0">
              <a:lnSpc>
                <a:spcPct val="115000"/>
              </a:lnSpc>
              <a:spcBef>
                <a:spcPts val="0"/>
              </a:spcBef>
              <a:spcAft>
                <a:spcPts val="0"/>
              </a:spcAft>
              <a:buSzPts val="2400"/>
              <a:buFont typeface="Sora"/>
              <a:buNone/>
              <a:defRPr b="1" sz="2400">
                <a:latin typeface="Sora"/>
                <a:ea typeface="Sora"/>
                <a:cs typeface="Sora"/>
                <a:sym typeface="Sora"/>
              </a:defRPr>
            </a:lvl4pPr>
            <a:lvl5pPr lvl="4" rtl="0">
              <a:lnSpc>
                <a:spcPct val="115000"/>
              </a:lnSpc>
              <a:spcBef>
                <a:spcPts val="0"/>
              </a:spcBef>
              <a:spcAft>
                <a:spcPts val="0"/>
              </a:spcAft>
              <a:buSzPts val="2400"/>
              <a:buFont typeface="Sora"/>
              <a:buNone/>
              <a:defRPr b="1" sz="2400">
                <a:latin typeface="Sora"/>
                <a:ea typeface="Sora"/>
                <a:cs typeface="Sora"/>
                <a:sym typeface="Sora"/>
              </a:defRPr>
            </a:lvl5pPr>
            <a:lvl6pPr lvl="5" rtl="0">
              <a:lnSpc>
                <a:spcPct val="115000"/>
              </a:lnSpc>
              <a:spcBef>
                <a:spcPts val="0"/>
              </a:spcBef>
              <a:spcAft>
                <a:spcPts val="0"/>
              </a:spcAft>
              <a:buSzPts val="2400"/>
              <a:buFont typeface="Sora"/>
              <a:buNone/>
              <a:defRPr b="1" sz="2400">
                <a:latin typeface="Sora"/>
                <a:ea typeface="Sora"/>
                <a:cs typeface="Sora"/>
                <a:sym typeface="Sora"/>
              </a:defRPr>
            </a:lvl6pPr>
            <a:lvl7pPr lvl="6" rtl="0">
              <a:lnSpc>
                <a:spcPct val="115000"/>
              </a:lnSpc>
              <a:spcBef>
                <a:spcPts val="0"/>
              </a:spcBef>
              <a:spcAft>
                <a:spcPts val="0"/>
              </a:spcAft>
              <a:buSzPts val="2400"/>
              <a:buFont typeface="Sora"/>
              <a:buNone/>
              <a:defRPr b="1" sz="2400">
                <a:latin typeface="Sora"/>
                <a:ea typeface="Sora"/>
                <a:cs typeface="Sora"/>
                <a:sym typeface="Sora"/>
              </a:defRPr>
            </a:lvl7pPr>
            <a:lvl8pPr lvl="7" rtl="0">
              <a:lnSpc>
                <a:spcPct val="115000"/>
              </a:lnSpc>
              <a:spcBef>
                <a:spcPts val="0"/>
              </a:spcBef>
              <a:spcAft>
                <a:spcPts val="0"/>
              </a:spcAft>
              <a:buSzPts val="2400"/>
              <a:buFont typeface="Sora"/>
              <a:buNone/>
              <a:defRPr b="1" sz="2400">
                <a:latin typeface="Sora"/>
                <a:ea typeface="Sora"/>
                <a:cs typeface="Sora"/>
                <a:sym typeface="Sora"/>
              </a:defRPr>
            </a:lvl8pPr>
            <a:lvl9pPr lvl="8" rtl="0">
              <a:lnSpc>
                <a:spcPct val="115000"/>
              </a:lnSpc>
              <a:spcBef>
                <a:spcPts val="0"/>
              </a:spcBef>
              <a:spcAft>
                <a:spcPts val="0"/>
              </a:spcAft>
              <a:buSzPts val="2400"/>
              <a:buFont typeface="Sora"/>
              <a:buNone/>
              <a:defRPr b="1" sz="2400">
                <a:latin typeface="Sora"/>
                <a:ea typeface="Sora"/>
                <a:cs typeface="Sora"/>
                <a:sym typeface="Sora"/>
              </a:defRPr>
            </a:lvl9pPr>
          </a:lstStyle>
          <a:p/>
        </p:txBody>
      </p:sp>
      <p:sp>
        <p:nvSpPr>
          <p:cNvPr id="298" name="Google Shape;298;p25"/>
          <p:cNvSpPr txBox="1"/>
          <p:nvPr>
            <p:ph idx="9" type="subTitle"/>
          </p:nvPr>
        </p:nvSpPr>
        <p:spPr>
          <a:xfrm>
            <a:off x="974900" y="3722672"/>
            <a:ext cx="1986000" cy="359100"/>
          </a:xfrm>
          <a:prstGeom prst="rect">
            <a:avLst/>
          </a:prstGeom>
        </p:spPr>
        <p:txBody>
          <a:bodyPr anchorCtr="0" anchor="b" bIns="91425" lIns="91425" spcFirstLastPara="1" rIns="91425" wrap="square" tIns="91425">
            <a:noAutofit/>
          </a:bodyPr>
          <a:lstStyle>
            <a:lvl1pPr lvl="0" rtl="0">
              <a:lnSpc>
                <a:spcPct val="115000"/>
              </a:lnSpc>
              <a:spcBef>
                <a:spcPts val="0"/>
              </a:spcBef>
              <a:spcAft>
                <a:spcPts val="0"/>
              </a:spcAft>
              <a:buSzPts val="2400"/>
              <a:buFont typeface="Sora"/>
              <a:buNone/>
              <a:defRPr b="1" sz="2000">
                <a:latin typeface="Sora"/>
                <a:ea typeface="Sora"/>
                <a:cs typeface="Sora"/>
                <a:sym typeface="Sora"/>
              </a:defRPr>
            </a:lvl1pPr>
            <a:lvl2pPr lvl="1" rtl="0">
              <a:lnSpc>
                <a:spcPct val="115000"/>
              </a:lnSpc>
              <a:spcBef>
                <a:spcPts val="0"/>
              </a:spcBef>
              <a:spcAft>
                <a:spcPts val="0"/>
              </a:spcAft>
              <a:buSzPts val="2400"/>
              <a:buFont typeface="Sora"/>
              <a:buNone/>
              <a:defRPr b="1" sz="2400">
                <a:latin typeface="Sora"/>
                <a:ea typeface="Sora"/>
                <a:cs typeface="Sora"/>
                <a:sym typeface="Sora"/>
              </a:defRPr>
            </a:lvl2pPr>
            <a:lvl3pPr lvl="2" rtl="0">
              <a:lnSpc>
                <a:spcPct val="115000"/>
              </a:lnSpc>
              <a:spcBef>
                <a:spcPts val="0"/>
              </a:spcBef>
              <a:spcAft>
                <a:spcPts val="0"/>
              </a:spcAft>
              <a:buSzPts val="2400"/>
              <a:buFont typeface="Sora"/>
              <a:buNone/>
              <a:defRPr b="1" sz="2400">
                <a:latin typeface="Sora"/>
                <a:ea typeface="Sora"/>
                <a:cs typeface="Sora"/>
                <a:sym typeface="Sora"/>
              </a:defRPr>
            </a:lvl3pPr>
            <a:lvl4pPr lvl="3" rtl="0">
              <a:lnSpc>
                <a:spcPct val="115000"/>
              </a:lnSpc>
              <a:spcBef>
                <a:spcPts val="0"/>
              </a:spcBef>
              <a:spcAft>
                <a:spcPts val="0"/>
              </a:spcAft>
              <a:buSzPts val="2400"/>
              <a:buFont typeface="Sora"/>
              <a:buNone/>
              <a:defRPr b="1" sz="2400">
                <a:latin typeface="Sora"/>
                <a:ea typeface="Sora"/>
                <a:cs typeface="Sora"/>
                <a:sym typeface="Sora"/>
              </a:defRPr>
            </a:lvl4pPr>
            <a:lvl5pPr lvl="4" rtl="0">
              <a:lnSpc>
                <a:spcPct val="115000"/>
              </a:lnSpc>
              <a:spcBef>
                <a:spcPts val="0"/>
              </a:spcBef>
              <a:spcAft>
                <a:spcPts val="0"/>
              </a:spcAft>
              <a:buSzPts val="2400"/>
              <a:buFont typeface="Sora"/>
              <a:buNone/>
              <a:defRPr b="1" sz="2400">
                <a:latin typeface="Sora"/>
                <a:ea typeface="Sora"/>
                <a:cs typeface="Sora"/>
                <a:sym typeface="Sora"/>
              </a:defRPr>
            </a:lvl5pPr>
            <a:lvl6pPr lvl="5" rtl="0">
              <a:lnSpc>
                <a:spcPct val="115000"/>
              </a:lnSpc>
              <a:spcBef>
                <a:spcPts val="0"/>
              </a:spcBef>
              <a:spcAft>
                <a:spcPts val="0"/>
              </a:spcAft>
              <a:buSzPts val="2400"/>
              <a:buFont typeface="Sora"/>
              <a:buNone/>
              <a:defRPr b="1" sz="2400">
                <a:latin typeface="Sora"/>
                <a:ea typeface="Sora"/>
                <a:cs typeface="Sora"/>
                <a:sym typeface="Sora"/>
              </a:defRPr>
            </a:lvl6pPr>
            <a:lvl7pPr lvl="6" rtl="0">
              <a:lnSpc>
                <a:spcPct val="115000"/>
              </a:lnSpc>
              <a:spcBef>
                <a:spcPts val="0"/>
              </a:spcBef>
              <a:spcAft>
                <a:spcPts val="0"/>
              </a:spcAft>
              <a:buSzPts val="2400"/>
              <a:buFont typeface="Sora"/>
              <a:buNone/>
              <a:defRPr b="1" sz="2400">
                <a:latin typeface="Sora"/>
                <a:ea typeface="Sora"/>
                <a:cs typeface="Sora"/>
                <a:sym typeface="Sora"/>
              </a:defRPr>
            </a:lvl7pPr>
            <a:lvl8pPr lvl="7" rtl="0">
              <a:lnSpc>
                <a:spcPct val="115000"/>
              </a:lnSpc>
              <a:spcBef>
                <a:spcPts val="0"/>
              </a:spcBef>
              <a:spcAft>
                <a:spcPts val="0"/>
              </a:spcAft>
              <a:buSzPts val="2400"/>
              <a:buFont typeface="Sora"/>
              <a:buNone/>
              <a:defRPr b="1" sz="2400">
                <a:latin typeface="Sora"/>
                <a:ea typeface="Sora"/>
                <a:cs typeface="Sora"/>
                <a:sym typeface="Sora"/>
              </a:defRPr>
            </a:lvl8pPr>
            <a:lvl9pPr lvl="8" rtl="0">
              <a:lnSpc>
                <a:spcPct val="115000"/>
              </a:lnSpc>
              <a:spcBef>
                <a:spcPts val="0"/>
              </a:spcBef>
              <a:spcAft>
                <a:spcPts val="0"/>
              </a:spcAft>
              <a:buSzPts val="2400"/>
              <a:buFont typeface="Sora"/>
              <a:buNone/>
              <a:defRPr b="1" sz="2400">
                <a:latin typeface="Sora"/>
                <a:ea typeface="Sora"/>
                <a:cs typeface="Sora"/>
                <a:sym typeface="Sora"/>
              </a:defRPr>
            </a:lvl9pPr>
          </a:lstStyle>
          <a:p/>
        </p:txBody>
      </p:sp>
      <p:sp>
        <p:nvSpPr>
          <p:cNvPr id="299" name="Google Shape;299;p25"/>
          <p:cNvSpPr txBox="1"/>
          <p:nvPr>
            <p:ph idx="13" type="subTitle"/>
          </p:nvPr>
        </p:nvSpPr>
        <p:spPr>
          <a:xfrm>
            <a:off x="3578947" y="3722672"/>
            <a:ext cx="1986000" cy="359100"/>
          </a:xfrm>
          <a:prstGeom prst="rect">
            <a:avLst/>
          </a:prstGeom>
        </p:spPr>
        <p:txBody>
          <a:bodyPr anchorCtr="0" anchor="b" bIns="91425" lIns="91425" spcFirstLastPara="1" rIns="91425" wrap="square" tIns="91425">
            <a:noAutofit/>
          </a:bodyPr>
          <a:lstStyle>
            <a:lvl1pPr lvl="0" rtl="0">
              <a:lnSpc>
                <a:spcPct val="115000"/>
              </a:lnSpc>
              <a:spcBef>
                <a:spcPts val="0"/>
              </a:spcBef>
              <a:spcAft>
                <a:spcPts val="0"/>
              </a:spcAft>
              <a:buSzPts val="2400"/>
              <a:buFont typeface="Sora"/>
              <a:buNone/>
              <a:defRPr b="1" sz="2000">
                <a:latin typeface="Sora"/>
                <a:ea typeface="Sora"/>
                <a:cs typeface="Sora"/>
                <a:sym typeface="Sora"/>
              </a:defRPr>
            </a:lvl1pPr>
            <a:lvl2pPr lvl="1" rtl="0">
              <a:lnSpc>
                <a:spcPct val="115000"/>
              </a:lnSpc>
              <a:spcBef>
                <a:spcPts val="0"/>
              </a:spcBef>
              <a:spcAft>
                <a:spcPts val="0"/>
              </a:spcAft>
              <a:buSzPts val="2400"/>
              <a:buFont typeface="Sora"/>
              <a:buNone/>
              <a:defRPr b="1" sz="2400">
                <a:latin typeface="Sora"/>
                <a:ea typeface="Sora"/>
                <a:cs typeface="Sora"/>
                <a:sym typeface="Sora"/>
              </a:defRPr>
            </a:lvl2pPr>
            <a:lvl3pPr lvl="2" rtl="0">
              <a:lnSpc>
                <a:spcPct val="115000"/>
              </a:lnSpc>
              <a:spcBef>
                <a:spcPts val="0"/>
              </a:spcBef>
              <a:spcAft>
                <a:spcPts val="0"/>
              </a:spcAft>
              <a:buSzPts val="2400"/>
              <a:buFont typeface="Sora"/>
              <a:buNone/>
              <a:defRPr b="1" sz="2400">
                <a:latin typeface="Sora"/>
                <a:ea typeface="Sora"/>
                <a:cs typeface="Sora"/>
                <a:sym typeface="Sora"/>
              </a:defRPr>
            </a:lvl3pPr>
            <a:lvl4pPr lvl="3" rtl="0">
              <a:lnSpc>
                <a:spcPct val="115000"/>
              </a:lnSpc>
              <a:spcBef>
                <a:spcPts val="0"/>
              </a:spcBef>
              <a:spcAft>
                <a:spcPts val="0"/>
              </a:spcAft>
              <a:buSzPts val="2400"/>
              <a:buFont typeface="Sora"/>
              <a:buNone/>
              <a:defRPr b="1" sz="2400">
                <a:latin typeface="Sora"/>
                <a:ea typeface="Sora"/>
                <a:cs typeface="Sora"/>
                <a:sym typeface="Sora"/>
              </a:defRPr>
            </a:lvl4pPr>
            <a:lvl5pPr lvl="4" rtl="0">
              <a:lnSpc>
                <a:spcPct val="115000"/>
              </a:lnSpc>
              <a:spcBef>
                <a:spcPts val="0"/>
              </a:spcBef>
              <a:spcAft>
                <a:spcPts val="0"/>
              </a:spcAft>
              <a:buSzPts val="2400"/>
              <a:buFont typeface="Sora"/>
              <a:buNone/>
              <a:defRPr b="1" sz="2400">
                <a:latin typeface="Sora"/>
                <a:ea typeface="Sora"/>
                <a:cs typeface="Sora"/>
                <a:sym typeface="Sora"/>
              </a:defRPr>
            </a:lvl5pPr>
            <a:lvl6pPr lvl="5" rtl="0">
              <a:lnSpc>
                <a:spcPct val="115000"/>
              </a:lnSpc>
              <a:spcBef>
                <a:spcPts val="0"/>
              </a:spcBef>
              <a:spcAft>
                <a:spcPts val="0"/>
              </a:spcAft>
              <a:buSzPts val="2400"/>
              <a:buFont typeface="Sora"/>
              <a:buNone/>
              <a:defRPr b="1" sz="2400">
                <a:latin typeface="Sora"/>
                <a:ea typeface="Sora"/>
                <a:cs typeface="Sora"/>
                <a:sym typeface="Sora"/>
              </a:defRPr>
            </a:lvl6pPr>
            <a:lvl7pPr lvl="6" rtl="0">
              <a:lnSpc>
                <a:spcPct val="115000"/>
              </a:lnSpc>
              <a:spcBef>
                <a:spcPts val="0"/>
              </a:spcBef>
              <a:spcAft>
                <a:spcPts val="0"/>
              </a:spcAft>
              <a:buSzPts val="2400"/>
              <a:buFont typeface="Sora"/>
              <a:buNone/>
              <a:defRPr b="1" sz="2400">
                <a:latin typeface="Sora"/>
                <a:ea typeface="Sora"/>
                <a:cs typeface="Sora"/>
                <a:sym typeface="Sora"/>
              </a:defRPr>
            </a:lvl7pPr>
            <a:lvl8pPr lvl="7" rtl="0">
              <a:lnSpc>
                <a:spcPct val="115000"/>
              </a:lnSpc>
              <a:spcBef>
                <a:spcPts val="0"/>
              </a:spcBef>
              <a:spcAft>
                <a:spcPts val="0"/>
              </a:spcAft>
              <a:buSzPts val="2400"/>
              <a:buFont typeface="Sora"/>
              <a:buNone/>
              <a:defRPr b="1" sz="2400">
                <a:latin typeface="Sora"/>
                <a:ea typeface="Sora"/>
                <a:cs typeface="Sora"/>
                <a:sym typeface="Sora"/>
              </a:defRPr>
            </a:lvl8pPr>
            <a:lvl9pPr lvl="8" rtl="0">
              <a:lnSpc>
                <a:spcPct val="115000"/>
              </a:lnSpc>
              <a:spcBef>
                <a:spcPts val="0"/>
              </a:spcBef>
              <a:spcAft>
                <a:spcPts val="0"/>
              </a:spcAft>
              <a:buSzPts val="2400"/>
              <a:buFont typeface="Sora"/>
              <a:buNone/>
              <a:defRPr b="1" sz="2400">
                <a:latin typeface="Sora"/>
                <a:ea typeface="Sora"/>
                <a:cs typeface="Sora"/>
                <a:sym typeface="Sora"/>
              </a:defRPr>
            </a:lvl9pPr>
          </a:lstStyle>
          <a:p/>
        </p:txBody>
      </p:sp>
      <p:sp>
        <p:nvSpPr>
          <p:cNvPr id="300" name="Google Shape;300;p25"/>
          <p:cNvSpPr txBox="1"/>
          <p:nvPr>
            <p:ph idx="14" type="subTitle"/>
          </p:nvPr>
        </p:nvSpPr>
        <p:spPr>
          <a:xfrm>
            <a:off x="6183000" y="1908247"/>
            <a:ext cx="1986000" cy="359100"/>
          </a:xfrm>
          <a:prstGeom prst="rect">
            <a:avLst/>
          </a:prstGeom>
        </p:spPr>
        <p:txBody>
          <a:bodyPr anchorCtr="0" anchor="b" bIns="91425" lIns="91425" spcFirstLastPara="1" rIns="91425" wrap="square" tIns="91425">
            <a:noAutofit/>
          </a:bodyPr>
          <a:lstStyle>
            <a:lvl1pPr lvl="0" rtl="0">
              <a:lnSpc>
                <a:spcPct val="115000"/>
              </a:lnSpc>
              <a:spcBef>
                <a:spcPts val="0"/>
              </a:spcBef>
              <a:spcAft>
                <a:spcPts val="0"/>
              </a:spcAft>
              <a:buSzPts val="2400"/>
              <a:buFont typeface="Sora"/>
              <a:buNone/>
              <a:defRPr b="1" sz="2000">
                <a:latin typeface="Sora"/>
                <a:ea typeface="Sora"/>
                <a:cs typeface="Sora"/>
                <a:sym typeface="Sora"/>
              </a:defRPr>
            </a:lvl1pPr>
            <a:lvl2pPr lvl="1" rtl="0">
              <a:lnSpc>
                <a:spcPct val="115000"/>
              </a:lnSpc>
              <a:spcBef>
                <a:spcPts val="0"/>
              </a:spcBef>
              <a:spcAft>
                <a:spcPts val="0"/>
              </a:spcAft>
              <a:buSzPts val="2400"/>
              <a:buFont typeface="Sora"/>
              <a:buNone/>
              <a:defRPr b="1" sz="2400">
                <a:latin typeface="Sora"/>
                <a:ea typeface="Sora"/>
                <a:cs typeface="Sora"/>
                <a:sym typeface="Sora"/>
              </a:defRPr>
            </a:lvl2pPr>
            <a:lvl3pPr lvl="2" rtl="0">
              <a:lnSpc>
                <a:spcPct val="115000"/>
              </a:lnSpc>
              <a:spcBef>
                <a:spcPts val="0"/>
              </a:spcBef>
              <a:spcAft>
                <a:spcPts val="0"/>
              </a:spcAft>
              <a:buSzPts val="2400"/>
              <a:buFont typeface="Sora"/>
              <a:buNone/>
              <a:defRPr b="1" sz="2400">
                <a:latin typeface="Sora"/>
                <a:ea typeface="Sora"/>
                <a:cs typeface="Sora"/>
                <a:sym typeface="Sora"/>
              </a:defRPr>
            </a:lvl3pPr>
            <a:lvl4pPr lvl="3" rtl="0">
              <a:lnSpc>
                <a:spcPct val="115000"/>
              </a:lnSpc>
              <a:spcBef>
                <a:spcPts val="0"/>
              </a:spcBef>
              <a:spcAft>
                <a:spcPts val="0"/>
              </a:spcAft>
              <a:buSzPts val="2400"/>
              <a:buFont typeface="Sora"/>
              <a:buNone/>
              <a:defRPr b="1" sz="2400">
                <a:latin typeface="Sora"/>
                <a:ea typeface="Sora"/>
                <a:cs typeface="Sora"/>
                <a:sym typeface="Sora"/>
              </a:defRPr>
            </a:lvl4pPr>
            <a:lvl5pPr lvl="4" rtl="0">
              <a:lnSpc>
                <a:spcPct val="115000"/>
              </a:lnSpc>
              <a:spcBef>
                <a:spcPts val="0"/>
              </a:spcBef>
              <a:spcAft>
                <a:spcPts val="0"/>
              </a:spcAft>
              <a:buSzPts val="2400"/>
              <a:buFont typeface="Sora"/>
              <a:buNone/>
              <a:defRPr b="1" sz="2400">
                <a:latin typeface="Sora"/>
                <a:ea typeface="Sora"/>
                <a:cs typeface="Sora"/>
                <a:sym typeface="Sora"/>
              </a:defRPr>
            </a:lvl5pPr>
            <a:lvl6pPr lvl="5" rtl="0">
              <a:lnSpc>
                <a:spcPct val="115000"/>
              </a:lnSpc>
              <a:spcBef>
                <a:spcPts val="0"/>
              </a:spcBef>
              <a:spcAft>
                <a:spcPts val="0"/>
              </a:spcAft>
              <a:buSzPts val="2400"/>
              <a:buFont typeface="Sora"/>
              <a:buNone/>
              <a:defRPr b="1" sz="2400">
                <a:latin typeface="Sora"/>
                <a:ea typeface="Sora"/>
                <a:cs typeface="Sora"/>
                <a:sym typeface="Sora"/>
              </a:defRPr>
            </a:lvl6pPr>
            <a:lvl7pPr lvl="6" rtl="0">
              <a:lnSpc>
                <a:spcPct val="115000"/>
              </a:lnSpc>
              <a:spcBef>
                <a:spcPts val="0"/>
              </a:spcBef>
              <a:spcAft>
                <a:spcPts val="0"/>
              </a:spcAft>
              <a:buSzPts val="2400"/>
              <a:buFont typeface="Sora"/>
              <a:buNone/>
              <a:defRPr b="1" sz="2400">
                <a:latin typeface="Sora"/>
                <a:ea typeface="Sora"/>
                <a:cs typeface="Sora"/>
                <a:sym typeface="Sora"/>
              </a:defRPr>
            </a:lvl7pPr>
            <a:lvl8pPr lvl="7" rtl="0">
              <a:lnSpc>
                <a:spcPct val="115000"/>
              </a:lnSpc>
              <a:spcBef>
                <a:spcPts val="0"/>
              </a:spcBef>
              <a:spcAft>
                <a:spcPts val="0"/>
              </a:spcAft>
              <a:buSzPts val="2400"/>
              <a:buFont typeface="Sora"/>
              <a:buNone/>
              <a:defRPr b="1" sz="2400">
                <a:latin typeface="Sora"/>
                <a:ea typeface="Sora"/>
                <a:cs typeface="Sora"/>
                <a:sym typeface="Sora"/>
              </a:defRPr>
            </a:lvl8pPr>
            <a:lvl9pPr lvl="8" rtl="0">
              <a:lnSpc>
                <a:spcPct val="115000"/>
              </a:lnSpc>
              <a:spcBef>
                <a:spcPts val="0"/>
              </a:spcBef>
              <a:spcAft>
                <a:spcPts val="0"/>
              </a:spcAft>
              <a:buSzPts val="2400"/>
              <a:buFont typeface="Sora"/>
              <a:buNone/>
              <a:defRPr b="1" sz="2400">
                <a:latin typeface="Sora"/>
                <a:ea typeface="Sora"/>
                <a:cs typeface="Sora"/>
                <a:sym typeface="Sora"/>
              </a:defRPr>
            </a:lvl9pPr>
          </a:lstStyle>
          <a:p/>
        </p:txBody>
      </p:sp>
      <p:sp>
        <p:nvSpPr>
          <p:cNvPr id="301" name="Google Shape;301;p25"/>
          <p:cNvSpPr txBox="1"/>
          <p:nvPr>
            <p:ph idx="15" type="subTitle"/>
          </p:nvPr>
        </p:nvSpPr>
        <p:spPr>
          <a:xfrm>
            <a:off x="6183000" y="3722672"/>
            <a:ext cx="1986000" cy="359100"/>
          </a:xfrm>
          <a:prstGeom prst="rect">
            <a:avLst/>
          </a:prstGeom>
        </p:spPr>
        <p:txBody>
          <a:bodyPr anchorCtr="0" anchor="b" bIns="91425" lIns="91425" spcFirstLastPara="1" rIns="91425" wrap="square" tIns="91425">
            <a:noAutofit/>
          </a:bodyPr>
          <a:lstStyle>
            <a:lvl1pPr lvl="0" rtl="0">
              <a:lnSpc>
                <a:spcPct val="115000"/>
              </a:lnSpc>
              <a:spcBef>
                <a:spcPts val="0"/>
              </a:spcBef>
              <a:spcAft>
                <a:spcPts val="0"/>
              </a:spcAft>
              <a:buSzPts val="2400"/>
              <a:buFont typeface="Sora"/>
              <a:buNone/>
              <a:defRPr b="1" sz="2000">
                <a:latin typeface="Sora"/>
                <a:ea typeface="Sora"/>
                <a:cs typeface="Sora"/>
                <a:sym typeface="Sora"/>
              </a:defRPr>
            </a:lvl1pPr>
            <a:lvl2pPr lvl="1" rtl="0">
              <a:lnSpc>
                <a:spcPct val="115000"/>
              </a:lnSpc>
              <a:spcBef>
                <a:spcPts val="0"/>
              </a:spcBef>
              <a:spcAft>
                <a:spcPts val="0"/>
              </a:spcAft>
              <a:buSzPts val="2400"/>
              <a:buFont typeface="Sora"/>
              <a:buNone/>
              <a:defRPr b="1" sz="2400">
                <a:latin typeface="Sora"/>
                <a:ea typeface="Sora"/>
                <a:cs typeface="Sora"/>
                <a:sym typeface="Sora"/>
              </a:defRPr>
            </a:lvl2pPr>
            <a:lvl3pPr lvl="2" rtl="0">
              <a:lnSpc>
                <a:spcPct val="115000"/>
              </a:lnSpc>
              <a:spcBef>
                <a:spcPts val="0"/>
              </a:spcBef>
              <a:spcAft>
                <a:spcPts val="0"/>
              </a:spcAft>
              <a:buSzPts val="2400"/>
              <a:buFont typeface="Sora"/>
              <a:buNone/>
              <a:defRPr b="1" sz="2400">
                <a:latin typeface="Sora"/>
                <a:ea typeface="Sora"/>
                <a:cs typeface="Sora"/>
                <a:sym typeface="Sora"/>
              </a:defRPr>
            </a:lvl3pPr>
            <a:lvl4pPr lvl="3" rtl="0">
              <a:lnSpc>
                <a:spcPct val="115000"/>
              </a:lnSpc>
              <a:spcBef>
                <a:spcPts val="0"/>
              </a:spcBef>
              <a:spcAft>
                <a:spcPts val="0"/>
              </a:spcAft>
              <a:buSzPts val="2400"/>
              <a:buFont typeface="Sora"/>
              <a:buNone/>
              <a:defRPr b="1" sz="2400">
                <a:latin typeface="Sora"/>
                <a:ea typeface="Sora"/>
                <a:cs typeface="Sora"/>
                <a:sym typeface="Sora"/>
              </a:defRPr>
            </a:lvl4pPr>
            <a:lvl5pPr lvl="4" rtl="0">
              <a:lnSpc>
                <a:spcPct val="115000"/>
              </a:lnSpc>
              <a:spcBef>
                <a:spcPts val="0"/>
              </a:spcBef>
              <a:spcAft>
                <a:spcPts val="0"/>
              </a:spcAft>
              <a:buSzPts val="2400"/>
              <a:buFont typeface="Sora"/>
              <a:buNone/>
              <a:defRPr b="1" sz="2400">
                <a:latin typeface="Sora"/>
                <a:ea typeface="Sora"/>
                <a:cs typeface="Sora"/>
                <a:sym typeface="Sora"/>
              </a:defRPr>
            </a:lvl5pPr>
            <a:lvl6pPr lvl="5" rtl="0">
              <a:lnSpc>
                <a:spcPct val="115000"/>
              </a:lnSpc>
              <a:spcBef>
                <a:spcPts val="0"/>
              </a:spcBef>
              <a:spcAft>
                <a:spcPts val="0"/>
              </a:spcAft>
              <a:buSzPts val="2400"/>
              <a:buFont typeface="Sora"/>
              <a:buNone/>
              <a:defRPr b="1" sz="2400">
                <a:latin typeface="Sora"/>
                <a:ea typeface="Sora"/>
                <a:cs typeface="Sora"/>
                <a:sym typeface="Sora"/>
              </a:defRPr>
            </a:lvl6pPr>
            <a:lvl7pPr lvl="6" rtl="0">
              <a:lnSpc>
                <a:spcPct val="115000"/>
              </a:lnSpc>
              <a:spcBef>
                <a:spcPts val="0"/>
              </a:spcBef>
              <a:spcAft>
                <a:spcPts val="0"/>
              </a:spcAft>
              <a:buSzPts val="2400"/>
              <a:buFont typeface="Sora"/>
              <a:buNone/>
              <a:defRPr b="1" sz="2400">
                <a:latin typeface="Sora"/>
                <a:ea typeface="Sora"/>
                <a:cs typeface="Sora"/>
                <a:sym typeface="Sora"/>
              </a:defRPr>
            </a:lvl7pPr>
            <a:lvl8pPr lvl="7" rtl="0">
              <a:lnSpc>
                <a:spcPct val="115000"/>
              </a:lnSpc>
              <a:spcBef>
                <a:spcPts val="0"/>
              </a:spcBef>
              <a:spcAft>
                <a:spcPts val="0"/>
              </a:spcAft>
              <a:buSzPts val="2400"/>
              <a:buFont typeface="Sora"/>
              <a:buNone/>
              <a:defRPr b="1" sz="2400">
                <a:latin typeface="Sora"/>
                <a:ea typeface="Sora"/>
                <a:cs typeface="Sora"/>
                <a:sym typeface="Sora"/>
              </a:defRPr>
            </a:lvl8pPr>
            <a:lvl9pPr lvl="8" rtl="0">
              <a:lnSpc>
                <a:spcPct val="115000"/>
              </a:lnSpc>
              <a:spcBef>
                <a:spcPts val="0"/>
              </a:spcBef>
              <a:spcAft>
                <a:spcPts val="0"/>
              </a:spcAft>
              <a:buSzPts val="2400"/>
              <a:buFont typeface="Sora"/>
              <a:buNone/>
              <a:defRPr b="1" sz="2400">
                <a:latin typeface="Sora"/>
                <a:ea typeface="Sora"/>
                <a:cs typeface="Sora"/>
                <a:sym typeface="Sora"/>
              </a:defRPr>
            </a:lvl9pPr>
          </a:lstStyle>
          <a:p/>
        </p:txBody>
      </p:sp>
      <p:grpSp>
        <p:nvGrpSpPr>
          <p:cNvPr id="302" name="Google Shape;302;p25"/>
          <p:cNvGrpSpPr/>
          <p:nvPr/>
        </p:nvGrpSpPr>
        <p:grpSpPr>
          <a:xfrm>
            <a:off x="378100" y="-216500"/>
            <a:ext cx="8131200" cy="5239200"/>
            <a:chOff x="378100" y="-216500"/>
            <a:chExt cx="8131200" cy="5239200"/>
          </a:xfrm>
        </p:grpSpPr>
        <p:cxnSp>
          <p:nvCxnSpPr>
            <p:cNvPr id="303" name="Google Shape;303;p25"/>
            <p:cNvCxnSpPr/>
            <p:nvPr/>
          </p:nvCxnSpPr>
          <p:spPr>
            <a:xfrm>
              <a:off x="378100" y="-216500"/>
              <a:ext cx="5878500" cy="5155800"/>
            </a:xfrm>
            <a:prstGeom prst="bentConnector3">
              <a:avLst>
                <a:gd fmla="val -3660" name="adj1"/>
              </a:avLst>
            </a:prstGeom>
            <a:noFill/>
            <a:ln cap="flat" cmpd="sng" w="19050">
              <a:solidFill>
                <a:schemeClr val="lt2"/>
              </a:solidFill>
              <a:prstDash val="solid"/>
              <a:round/>
              <a:headEnd len="med" w="med" type="none"/>
              <a:tailEnd len="med" w="med" type="oval"/>
            </a:ln>
          </p:spPr>
        </p:cxnSp>
        <p:cxnSp>
          <p:nvCxnSpPr>
            <p:cNvPr id="304" name="Google Shape;304;p25"/>
            <p:cNvCxnSpPr/>
            <p:nvPr/>
          </p:nvCxnSpPr>
          <p:spPr>
            <a:xfrm>
              <a:off x="530500" y="-64100"/>
              <a:ext cx="7978800" cy="5086800"/>
            </a:xfrm>
            <a:prstGeom prst="bentConnector3">
              <a:avLst>
                <a:gd fmla="val -970" name="adj1"/>
              </a:avLst>
            </a:prstGeom>
            <a:noFill/>
            <a:ln cap="flat" cmpd="sng" w="19050">
              <a:solidFill>
                <a:schemeClr val="lt2"/>
              </a:solidFill>
              <a:prstDash val="solid"/>
              <a:round/>
              <a:headEnd len="med" w="med" type="none"/>
              <a:tailEnd len="med" w="med" type="oval"/>
            </a:ln>
          </p:spPr>
        </p:cxnSp>
      </p:grpSp>
      <p:grpSp>
        <p:nvGrpSpPr>
          <p:cNvPr id="305" name="Google Shape;305;p25"/>
          <p:cNvGrpSpPr/>
          <p:nvPr/>
        </p:nvGrpSpPr>
        <p:grpSpPr>
          <a:xfrm rot="-5400000">
            <a:off x="8411975" y="4406800"/>
            <a:ext cx="882599" cy="403555"/>
            <a:chOff x="7884075" y="238975"/>
            <a:chExt cx="882599" cy="403555"/>
          </a:xfrm>
        </p:grpSpPr>
        <p:sp>
          <p:nvSpPr>
            <p:cNvPr id="306" name="Google Shape;306;p25"/>
            <p:cNvSpPr/>
            <p:nvPr/>
          </p:nvSpPr>
          <p:spPr>
            <a:xfrm>
              <a:off x="8255437" y="436475"/>
              <a:ext cx="206055" cy="206055"/>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25"/>
            <p:cNvSpPr/>
            <p:nvPr/>
          </p:nvSpPr>
          <p:spPr>
            <a:xfrm>
              <a:off x="7884075" y="238975"/>
              <a:ext cx="139874" cy="139874"/>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25"/>
            <p:cNvSpPr/>
            <p:nvPr/>
          </p:nvSpPr>
          <p:spPr>
            <a:xfrm>
              <a:off x="8626800" y="378850"/>
              <a:ext cx="139874" cy="139874"/>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309" name="Shape 309"/>
        <p:cNvGrpSpPr/>
        <p:nvPr/>
      </p:nvGrpSpPr>
      <p:grpSpPr>
        <a:xfrm>
          <a:off x="0" y="0"/>
          <a:ext cx="0" cy="0"/>
          <a:chOff x="0" y="0"/>
          <a:chExt cx="0" cy="0"/>
        </a:xfrm>
      </p:grpSpPr>
      <p:sp>
        <p:nvSpPr>
          <p:cNvPr id="310" name="Google Shape;310;p26"/>
          <p:cNvSpPr txBox="1"/>
          <p:nvPr>
            <p:ph hasCustomPrompt="1" type="title"/>
          </p:nvPr>
        </p:nvSpPr>
        <p:spPr>
          <a:xfrm>
            <a:off x="2223600" y="748174"/>
            <a:ext cx="4696800" cy="656700"/>
          </a:xfrm>
          <a:prstGeom prst="rect">
            <a:avLst/>
          </a:prstGeom>
          <a:solidFill>
            <a:schemeClr val="lt2"/>
          </a:solid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4500">
                <a:solidFill>
                  <a:schemeClr val="accent2"/>
                </a:solidFill>
              </a:defRPr>
            </a:lvl1pPr>
            <a:lvl2pPr lvl="1" rtl="0">
              <a:spcBef>
                <a:spcPts val="0"/>
              </a:spcBef>
              <a:spcAft>
                <a:spcPts val="0"/>
              </a:spcAft>
              <a:buClr>
                <a:schemeClr val="lt1"/>
              </a:buClr>
              <a:buSzPts val="6000"/>
              <a:buNone/>
              <a:defRPr sz="6000">
                <a:solidFill>
                  <a:schemeClr val="lt1"/>
                </a:solidFill>
              </a:defRPr>
            </a:lvl2pPr>
            <a:lvl3pPr lvl="2" rtl="0">
              <a:spcBef>
                <a:spcPts val="0"/>
              </a:spcBef>
              <a:spcAft>
                <a:spcPts val="0"/>
              </a:spcAft>
              <a:buClr>
                <a:schemeClr val="lt1"/>
              </a:buClr>
              <a:buSzPts val="6000"/>
              <a:buNone/>
              <a:defRPr sz="6000">
                <a:solidFill>
                  <a:schemeClr val="lt1"/>
                </a:solidFill>
              </a:defRPr>
            </a:lvl3pPr>
            <a:lvl4pPr lvl="3" rtl="0">
              <a:spcBef>
                <a:spcPts val="0"/>
              </a:spcBef>
              <a:spcAft>
                <a:spcPts val="0"/>
              </a:spcAft>
              <a:buClr>
                <a:schemeClr val="lt1"/>
              </a:buClr>
              <a:buSzPts val="6000"/>
              <a:buNone/>
              <a:defRPr sz="6000">
                <a:solidFill>
                  <a:schemeClr val="lt1"/>
                </a:solidFill>
              </a:defRPr>
            </a:lvl4pPr>
            <a:lvl5pPr lvl="4" rtl="0">
              <a:spcBef>
                <a:spcPts val="0"/>
              </a:spcBef>
              <a:spcAft>
                <a:spcPts val="0"/>
              </a:spcAft>
              <a:buClr>
                <a:schemeClr val="lt1"/>
              </a:buClr>
              <a:buSzPts val="6000"/>
              <a:buNone/>
              <a:defRPr sz="6000">
                <a:solidFill>
                  <a:schemeClr val="lt1"/>
                </a:solidFill>
              </a:defRPr>
            </a:lvl5pPr>
            <a:lvl6pPr lvl="5" rtl="0">
              <a:spcBef>
                <a:spcPts val="0"/>
              </a:spcBef>
              <a:spcAft>
                <a:spcPts val="0"/>
              </a:spcAft>
              <a:buClr>
                <a:schemeClr val="lt1"/>
              </a:buClr>
              <a:buSzPts val="6000"/>
              <a:buNone/>
              <a:defRPr sz="6000">
                <a:solidFill>
                  <a:schemeClr val="lt1"/>
                </a:solidFill>
              </a:defRPr>
            </a:lvl6pPr>
            <a:lvl7pPr lvl="6" rtl="0">
              <a:spcBef>
                <a:spcPts val="0"/>
              </a:spcBef>
              <a:spcAft>
                <a:spcPts val="0"/>
              </a:spcAft>
              <a:buClr>
                <a:schemeClr val="lt1"/>
              </a:buClr>
              <a:buSzPts val="6000"/>
              <a:buNone/>
              <a:defRPr sz="6000">
                <a:solidFill>
                  <a:schemeClr val="lt1"/>
                </a:solidFill>
              </a:defRPr>
            </a:lvl7pPr>
            <a:lvl8pPr lvl="7" rtl="0">
              <a:spcBef>
                <a:spcPts val="0"/>
              </a:spcBef>
              <a:spcAft>
                <a:spcPts val="0"/>
              </a:spcAft>
              <a:buClr>
                <a:schemeClr val="lt1"/>
              </a:buClr>
              <a:buSzPts val="6000"/>
              <a:buNone/>
              <a:defRPr sz="6000">
                <a:solidFill>
                  <a:schemeClr val="lt1"/>
                </a:solidFill>
              </a:defRPr>
            </a:lvl8pPr>
            <a:lvl9pPr lvl="8" rtl="0">
              <a:spcBef>
                <a:spcPts val="0"/>
              </a:spcBef>
              <a:spcAft>
                <a:spcPts val="0"/>
              </a:spcAft>
              <a:buClr>
                <a:schemeClr val="lt1"/>
              </a:buClr>
              <a:buSzPts val="6000"/>
              <a:buNone/>
              <a:defRPr sz="6000">
                <a:solidFill>
                  <a:schemeClr val="lt1"/>
                </a:solidFill>
              </a:defRPr>
            </a:lvl9pPr>
          </a:lstStyle>
          <a:p>
            <a:r>
              <a:t>xx%</a:t>
            </a:r>
          </a:p>
        </p:txBody>
      </p:sp>
      <p:sp>
        <p:nvSpPr>
          <p:cNvPr id="311" name="Google Shape;311;p26"/>
          <p:cNvSpPr txBox="1"/>
          <p:nvPr>
            <p:ph idx="1" type="subTitle"/>
          </p:nvPr>
        </p:nvSpPr>
        <p:spPr>
          <a:xfrm>
            <a:off x="2223600" y="1441695"/>
            <a:ext cx="4696800" cy="365700"/>
          </a:xfrm>
          <a:prstGeom prst="rect">
            <a:avLst/>
          </a:prstGeom>
          <a:solidFill>
            <a:schemeClr val="lt2"/>
          </a:solidFill>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2400"/>
              <a:buNone/>
              <a:defRPr sz="1600">
                <a:solidFill>
                  <a:schemeClr val="accent5"/>
                </a:solidFill>
              </a:defRPr>
            </a:lvl1pPr>
            <a:lvl2pPr lvl="1" rtl="0">
              <a:lnSpc>
                <a:spcPct val="115000"/>
              </a:lnSpc>
              <a:spcBef>
                <a:spcPts val="0"/>
              </a:spcBef>
              <a:spcAft>
                <a:spcPts val="0"/>
              </a:spcAft>
              <a:buClr>
                <a:schemeClr val="dk1"/>
              </a:buClr>
              <a:buSzPts val="2100"/>
              <a:buNone/>
              <a:defRPr sz="2100">
                <a:solidFill>
                  <a:schemeClr val="dk1"/>
                </a:solidFill>
              </a:defRPr>
            </a:lvl2pPr>
            <a:lvl3pPr lvl="2" rtl="0">
              <a:lnSpc>
                <a:spcPct val="115000"/>
              </a:lnSpc>
              <a:spcBef>
                <a:spcPts val="0"/>
              </a:spcBef>
              <a:spcAft>
                <a:spcPts val="0"/>
              </a:spcAft>
              <a:buClr>
                <a:schemeClr val="dk1"/>
              </a:buClr>
              <a:buSzPts val="2100"/>
              <a:buNone/>
              <a:defRPr sz="2100">
                <a:solidFill>
                  <a:schemeClr val="dk1"/>
                </a:solidFill>
              </a:defRPr>
            </a:lvl3pPr>
            <a:lvl4pPr lvl="3" rtl="0">
              <a:lnSpc>
                <a:spcPct val="115000"/>
              </a:lnSpc>
              <a:spcBef>
                <a:spcPts val="0"/>
              </a:spcBef>
              <a:spcAft>
                <a:spcPts val="0"/>
              </a:spcAft>
              <a:buClr>
                <a:schemeClr val="dk1"/>
              </a:buClr>
              <a:buSzPts val="2100"/>
              <a:buNone/>
              <a:defRPr sz="2100">
                <a:solidFill>
                  <a:schemeClr val="dk1"/>
                </a:solidFill>
              </a:defRPr>
            </a:lvl4pPr>
            <a:lvl5pPr lvl="4" rtl="0">
              <a:lnSpc>
                <a:spcPct val="115000"/>
              </a:lnSpc>
              <a:spcBef>
                <a:spcPts val="0"/>
              </a:spcBef>
              <a:spcAft>
                <a:spcPts val="0"/>
              </a:spcAft>
              <a:buClr>
                <a:schemeClr val="dk1"/>
              </a:buClr>
              <a:buSzPts val="2100"/>
              <a:buNone/>
              <a:defRPr sz="2100">
                <a:solidFill>
                  <a:schemeClr val="dk1"/>
                </a:solidFill>
              </a:defRPr>
            </a:lvl5pPr>
            <a:lvl6pPr lvl="5" rtl="0">
              <a:lnSpc>
                <a:spcPct val="115000"/>
              </a:lnSpc>
              <a:spcBef>
                <a:spcPts val="0"/>
              </a:spcBef>
              <a:spcAft>
                <a:spcPts val="0"/>
              </a:spcAft>
              <a:buClr>
                <a:schemeClr val="dk1"/>
              </a:buClr>
              <a:buSzPts val="2100"/>
              <a:buNone/>
              <a:defRPr sz="2100">
                <a:solidFill>
                  <a:schemeClr val="dk1"/>
                </a:solidFill>
              </a:defRPr>
            </a:lvl6pPr>
            <a:lvl7pPr lvl="6" rtl="0">
              <a:lnSpc>
                <a:spcPct val="115000"/>
              </a:lnSpc>
              <a:spcBef>
                <a:spcPts val="0"/>
              </a:spcBef>
              <a:spcAft>
                <a:spcPts val="0"/>
              </a:spcAft>
              <a:buClr>
                <a:schemeClr val="dk1"/>
              </a:buClr>
              <a:buSzPts val="2100"/>
              <a:buNone/>
              <a:defRPr sz="2100">
                <a:solidFill>
                  <a:schemeClr val="dk1"/>
                </a:solidFill>
              </a:defRPr>
            </a:lvl7pPr>
            <a:lvl8pPr lvl="7" rtl="0">
              <a:lnSpc>
                <a:spcPct val="115000"/>
              </a:lnSpc>
              <a:spcBef>
                <a:spcPts val="0"/>
              </a:spcBef>
              <a:spcAft>
                <a:spcPts val="0"/>
              </a:spcAft>
              <a:buClr>
                <a:schemeClr val="dk1"/>
              </a:buClr>
              <a:buSzPts val="2100"/>
              <a:buNone/>
              <a:defRPr sz="2100">
                <a:solidFill>
                  <a:schemeClr val="dk1"/>
                </a:solidFill>
              </a:defRPr>
            </a:lvl8pPr>
            <a:lvl9pPr lvl="8" rtl="0">
              <a:lnSpc>
                <a:spcPct val="115000"/>
              </a:lnSpc>
              <a:spcBef>
                <a:spcPts val="0"/>
              </a:spcBef>
              <a:spcAft>
                <a:spcPts val="0"/>
              </a:spcAft>
              <a:buClr>
                <a:schemeClr val="dk1"/>
              </a:buClr>
              <a:buSzPts val="2100"/>
              <a:buNone/>
              <a:defRPr sz="2100">
                <a:solidFill>
                  <a:schemeClr val="dk1"/>
                </a:solidFill>
              </a:defRPr>
            </a:lvl9pPr>
          </a:lstStyle>
          <a:p/>
        </p:txBody>
      </p:sp>
      <p:sp>
        <p:nvSpPr>
          <p:cNvPr id="312" name="Google Shape;312;p26"/>
          <p:cNvSpPr txBox="1"/>
          <p:nvPr>
            <p:ph hasCustomPrompt="1" idx="2" type="title"/>
          </p:nvPr>
        </p:nvSpPr>
        <p:spPr>
          <a:xfrm>
            <a:off x="2223600" y="2044979"/>
            <a:ext cx="4696800" cy="658500"/>
          </a:xfrm>
          <a:prstGeom prst="rect">
            <a:avLst/>
          </a:prstGeom>
          <a:solidFill>
            <a:schemeClr val="lt2"/>
          </a:solid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4500">
                <a:solidFill>
                  <a:schemeClr val="accent2"/>
                </a:solidFill>
              </a:defRPr>
            </a:lvl1pPr>
            <a:lvl2pPr lvl="1" rtl="0">
              <a:spcBef>
                <a:spcPts val="0"/>
              </a:spcBef>
              <a:spcAft>
                <a:spcPts val="0"/>
              </a:spcAft>
              <a:buClr>
                <a:schemeClr val="lt1"/>
              </a:buClr>
              <a:buSzPts val="6000"/>
              <a:buNone/>
              <a:defRPr sz="6000">
                <a:solidFill>
                  <a:schemeClr val="lt1"/>
                </a:solidFill>
              </a:defRPr>
            </a:lvl2pPr>
            <a:lvl3pPr lvl="2" rtl="0">
              <a:spcBef>
                <a:spcPts val="0"/>
              </a:spcBef>
              <a:spcAft>
                <a:spcPts val="0"/>
              </a:spcAft>
              <a:buClr>
                <a:schemeClr val="lt1"/>
              </a:buClr>
              <a:buSzPts val="6000"/>
              <a:buNone/>
              <a:defRPr sz="6000">
                <a:solidFill>
                  <a:schemeClr val="lt1"/>
                </a:solidFill>
              </a:defRPr>
            </a:lvl3pPr>
            <a:lvl4pPr lvl="3" rtl="0">
              <a:spcBef>
                <a:spcPts val="0"/>
              </a:spcBef>
              <a:spcAft>
                <a:spcPts val="0"/>
              </a:spcAft>
              <a:buClr>
                <a:schemeClr val="lt1"/>
              </a:buClr>
              <a:buSzPts val="6000"/>
              <a:buNone/>
              <a:defRPr sz="6000">
                <a:solidFill>
                  <a:schemeClr val="lt1"/>
                </a:solidFill>
              </a:defRPr>
            </a:lvl4pPr>
            <a:lvl5pPr lvl="4" rtl="0">
              <a:spcBef>
                <a:spcPts val="0"/>
              </a:spcBef>
              <a:spcAft>
                <a:spcPts val="0"/>
              </a:spcAft>
              <a:buClr>
                <a:schemeClr val="lt1"/>
              </a:buClr>
              <a:buSzPts val="6000"/>
              <a:buNone/>
              <a:defRPr sz="6000">
                <a:solidFill>
                  <a:schemeClr val="lt1"/>
                </a:solidFill>
              </a:defRPr>
            </a:lvl5pPr>
            <a:lvl6pPr lvl="5" rtl="0">
              <a:spcBef>
                <a:spcPts val="0"/>
              </a:spcBef>
              <a:spcAft>
                <a:spcPts val="0"/>
              </a:spcAft>
              <a:buClr>
                <a:schemeClr val="lt1"/>
              </a:buClr>
              <a:buSzPts val="6000"/>
              <a:buNone/>
              <a:defRPr sz="6000">
                <a:solidFill>
                  <a:schemeClr val="lt1"/>
                </a:solidFill>
              </a:defRPr>
            </a:lvl6pPr>
            <a:lvl7pPr lvl="6" rtl="0">
              <a:spcBef>
                <a:spcPts val="0"/>
              </a:spcBef>
              <a:spcAft>
                <a:spcPts val="0"/>
              </a:spcAft>
              <a:buClr>
                <a:schemeClr val="lt1"/>
              </a:buClr>
              <a:buSzPts val="6000"/>
              <a:buNone/>
              <a:defRPr sz="6000">
                <a:solidFill>
                  <a:schemeClr val="lt1"/>
                </a:solidFill>
              </a:defRPr>
            </a:lvl7pPr>
            <a:lvl8pPr lvl="7" rtl="0">
              <a:spcBef>
                <a:spcPts val="0"/>
              </a:spcBef>
              <a:spcAft>
                <a:spcPts val="0"/>
              </a:spcAft>
              <a:buClr>
                <a:schemeClr val="lt1"/>
              </a:buClr>
              <a:buSzPts val="6000"/>
              <a:buNone/>
              <a:defRPr sz="6000">
                <a:solidFill>
                  <a:schemeClr val="lt1"/>
                </a:solidFill>
              </a:defRPr>
            </a:lvl8pPr>
            <a:lvl9pPr lvl="8" rtl="0">
              <a:spcBef>
                <a:spcPts val="0"/>
              </a:spcBef>
              <a:spcAft>
                <a:spcPts val="0"/>
              </a:spcAft>
              <a:buClr>
                <a:schemeClr val="lt1"/>
              </a:buClr>
              <a:buSzPts val="6000"/>
              <a:buNone/>
              <a:defRPr sz="6000">
                <a:solidFill>
                  <a:schemeClr val="lt1"/>
                </a:solidFill>
              </a:defRPr>
            </a:lvl9pPr>
          </a:lstStyle>
          <a:p>
            <a:r>
              <a:t>xx%</a:t>
            </a:r>
          </a:p>
        </p:txBody>
      </p:sp>
      <p:sp>
        <p:nvSpPr>
          <p:cNvPr id="313" name="Google Shape;313;p26"/>
          <p:cNvSpPr txBox="1"/>
          <p:nvPr>
            <p:ph idx="3" type="subTitle"/>
          </p:nvPr>
        </p:nvSpPr>
        <p:spPr>
          <a:xfrm>
            <a:off x="2223600" y="2740391"/>
            <a:ext cx="4696800" cy="365700"/>
          </a:xfrm>
          <a:prstGeom prst="rect">
            <a:avLst/>
          </a:prstGeom>
          <a:solidFill>
            <a:schemeClr val="lt2"/>
          </a:solidFill>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2400"/>
              <a:buNone/>
              <a:defRPr sz="1600">
                <a:solidFill>
                  <a:schemeClr val="accent5"/>
                </a:solidFill>
              </a:defRPr>
            </a:lvl1pPr>
            <a:lvl2pPr lvl="1" rtl="0">
              <a:lnSpc>
                <a:spcPct val="115000"/>
              </a:lnSpc>
              <a:spcBef>
                <a:spcPts val="0"/>
              </a:spcBef>
              <a:spcAft>
                <a:spcPts val="0"/>
              </a:spcAft>
              <a:buClr>
                <a:schemeClr val="dk1"/>
              </a:buClr>
              <a:buSzPts val="2100"/>
              <a:buNone/>
              <a:defRPr sz="2100">
                <a:solidFill>
                  <a:schemeClr val="dk1"/>
                </a:solidFill>
              </a:defRPr>
            </a:lvl2pPr>
            <a:lvl3pPr lvl="2" rtl="0">
              <a:lnSpc>
                <a:spcPct val="115000"/>
              </a:lnSpc>
              <a:spcBef>
                <a:spcPts val="0"/>
              </a:spcBef>
              <a:spcAft>
                <a:spcPts val="0"/>
              </a:spcAft>
              <a:buClr>
                <a:schemeClr val="dk1"/>
              </a:buClr>
              <a:buSzPts val="2100"/>
              <a:buNone/>
              <a:defRPr sz="2100">
                <a:solidFill>
                  <a:schemeClr val="dk1"/>
                </a:solidFill>
              </a:defRPr>
            </a:lvl3pPr>
            <a:lvl4pPr lvl="3" rtl="0">
              <a:lnSpc>
                <a:spcPct val="115000"/>
              </a:lnSpc>
              <a:spcBef>
                <a:spcPts val="0"/>
              </a:spcBef>
              <a:spcAft>
                <a:spcPts val="0"/>
              </a:spcAft>
              <a:buClr>
                <a:schemeClr val="dk1"/>
              </a:buClr>
              <a:buSzPts val="2100"/>
              <a:buNone/>
              <a:defRPr sz="2100">
                <a:solidFill>
                  <a:schemeClr val="dk1"/>
                </a:solidFill>
              </a:defRPr>
            </a:lvl4pPr>
            <a:lvl5pPr lvl="4" rtl="0">
              <a:lnSpc>
                <a:spcPct val="115000"/>
              </a:lnSpc>
              <a:spcBef>
                <a:spcPts val="0"/>
              </a:spcBef>
              <a:spcAft>
                <a:spcPts val="0"/>
              </a:spcAft>
              <a:buClr>
                <a:schemeClr val="dk1"/>
              </a:buClr>
              <a:buSzPts val="2100"/>
              <a:buNone/>
              <a:defRPr sz="2100">
                <a:solidFill>
                  <a:schemeClr val="dk1"/>
                </a:solidFill>
              </a:defRPr>
            </a:lvl5pPr>
            <a:lvl6pPr lvl="5" rtl="0">
              <a:lnSpc>
                <a:spcPct val="115000"/>
              </a:lnSpc>
              <a:spcBef>
                <a:spcPts val="0"/>
              </a:spcBef>
              <a:spcAft>
                <a:spcPts val="0"/>
              </a:spcAft>
              <a:buClr>
                <a:schemeClr val="dk1"/>
              </a:buClr>
              <a:buSzPts val="2100"/>
              <a:buNone/>
              <a:defRPr sz="2100">
                <a:solidFill>
                  <a:schemeClr val="dk1"/>
                </a:solidFill>
              </a:defRPr>
            </a:lvl6pPr>
            <a:lvl7pPr lvl="6" rtl="0">
              <a:lnSpc>
                <a:spcPct val="115000"/>
              </a:lnSpc>
              <a:spcBef>
                <a:spcPts val="0"/>
              </a:spcBef>
              <a:spcAft>
                <a:spcPts val="0"/>
              </a:spcAft>
              <a:buClr>
                <a:schemeClr val="dk1"/>
              </a:buClr>
              <a:buSzPts val="2100"/>
              <a:buNone/>
              <a:defRPr sz="2100">
                <a:solidFill>
                  <a:schemeClr val="dk1"/>
                </a:solidFill>
              </a:defRPr>
            </a:lvl7pPr>
            <a:lvl8pPr lvl="7" rtl="0">
              <a:lnSpc>
                <a:spcPct val="115000"/>
              </a:lnSpc>
              <a:spcBef>
                <a:spcPts val="0"/>
              </a:spcBef>
              <a:spcAft>
                <a:spcPts val="0"/>
              </a:spcAft>
              <a:buClr>
                <a:schemeClr val="dk1"/>
              </a:buClr>
              <a:buSzPts val="2100"/>
              <a:buNone/>
              <a:defRPr sz="2100">
                <a:solidFill>
                  <a:schemeClr val="dk1"/>
                </a:solidFill>
              </a:defRPr>
            </a:lvl8pPr>
            <a:lvl9pPr lvl="8" rtl="0">
              <a:lnSpc>
                <a:spcPct val="115000"/>
              </a:lnSpc>
              <a:spcBef>
                <a:spcPts val="0"/>
              </a:spcBef>
              <a:spcAft>
                <a:spcPts val="0"/>
              </a:spcAft>
              <a:buClr>
                <a:schemeClr val="dk1"/>
              </a:buClr>
              <a:buSzPts val="2100"/>
              <a:buNone/>
              <a:defRPr sz="2100">
                <a:solidFill>
                  <a:schemeClr val="dk1"/>
                </a:solidFill>
              </a:defRPr>
            </a:lvl9pPr>
          </a:lstStyle>
          <a:p/>
        </p:txBody>
      </p:sp>
      <p:sp>
        <p:nvSpPr>
          <p:cNvPr id="314" name="Google Shape;314;p26"/>
          <p:cNvSpPr txBox="1"/>
          <p:nvPr>
            <p:ph hasCustomPrompt="1" idx="4" type="title"/>
          </p:nvPr>
        </p:nvSpPr>
        <p:spPr>
          <a:xfrm>
            <a:off x="2223600" y="3343583"/>
            <a:ext cx="4696800" cy="658500"/>
          </a:xfrm>
          <a:prstGeom prst="rect">
            <a:avLst/>
          </a:prstGeom>
          <a:solidFill>
            <a:schemeClr val="lt2"/>
          </a:solidFill>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4500">
                <a:solidFill>
                  <a:schemeClr val="accent2"/>
                </a:solidFill>
              </a:defRPr>
            </a:lvl1pPr>
            <a:lvl2pPr lvl="1" rtl="0">
              <a:spcBef>
                <a:spcPts val="0"/>
              </a:spcBef>
              <a:spcAft>
                <a:spcPts val="0"/>
              </a:spcAft>
              <a:buClr>
                <a:schemeClr val="lt1"/>
              </a:buClr>
              <a:buSzPts val="6000"/>
              <a:buNone/>
              <a:defRPr sz="6000">
                <a:solidFill>
                  <a:schemeClr val="lt1"/>
                </a:solidFill>
              </a:defRPr>
            </a:lvl2pPr>
            <a:lvl3pPr lvl="2" rtl="0">
              <a:spcBef>
                <a:spcPts val="0"/>
              </a:spcBef>
              <a:spcAft>
                <a:spcPts val="0"/>
              </a:spcAft>
              <a:buClr>
                <a:schemeClr val="lt1"/>
              </a:buClr>
              <a:buSzPts val="6000"/>
              <a:buNone/>
              <a:defRPr sz="6000">
                <a:solidFill>
                  <a:schemeClr val="lt1"/>
                </a:solidFill>
              </a:defRPr>
            </a:lvl3pPr>
            <a:lvl4pPr lvl="3" rtl="0">
              <a:spcBef>
                <a:spcPts val="0"/>
              </a:spcBef>
              <a:spcAft>
                <a:spcPts val="0"/>
              </a:spcAft>
              <a:buClr>
                <a:schemeClr val="lt1"/>
              </a:buClr>
              <a:buSzPts val="6000"/>
              <a:buNone/>
              <a:defRPr sz="6000">
                <a:solidFill>
                  <a:schemeClr val="lt1"/>
                </a:solidFill>
              </a:defRPr>
            </a:lvl4pPr>
            <a:lvl5pPr lvl="4" rtl="0">
              <a:spcBef>
                <a:spcPts val="0"/>
              </a:spcBef>
              <a:spcAft>
                <a:spcPts val="0"/>
              </a:spcAft>
              <a:buClr>
                <a:schemeClr val="lt1"/>
              </a:buClr>
              <a:buSzPts val="6000"/>
              <a:buNone/>
              <a:defRPr sz="6000">
                <a:solidFill>
                  <a:schemeClr val="lt1"/>
                </a:solidFill>
              </a:defRPr>
            </a:lvl5pPr>
            <a:lvl6pPr lvl="5" rtl="0">
              <a:spcBef>
                <a:spcPts val="0"/>
              </a:spcBef>
              <a:spcAft>
                <a:spcPts val="0"/>
              </a:spcAft>
              <a:buClr>
                <a:schemeClr val="lt1"/>
              </a:buClr>
              <a:buSzPts val="6000"/>
              <a:buNone/>
              <a:defRPr sz="6000">
                <a:solidFill>
                  <a:schemeClr val="lt1"/>
                </a:solidFill>
              </a:defRPr>
            </a:lvl6pPr>
            <a:lvl7pPr lvl="6" rtl="0">
              <a:spcBef>
                <a:spcPts val="0"/>
              </a:spcBef>
              <a:spcAft>
                <a:spcPts val="0"/>
              </a:spcAft>
              <a:buClr>
                <a:schemeClr val="lt1"/>
              </a:buClr>
              <a:buSzPts val="6000"/>
              <a:buNone/>
              <a:defRPr sz="6000">
                <a:solidFill>
                  <a:schemeClr val="lt1"/>
                </a:solidFill>
              </a:defRPr>
            </a:lvl7pPr>
            <a:lvl8pPr lvl="7" rtl="0">
              <a:spcBef>
                <a:spcPts val="0"/>
              </a:spcBef>
              <a:spcAft>
                <a:spcPts val="0"/>
              </a:spcAft>
              <a:buClr>
                <a:schemeClr val="lt1"/>
              </a:buClr>
              <a:buSzPts val="6000"/>
              <a:buNone/>
              <a:defRPr sz="6000">
                <a:solidFill>
                  <a:schemeClr val="lt1"/>
                </a:solidFill>
              </a:defRPr>
            </a:lvl8pPr>
            <a:lvl9pPr lvl="8" rtl="0">
              <a:spcBef>
                <a:spcPts val="0"/>
              </a:spcBef>
              <a:spcAft>
                <a:spcPts val="0"/>
              </a:spcAft>
              <a:buClr>
                <a:schemeClr val="lt1"/>
              </a:buClr>
              <a:buSzPts val="6000"/>
              <a:buNone/>
              <a:defRPr sz="6000">
                <a:solidFill>
                  <a:schemeClr val="lt1"/>
                </a:solidFill>
              </a:defRPr>
            </a:lvl9pPr>
          </a:lstStyle>
          <a:p>
            <a:r>
              <a:t>xx%</a:t>
            </a:r>
          </a:p>
        </p:txBody>
      </p:sp>
      <p:sp>
        <p:nvSpPr>
          <p:cNvPr id="315" name="Google Shape;315;p26"/>
          <p:cNvSpPr txBox="1"/>
          <p:nvPr>
            <p:ph idx="5" type="subTitle"/>
          </p:nvPr>
        </p:nvSpPr>
        <p:spPr>
          <a:xfrm>
            <a:off x="2223600" y="4039087"/>
            <a:ext cx="4696800" cy="365700"/>
          </a:xfrm>
          <a:prstGeom prst="rect">
            <a:avLst/>
          </a:prstGeom>
          <a:solidFill>
            <a:schemeClr val="lt2"/>
          </a:solidFill>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2400"/>
              <a:buNone/>
              <a:defRPr sz="1600">
                <a:solidFill>
                  <a:schemeClr val="accent5"/>
                </a:solidFill>
              </a:defRPr>
            </a:lvl1pPr>
            <a:lvl2pPr lvl="1" rtl="0">
              <a:lnSpc>
                <a:spcPct val="115000"/>
              </a:lnSpc>
              <a:spcBef>
                <a:spcPts val="0"/>
              </a:spcBef>
              <a:spcAft>
                <a:spcPts val="0"/>
              </a:spcAft>
              <a:buClr>
                <a:schemeClr val="dk1"/>
              </a:buClr>
              <a:buSzPts val="2100"/>
              <a:buNone/>
              <a:defRPr sz="2100">
                <a:solidFill>
                  <a:schemeClr val="dk1"/>
                </a:solidFill>
              </a:defRPr>
            </a:lvl2pPr>
            <a:lvl3pPr lvl="2" rtl="0">
              <a:lnSpc>
                <a:spcPct val="115000"/>
              </a:lnSpc>
              <a:spcBef>
                <a:spcPts val="0"/>
              </a:spcBef>
              <a:spcAft>
                <a:spcPts val="0"/>
              </a:spcAft>
              <a:buClr>
                <a:schemeClr val="dk1"/>
              </a:buClr>
              <a:buSzPts val="2100"/>
              <a:buNone/>
              <a:defRPr sz="2100">
                <a:solidFill>
                  <a:schemeClr val="dk1"/>
                </a:solidFill>
              </a:defRPr>
            </a:lvl3pPr>
            <a:lvl4pPr lvl="3" rtl="0">
              <a:lnSpc>
                <a:spcPct val="115000"/>
              </a:lnSpc>
              <a:spcBef>
                <a:spcPts val="0"/>
              </a:spcBef>
              <a:spcAft>
                <a:spcPts val="0"/>
              </a:spcAft>
              <a:buClr>
                <a:schemeClr val="dk1"/>
              </a:buClr>
              <a:buSzPts val="2100"/>
              <a:buNone/>
              <a:defRPr sz="2100">
                <a:solidFill>
                  <a:schemeClr val="dk1"/>
                </a:solidFill>
              </a:defRPr>
            </a:lvl4pPr>
            <a:lvl5pPr lvl="4" rtl="0">
              <a:lnSpc>
                <a:spcPct val="115000"/>
              </a:lnSpc>
              <a:spcBef>
                <a:spcPts val="0"/>
              </a:spcBef>
              <a:spcAft>
                <a:spcPts val="0"/>
              </a:spcAft>
              <a:buClr>
                <a:schemeClr val="dk1"/>
              </a:buClr>
              <a:buSzPts val="2100"/>
              <a:buNone/>
              <a:defRPr sz="2100">
                <a:solidFill>
                  <a:schemeClr val="dk1"/>
                </a:solidFill>
              </a:defRPr>
            </a:lvl5pPr>
            <a:lvl6pPr lvl="5" rtl="0">
              <a:lnSpc>
                <a:spcPct val="115000"/>
              </a:lnSpc>
              <a:spcBef>
                <a:spcPts val="0"/>
              </a:spcBef>
              <a:spcAft>
                <a:spcPts val="0"/>
              </a:spcAft>
              <a:buClr>
                <a:schemeClr val="dk1"/>
              </a:buClr>
              <a:buSzPts val="2100"/>
              <a:buNone/>
              <a:defRPr sz="2100">
                <a:solidFill>
                  <a:schemeClr val="dk1"/>
                </a:solidFill>
              </a:defRPr>
            </a:lvl6pPr>
            <a:lvl7pPr lvl="6" rtl="0">
              <a:lnSpc>
                <a:spcPct val="115000"/>
              </a:lnSpc>
              <a:spcBef>
                <a:spcPts val="0"/>
              </a:spcBef>
              <a:spcAft>
                <a:spcPts val="0"/>
              </a:spcAft>
              <a:buClr>
                <a:schemeClr val="dk1"/>
              </a:buClr>
              <a:buSzPts val="2100"/>
              <a:buNone/>
              <a:defRPr sz="2100">
                <a:solidFill>
                  <a:schemeClr val="dk1"/>
                </a:solidFill>
              </a:defRPr>
            </a:lvl7pPr>
            <a:lvl8pPr lvl="7" rtl="0">
              <a:lnSpc>
                <a:spcPct val="115000"/>
              </a:lnSpc>
              <a:spcBef>
                <a:spcPts val="0"/>
              </a:spcBef>
              <a:spcAft>
                <a:spcPts val="0"/>
              </a:spcAft>
              <a:buClr>
                <a:schemeClr val="dk1"/>
              </a:buClr>
              <a:buSzPts val="2100"/>
              <a:buNone/>
              <a:defRPr sz="2100">
                <a:solidFill>
                  <a:schemeClr val="dk1"/>
                </a:solidFill>
              </a:defRPr>
            </a:lvl8pPr>
            <a:lvl9pPr lvl="8" rtl="0">
              <a:lnSpc>
                <a:spcPct val="115000"/>
              </a:lnSpc>
              <a:spcBef>
                <a:spcPts val="0"/>
              </a:spcBef>
              <a:spcAft>
                <a:spcPts val="0"/>
              </a:spcAft>
              <a:buClr>
                <a:schemeClr val="dk1"/>
              </a:buClr>
              <a:buSzPts val="2100"/>
              <a:buNone/>
              <a:defRPr sz="2100">
                <a:solidFill>
                  <a:schemeClr val="dk1"/>
                </a:solidFill>
              </a:defRPr>
            </a:lvl9pPr>
          </a:lstStyle>
          <a:p/>
        </p:txBody>
      </p:sp>
      <p:grpSp>
        <p:nvGrpSpPr>
          <p:cNvPr id="316" name="Google Shape;316;p26"/>
          <p:cNvGrpSpPr/>
          <p:nvPr/>
        </p:nvGrpSpPr>
        <p:grpSpPr>
          <a:xfrm>
            <a:off x="269722" y="1778"/>
            <a:ext cx="8607902" cy="5090199"/>
            <a:chOff x="269722" y="1778"/>
            <a:chExt cx="8607902" cy="5090199"/>
          </a:xfrm>
        </p:grpSpPr>
        <p:grpSp>
          <p:nvGrpSpPr>
            <p:cNvPr id="317" name="Google Shape;317;p26"/>
            <p:cNvGrpSpPr/>
            <p:nvPr/>
          </p:nvGrpSpPr>
          <p:grpSpPr>
            <a:xfrm rot="-5400000">
              <a:off x="8120892" y="4335245"/>
              <a:ext cx="595437" cy="918027"/>
              <a:chOff x="7884075" y="238975"/>
              <a:chExt cx="595437" cy="918027"/>
            </a:xfrm>
          </p:grpSpPr>
          <p:sp>
            <p:nvSpPr>
              <p:cNvPr id="318" name="Google Shape;318;p26"/>
              <p:cNvSpPr/>
              <p:nvPr/>
            </p:nvSpPr>
            <p:spPr>
              <a:xfrm>
                <a:off x="7884075" y="238975"/>
                <a:ext cx="139874" cy="139874"/>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26"/>
              <p:cNvSpPr/>
              <p:nvPr/>
            </p:nvSpPr>
            <p:spPr>
              <a:xfrm>
                <a:off x="8255441" y="918206"/>
                <a:ext cx="224071" cy="238796"/>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0" name="Google Shape;320;p26"/>
            <p:cNvGrpSpPr/>
            <p:nvPr/>
          </p:nvGrpSpPr>
          <p:grpSpPr>
            <a:xfrm rot="-5400000">
              <a:off x="816778" y="-545278"/>
              <a:ext cx="511237" cy="1605349"/>
              <a:chOff x="8255437" y="378850"/>
              <a:chExt cx="511237" cy="1605349"/>
            </a:xfrm>
          </p:grpSpPr>
          <p:sp>
            <p:nvSpPr>
              <p:cNvPr id="321" name="Google Shape;321;p26"/>
              <p:cNvSpPr/>
              <p:nvPr/>
            </p:nvSpPr>
            <p:spPr>
              <a:xfrm>
                <a:off x="8255437" y="436475"/>
                <a:ext cx="206055" cy="206055"/>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26"/>
              <p:cNvSpPr/>
              <p:nvPr/>
            </p:nvSpPr>
            <p:spPr>
              <a:xfrm>
                <a:off x="8288525" y="1844325"/>
                <a:ext cx="139874" cy="139874"/>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26"/>
              <p:cNvSpPr/>
              <p:nvPr/>
            </p:nvSpPr>
            <p:spPr>
              <a:xfrm>
                <a:off x="8626800" y="378850"/>
                <a:ext cx="139874" cy="139874"/>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
    <p:spTree>
      <p:nvGrpSpPr>
        <p:cNvPr id="324" name="Shape 324"/>
        <p:cNvGrpSpPr/>
        <p:nvPr/>
      </p:nvGrpSpPr>
      <p:grpSpPr>
        <a:xfrm>
          <a:off x="0" y="0"/>
          <a:ext cx="0" cy="0"/>
          <a:chOff x="0" y="0"/>
          <a:chExt cx="0" cy="0"/>
        </a:xfrm>
      </p:grpSpPr>
      <p:sp>
        <p:nvSpPr>
          <p:cNvPr id="325" name="Google Shape;325;p27"/>
          <p:cNvSpPr txBox="1"/>
          <p:nvPr>
            <p:ph type="title"/>
          </p:nvPr>
        </p:nvSpPr>
        <p:spPr>
          <a:xfrm>
            <a:off x="713264" y="685100"/>
            <a:ext cx="4629300" cy="10587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000"/>
              <a:buNone/>
              <a:defRPr sz="60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26" name="Google Shape;326;p27"/>
          <p:cNvSpPr txBox="1"/>
          <p:nvPr>
            <p:ph idx="1" type="subTitle"/>
          </p:nvPr>
        </p:nvSpPr>
        <p:spPr>
          <a:xfrm>
            <a:off x="713225" y="1722730"/>
            <a:ext cx="4629300" cy="11010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400"/>
              <a:buNone/>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327" name="Google Shape;327;p27"/>
          <p:cNvSpPr txBox="1"/>
          <p:nvPr/>
        </p:nvSpPr>
        <p:spPr>
          <a:xfrm>
            <a:off x="713277" y="3611950"/>
            <a:ext cx="4629300" cy="5562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300"/>
              </a:spcBef>
              <a:spcAft>
                <a:spcPts val="0"/>
              </a:spcAft>
              <a:buNone/>
            </a:pPr>
            <a:r>
              <a:rPr lang="en" sz="1200">
                <a:solidFill>
                  <a:schemeClr val="dk1"/>
                </a:solidFill>
                <a:latin typeface="Lato"/>
                <a:ea typeface="Lato"/>
                <a:cs typeface="Lato"/>
                <a:sym typeface="Lato"/>
              </a:rPr>
              <a:t>CREDITS: This presentation template was created by </a:t>
            </a:r>
            <a:r>
              <a:rPr b="1" lang="en" sz="1200" u="sng">
                <a:solidFill>
                  <a:schemeClr val="hlink"/>
                </a:solidFill>
                <a:latin typeface="Lato"/>
                <a:ea typeface="Lato"/>
                <a:cs typeface="Lato"/>
                <a:sym typeface="Lato"/>
                <a:hlinkClick r:id="rId2"/>
              </a:rPr>
              <a:t>Slidesgo</a:t>
            </a:r>
            <a:r>
              <a:rPr b="1" lang="en" sz="1200">
                <a:solidFill>
                  <a:schemeClr val="dk1"/>
                </a:solidFill>
                <a:latin typeface="Lato"/>
                <a:ea typeface="Lato"/>
                <a:cs typeface="Lato"/>
                <a:sym typeface="Lato"/>
              </a:rPr>
              <a:t>,</a:t>
            </a:r>
            <a:r>
              <a:rPr lang="en" sz="1200">
                <a:solidFill>
                  <a:schemeClr val="dk1"/>
                </a:solidFill>
                <a:latin typeface="Lato"/>
                <a:ea typeface="Lato"/>
                <a:cs typeface="Lato"/>
                <a:sym typeface="Lato"/>
              </a:rPr>
              <a:t> and includes icons by </a:t>
            </a:r>
            <a:r>
              <a:rPr b="1" lang="en" sz="1200" u="sng">
                <a:solidFill>
                  <a:schemeClr val="dk1"/>
                </a:solidFill>
                <a:latin typeface="Lato"/>
                <a:ea typeface="Lato"/>
                <a:cs typeface="Lato"/>
                <a:sym typeface="Lato"/>
                <a:hlinkClick r:id="rId3">
                  <a:extLst>
                    <a:ext uri="{A12FA001-AC4F-418D-AE19-62706E023703}">
                      <ahyp:hlinkClr val="tx"/>
                    </a:ext>
                  </a:extLst>
                </a:hlinkClick>
              </a:rPr>
              <a:t>Flaticon</a:t>
            </a:r>
            <a:r>
              <a:rPr lang="en" sz="1200">
                <a:solidFill>
                  <a:schemeClr val="dk1"/>
                </a:solidFill>
                <a:latin typeface="Lato"/>
                <a:ea typeface="Lato"/>
                <a:cs typeface="Lato"/>
                <a:sym typeface="Lato"/>
              </a:rPr>
              <a:t>, and infographics &amp; images by </a:t>
            </a:r>
            <a:r>
              <a:rPr b="1" lang="en" sz="1200" u="sng">
                <a:solidFill>
                  <a:schemeClr val="dk1"/>
                </a:solidFill>
                <a:latin typeface="Lato"/>
                <a:ea typeface="Lato"/>
                <a:cs typeface="Lato"/>
                <a:sym typeface="Lato"/>
                <a:hlinkClick r:id="rId4">
                  <a:extLst>
                    <a:ext uri="{A12FA001-AC4F-418D-AE19-62706E023703}">
                      <ahyp:hlinkClr val="tx"/>
                    </a:ext>
                  </a:extLst>
                </a:hlinkClick>
              </a:rPr>
              <a:t>Freepik</a:t>
            </a:r>
            <a:r>
              <a:rPr b="1" lang="en" sz="1200" u="sng">
                <a:solidFill>
                  <a:schemeClr val="dk1"/>
                </a:solidFill>
                <a:latin typeface="Lato"/>
                <a:ea typeface="Lato"/>
                <a:cs typeface="Lato"/>
                <a:sym typeface="Lato"/>
              </a:rPr>
              <a:t> </a:t>
            </a:r>
            <a:endParaRPr b="1" sz="1200" u="sng">
              <a:solidFill>
                <a:schemeClr val="dk1"/>
              </a:solidFill>
              <a:latin typeface="Lato"/>
              <a:ea typeface="Lato"/>
              <a:cs typeface="Lato"/>
              <a:sym typeface="Lato"/>
            </a:endParaRPr>
          </a:p>
        </p:txBody>
      </p:sp>
      <p:grpSp>
        <p:nvGrpSpPr>
          <p:cNvPr id="328" name="Google Shape;328;p27"/>
          <p:cNvGrpSpPr/>
          <p:nvPr/>
        </p:nvGrpSpPr>
        <p:grpSpPr>
          <a:xfrm>
            <a:off x="179243" y="1771891"/>
            <a:ext cx="400449" cy="2933146"/>
            <a:chOff x="7553711" y="-2334286"/>
            <a:chExt cx="455625" cy="3337292"/>
          </a:xfrm>
        </p:grpSpPr>
        <p:sp>
          <p:nvSpPr>
            <p:cNvPr id="329" name="Google Shape;329;p27"/>
            <p:cNvSpPr/>
            <p:nvPr/>
          </p:nvSpPr>
          <p:spPr>
            <a:xfrm>
              <a:off x="7728940" y="-1977361"/>
              <a:ext cx="280396" cy="280396"/>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27"/>
            <p:cNvSpPr/>
            <p:nvPr/>
          </p:nvSpPr>
          <p:spPr>
            <a:xfrm>
              <a:off x="7766124" y="796950"/>
              <a:ext cx="206055" cy="206055"/>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27"/>
            <p:cNvSpPr/>
            <p:nvPr/>
          </p:nvSpPr>
          <p:spPr>
            <a:xfrm>
              <a:off x="7553711" y="-2334286"/>
              <a:ext cx="151325" cy="151325"/>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2" name="Google Shape;332;p27"/>
          <p:cNvGrpSpPr/>
          <p:nvPr/>
        </p:nvGrpSpPr>
        <p:grpSpPr>
          <a:xfrm>
            <a:off x="312250" y="-762725"/>
            <a:ext cx="855850" cy="2170900"/>
            <a:chOff x="312250" y="-762725"/>
            <a:chExt cx="855850" cy="2170900"/>
          </a:xfrm>
        </p:grpSpPr>
        <p:cxnSp>
          <p:nvCxnSpPr>
            <p:cNvPr id="333" name="Google Shape;333;p27"/>
            <p:cNvCxnSpPr/>
            <p:nvPr/>
          </p:nvCxnSpPr>
          <p:spPr>
            <a:xfrm rot="5400000">
              <a:off x="-237850" y="2225"/>
              <a:ext cx="2082300" cy="729600"/>
            </a:xfrm>
            <a:prstGeom prst="bentConnector3">
              <a:avLst>
                <a:gd fmla="val 43507" name="adj1"/>
              </a:avLst>
            </a:prstGeom>
            <a:noFill/>
            <a:ln cap="flat" cmpd="sng" w="19050">
              <a:solidFill>
                <a:schemeClr val="lt2"/>
              </a:solidFill>
              <a:prstDash val="solid"/>
              <a:round/>
              <a:headEnd len="med" w="med" type="none"/>
              <a:tailEnd len="med" w="med" type="oval"/>
            </a:ln>
          </p:spPr>
        </p:cxnSp>
        <p:cxnSp>
          <p:nvCxnSpPr>
            <p:cNvPr id="334" name="Google Shape;334;p27"/>
            <p:cNvCxnSpPr/>
            <p:nvPr/>
          </p:nvCxnSpPr>
          <p:spPr>
            <a:xfrm rot="5400000">
              <a:off x="-317750" y="-132725"/>
              <a:ext cx="1866600" cy="606600"/>
            </a:xfrm>
            <a:prstGeom prst="bentConnector3">
              <a:avLst>
                <a:gd fmla="val 50000" name="adj1"/>
              </a:avLst>
            </a:prstGeom>
            <a:noFill/>
            <a:ln cap="flat" cmpd="sng" w="19050">
              <a:solidFill>
                <a:schemeClr val="lt2"/>
              </a:solidFill>
              <a:prstDash val="solid"/>
              <a:round/>
              <a:headEnd len="med" w="med" type="none"/>
              <a:tailEnd len="med" w="med" type="oval"/>
            </a:ln>
          </p:spPr>
        </p:cxn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335" name="Shape 335"/>
        <p:cNvGrpSpPr/>
        <p:nvPr/>
      </p:nvGrpSpPr>
      <p:grpSpPr>
        <a:xfrm>
          <a:off x="0" y="0"/>
          <a:ext cx="0" cy="0"/>
          <a:chOff x="0" y="0"/>
          <a:chExt cx="0" cy="0"/>
        </a:xfrm>
      </p:grpSpPr>
      <p:grpSp>
        <p:nvGrpSpPr>
          <p:cNvPr id="336" name="Google Shape;336;p28"/>
          <p:cNvGrpSpPr/>
          <p:nvPr/>
        </p:nvGrpSpPr>
        <p:grpSpPr>
          <a:xfrm>
            <a:off x="-709225" y="2020450"/>
            <a:ext cx="10403925" cy="4250875"/>
            <a:chOff x="-709225" y="2020450"/>
            <a:chExt cx="10403925" cy="4250875"/>
          </a:xfrm>
        </p:grpSpPr>
        <p:grpSp>
          <p:nvGrpSpPr>
            <p:cNvPr id="337" name="Google Shape;337;p28"/>
            <p:cNvGrpSpPr/>
            <p:nvPr/>
          </p:nvGrpSpPr>
          <p:grpSpPr>
            <a:xfrm>
              <a:off x="176175" y="2459300"/>
              <a:ext cx="418425" cy="3812025"/>
              <a:chOff x="176175" y="2459300"/>
              <a:chExt cx="418425" cy="3812025"/>
            </a:xfrm>
          </p:grpSpPr>
          <p:cxnSp>
            <p:nvCxnSpPr>
              <p:cNvPr id="338" name="Google Shape;338;p28"/>
              <p:cNvCxnSpPr/>
              <p:nvPr/>
            </p:nvCxnSpPr>
            <p:spPr>
              <a:xfrm flipH="1" rot="5400000">
                <a:off x="-1093800" y="3815900"/>
                <a:ext cx="3045000" cy="331800"/>
              </a:xfrm>
              <a:prstGeom prst="bentConnector3">
                <a:avLst>
                  <a:gd fmla="val 50000" name="adj1"/>
                </a:avLst>
              </a:prstGeom>
              <a:noFill/>
              <a:ln cap="flat" cmpd="sng" w="19050">
                <a:solidFill>
                  <a:schemeClr val="lt2"/>
                </a:solidFill>
                <a:prstDash val="solid"/>
                <a:round/>
                <a:headEnd len="med" w="med" type="none"/>
                <a:tailEnd len="med" w="med" type="oval"/>
              </a:ln>
            </p:spPr>
          </p:cxnSp>
          <p:cxnSp>
            <p:nvCxnSpPr>
              <p:cNvPr id="339" name="Google Shape;339;p28"/>
              <p:cNvCxnSpPr/>
              <p:nvPr/>
            </p:nvCxnSpPr>
            <p:spPr>
              <a:xfrm flipH="1" rot="5400000">
                <a:off x="-1327875" y="4449875"/>
                <a:ext cx="3325500" cy="317400"/>
              </a:xfrm>
              <a:prstGeom prst="bentConnector3">
                <a:avLst>
                  <a:gd fmla="val 64575" name="adj1"/>
                </a:avLst>
              </a:prstGeom>
              <a:noFill/>
              <a:ln cap="flat" cmpd="sng" w="19050">
                <a:solidFill>
                  <a:schemeClr val="lt2"/>
                </a:solidFill>
                <a:prstDash val="solid"/>
                <a:round/>
                <a:headEnd len="med" w="med" type="none"/>
                <a:tailEnd len="med" w="med" type="oval"/>
              </a:ln>
            </p:spPr>
          </p:cxnSp>
        </p:grpSp>
        <p:grpSp>
          <p:nvGrpSpPr>
            <p:cNvPr id="340" name="Google Shape;340;p28"/>
            <p:cNvGrpSpPr/>
            <p:nvPr/>
          </p:nvGrpSpPr>
          <p:grpSpPr>
            <a:xfrm>
              <a:off x="-709225" y="4185350"/>
              <a:ext cx="7895400" cy="1976375"/>
              <a:chOff x="-709225" y="4185350"/>
              <a:chExt cx="7895400" cy="1976375"/>
            </a:xfrm>
          </p:grpSpPr>
          <p:cxnSp>
            <p:nvCxnSpPr>
              <p:cNvPr id="341" name="Google Shape;341;p28"/>
              <p:cNvCxnSpPr/>
              <p:nvPr/>
            </p:nvCxnSpPr>
            <p:spPr>
              <a:xfrm flipH="1" rot="10800000">
                <a:off x="-709225" y="4185350"/>
                <a:ext cx="7895400" cy="1147500"/>
              </a:xfrm>
              <a:prstGeom prst="bentConnector3">
                <a:avLst>
                  <a:gd fmla="val 71221" name="adj1"/>
                </a:avLst>
              </a:prstGeom>
              <a:noFill/>
              <a:ln cap="flat" cmpd="sng" w="19050">
                <a:solidFill>
                  <a:schemeClr val="lt2"/>
                </a:solidFill>
                <a:prstDash val="solid"/>
                <a:round/>
                <a:headEnd len="med" w="med" type="none"/>
                <a:tailEnd len="med" w="med" type="oval"/>
              </a:ln>
            </p:spPr>
          </p:cxnSp>
          <p:cxnSp>
            <p:nvCxnSpPr>
              <p:cNvPr id="342" name="Google Shape;342;p28"/>
              <p:cNvCxnSpPr/>
              <p:nvPr/>
            </p:nvCxnSpPr>
            <p:spPr>
              <a:xfrm flipH="1" rot="10800000">
                <a:off x="2953025" y="4367125"/>
                <a:ext cx="3567000" cy="1794600"/>
              </a:xfrm>
              <a:prstGeom prst="bentConnector3">
                <a:avLst>
                  <a:gd fmla="val 50000" name="adj1"/>
                </a:avLst>
              </a:prstGeom>
              <a:noFill/>
              <a:ln cap="flat" cmpd="sng" w="19050">
                <a:solidFill>
                  <a:schemeClr val="lt2"/>
                </a:solidFill>
                <a:prstDash val="solid"/>
                <a:round/>
                <a:headEnd len="med" w="med" type="none"/>
                <a:tailEnd len="med" w="med" type="oval"/>
              </a:ln>
            </p:spPr>
          </p:cxnSp>
        </p:grpSp>
        <p:grpSp>
          <p:nvGrpSpPr>
            <p:cNvPr id="343" name="Google Shape;343;p28"/>
            <p:cNvGrpSpPr/>
            <p:nvPr/>
          </p:nvGrpSpPr>
          <p:grpSpPr>
            <a:xfrm>
              <a:off x="8878450" y="2020450"/>
              <a:ext cx="816250" cy="2568900"/>
              <a:chOff x="8878450" y="2020450"/>
              <a:chExt cx="816250" cy="2568900"/>
            </a:xfrm>
          </p:grpSpPr>
          <p:cxnSp>
            <p:nvCxnSpPr>
              <p:cNvPr id="344" name="Google Shape;344;p28"/>
              <p:cNvCxnSpPr/>
              <p:nvPr/>
            </p:nvCxnSpPr>
            <p:spPr>
              <a:xfrm rot="5400000">
                <a:off x="7933150" y="2965750"/>
                <a:ext cx="2568900" cy="678300"/>
              </a:xfrm>
              <a:prstGeom prst="bentConnector3">
                <a:avLst>
                  <a:gd fmla="val 4494" name="adj1"/>
                </a:avLst>
              </a:prstGeom>
              <a:noFill/>
              <a:ln cap="flat" cmpd="sng" w="19050">
                <a:solidFill>
                  <a:schemeClr val="lt2"/>
                </a:solidFill>
                <a:prstDash val="solid"/>
                <a:round/>
                <a:headEnd len="med" w="med" type="none"/>
                <a:tailEnd len="med" w="med" type="oval"/>
              </a:ln>
            </p:spPr>
          </p:cxnSp>
          <p:cxnSp>
            <p:nvCxnSpPr>
              <p:cNvPr id="345" name="Google Shape;345;p28"/>
              <p:cNvCxnSpPr/>
              <p:nvPr/>
            </p:nvCxnSpPr>
            <p:spPr>
              <a:xfrm rot="5400000">
                <a:off x="8288750" y="2779400"/>
                <a:ext cx="2082300" cy="729600"/>
              </a:xfrm>
              <a:prstGeom prst="bentConnector3">
                <a:avLst>
                  <a:gd fmla="val 50000" name="adj1"/>
                </a:avLst>
              </a:prstGeom>
              <a:noFill/>
              <a:ln cap="flat" cmpd="sng" w="19050">
                <a:solidFill>
                  <a:schemeClr val="lt2"/>
                </a:solidFill>
                <a:prstDash val="solid"/>
                <a:round/>
                <a:headEnd len="med" w="med" type="none"/>
                <a:tailEnd len="med" w="med" type="oval"/>
              </a:ln>
            </p:spPr>
          </p:cxnSp>
        </p:grpSp>
      </p:grpSp>
      <p:grpSp>
        <p:nvGrpSpPr>
          <p:cNvPr id="346" name="Google Shape;346;p28"/>
          <p:cNvGrpSpPr/>
          <p:nvPr/>
        </p:nvGrpSpPr>
        <p:grpSpPr>
          <a:xfrm>
            <a:off x="84278" y="2240873"/>
            <a:ext cx="8837445" cy="2718104"/>
            <a:chOff x="84278" y="2240873"/>
            <a:chExt cx="8837445" cy="2718104"/>
          </a:xfrm>
        </p:grpSpPr>
        <p:sp>
          <p:nvSpPr>
            <p:cNvPr id="347" name="Google Shape;347;p28"/>
            <p:cNvSpPr/>
            <p:nvPr/>
          </p:nvSpPr>
          <p:spPr>
            <a:xfrm>
              <a:off x="84278" y="2240873"/>
              <a:ext cx="144320" cy="144304"/>
            </a:xfrm>
            <a:custGeom>
              <a:rect b="b" l="l" r="r" t="t"/>
              <a:pathLst>
                <a:path extrusionOk="0" h="3298" w="3298">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28"/>
            <p:cNvSpPr/>
            <p:nvPr/>
          </p:nvSpPr>
          <p:spPr>
            <a:xfrm>
              <a:off x="8777403" y="4814673"/>
              <a:ext cx="144320" cy="144304"/>
            </a:xfrm>
            <a:custGeom>
              <a:rect b="b" l="l" r="r" t="t"/>
              <a:pathLst>
                <a:path extrusionOk="0" h="3298" w="3298">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349" name="Shape 349"/>
        <p:cNvGrpSpPr/>
        <p:nvPr/>
      </p:nvGrpSpPr>
      <p:grpSpPr>
        <a:xfrm>
          <a:off x="0" y="0"/>
          <a:ext cx="0" cy="0"/>
          <a:chOff x="0" y="0"/>
          <a:chExt cx="0" cy="0"/>
        </a:xfrm>
      </p:grpSpPr>
      <p:grpSp>
        <p:nvGrpSpPr>
          <p:cNvPr id="350" name="Google Shape;350;p29"/>
          <p:cNvGrpSpPr/>
          <p:nvPr/>
        </p:nvGrpSpPr>
        <p:grpSpPr>
          <a:xfrm>
            <a:off x="140000" y="188300"/>
            <a:ext cx="580000" cy="6094500"/>
            <a:chOff x="140000" y="188300"/>
            <a:chExt cx="580000" cy="6094500"/>
          </a:xfrm>
        </p:grpSpPr>
        <p:cxnSp>
          <p:nvCxnSpPr>
            <p:cNvPr id="351" name="Google Shape;351;p29"/>
            <p:cNvCxnSpPr/>
            <p:nvPr/>
          </p:nvCxnSpPr>
          <p:spPr>
            <a:xfrm rot="-5400000">
              <a:off x="-522000" y="4271050"/>
              <a:ext cx="2018700" cy="465300"/>
            </a:xfrm>
            <a:prstGeom prst="bentConnector2">
              <a:avLst/>
            </a:prstGeom>
            <a:noFill/>
            <a:ln cap="flat" cmpd="sng" w="19050">
              <a:solidFill>
                <a:schemeClr val="lt2"/>
              </a:solidFill>
              <a:prstDash val="solid"/>
              <a:round/>
              <a:headEnd len="med" w="med" type="none"/>
              <a:tailEnd len="med" w="med" type="oval"/>
            </a:ln>
          </p:spPr>
        </p:cxnSp>
        <p:cxnSp>
          <p:nvCxnSpPr>
            <p:cNvPr id="352" name="Google Shape;352;p29"/>
            <p:cNvCxnSpPr/>
            <p:nvPr/>
          </p:nvCxnSpPr>
          <p:spPr>
            <a:xfrm rot="-5400000">
              <a:off x="-2575525" y="3200000"/>
              <a:ext cx="6094500" cy="71100"/>
            </a:xfrm>
            <a:prstGeom prst="bentConnector3">
              <a:avLst>
                <a:gd fmla="val 50000" name="adj1"/>
              </a:avLst>
            </a:prstGeom>
            <a:noFill/>
            <a:ln cap="flat" cmpd="sng" w="19050">
              <a:solidFill>
                <a:schemeClr val="lt2"/>
              </a:solidFill>
              <a:prstDash val="solid"/>
              <a:round/>
              <a:headEnd len="med" w="med" type="none"/>
              <a:tailEnd len="med" w="med" type="oval"/>
            </a:ln>
          </p:spPr>
        </p:cxnSp>
        <p:cxnSp>
          <p:nvCxnSpPr>
            <p:cNvPr id="353" name="Google Shape;353;p29"/>
            <p:cNvCxnSpPr/>
            <p:nvPr/>
          </p:nvCxnSpPr>
          <p:spPr>
            <a:xfrm rot="-5400000">
              <a:off x="-1584400" y="3258800"/>
              <a:ext cx="3657300" cy="208500"/>
            </a:xfrm>
            <a:prstGeom prst="bentConnector3">
              <a:avLst>
                <a:gd fmla="val 50000" name="adj1"/>
              </a:avLst>
            </a:prstGeom>
            <a:noFill/>
            <a:ln cap="flat" cmpd="sng" w="19050">
              <a:solidFill>
                <a:schemeClr val="lt2"/>
              </a:solidFill>
              <a:prstDash val="solid"/>
              <a:round/>
              <a:headEnd len="med" w="med" type="none"/>
              <a:tailEnd len="med" w="med" type="oval"/>
            </a:ln>
          </p:spPr>
        </p:cxnSp>
      </p:grpSp>
      <p:grpSp>
        <p:nvGrpSpPr>
          <p:cNvPr id="354" name="Google Shape;354;p29"/>
          <p:cNvGrpSpPr/>
          <p:nvPr/>
        </p:nvGrpSpPr>
        <p:grpSpPr>
          <a:xfrm>
            <a:off x="64493" y="394791"/>
            <a:ext cx="400449" cy="2933146"/>
            <a:chOff x="7553711" y="-2334286"/>
            <a:chExt cx="455625" cy="3337292"/>
          </a:xfrm>
        </p:grpSpPr>
        <p:sp>
          <p:nvSpPr>
            <p:cNvPr id="355" name="Google Shape;355;p29"/>
            <p:cNvSpPr/>
            <p:nvPr/>
          </p:nvSpPr>
          <p:spPr>
            <a:xfrm>
              <a:off x="7728940" y="-1977361"/>
              <a:ext cx="280396" cy="280396"/>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29"/>
            <p:cNvSpPr/>
            <p:nvPr/>
          </p:nvSpPr>
          <p:spPr>
            <a:xfrm>
              <a:off x="7766124" y="796950"/>
              <a:ext cx="206055" cy="206055"/>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29"/>
            <p:cNvSpPr/>
            <p:nvPr/>
          </p:nvSpPr>
          <p:spPr>
            <a:xfrm>
              <a:off x="7553711" y="-2334286"/>
              <a:ext cx="151325" cy="151325"/>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61" name="Shape 361"/>
        <p:cNvGrpSpPr/>
        <p:nvPr/>
      </p:nvGrpSpPr>
      <p:grpSpPr>
        <a:xfrm>
          <a:off x="0" y="0"/>
          <a:ext cx="0" cy="0"/>
          <a:chOff x="0" y="0"/>
          <a:chExt cx="0" cy="0"/>
        </a:xfrm>
      </p:grpSpPr>
      <p:sp>
        <p:nvSpPr>
          <p:cNvPr id="362" name="Google Shape;362;p31"/>
          <p:cNvSpPr txBox="1"/>
          <p:nvPr>
            <p:ph type="ctrTitle"/>
          </p:nvPr>
        </p:nvSpPr>
        <p:spPr>
          <a:xfrm>
            <a:off x="4157700" y="1061225"/>
            <a:ext cx="4260000" cy="1750500"/>
          </a:xfrm>
          <a:prstGeom prst="rect">
            <a:avLst/>
          </a:prstGeom>
        </p:spPr>
        <p:txBody>
          <a:bodyPr anchorCtr="0" anchor="b" bIns="91425" lIns="91425" spcFirstLastPara="1" rIns="91425" wrap="square" tIns="91425">
            <a:noAutofit/>
          </a:bodyPr>
          <a:lstStyle>
            <a:lvl1pPr lvl="0">
              <a:spcBef>
                <a:spcPts val="0"/>
              </a:spcBef>
              <a:spcAft>
                <a:spcPts val="0"/>
              </a:spcAft>
              <a:buClr>
                <a:srgbClr val="191919"/>
              </a:buClr>
              <a:buSzPts val="5200"/>
              <a:buNone/>
              <a:defRPr sz="48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363" name="Google Shape;363;p31"/>
          <p:cNvSpPr txBox="1"/>
          <p:nvPr>
            <p:ph idx="1" type="subTitle"/>
          </p:nvPr>
        </p:nvSpPr>
        <p:spPr>
          <a:xfrm>
            <a:off x="4157700" y="2997200"/>
            <a:ext cx="4260000" cy="365700"/>
          </a:xfrm>
          <a:prstGeom prst="rect">
            <a:avLst/>
          </a:prstGeom>
          <a:solidFill>
            <a:schemeClr val="lt2"/>
          </a:solidFill>
        </p:spPr>
        <p:txBody>
          <a:bodyPr anchorCtr="0" anchor="ctr" bIns="91425" lIns="91425" spcFirstLastPara="1" rIns="91425" wrap="square" tIns="91425">
            <a:noAutofit/>
          </a:bodyPr>
          <a:lstStyle>
            <a:lvl1pPr lvl="0">
              <a:lnSpc>
                <a:spcPct val="115000"/>
              </a:lnSpc>
              <a:spcBef>
                <a:spcPts val="0"/>
              </a:spcBef>
              <a:spcAft>
                <a:spcPts val="0"/>
              </a:spcAft>
              <a:buSzPts val="1400"/>
              <a:buNone/>
              <a:defRPr sz="1600">
                <a:solidFill>
                  <a:schemeClr val="accent5"/>
                </a:solidFill>
              </a:defRPr>
            </a:lvl1pPr>
            <a:lvl2pPr lvl="1">
              <a:lnSpc>
                <a:spcPct val="115000"/>
              </a:lnSpc>
              <a:spcBef>
                <a:spcPts val="0"/>
              </a:spcBef>
              <a:spcAft>
                <a:spcPts val="0"/>
              </a:spcAft>
              <a:buSzPts val="1800"/>
              <a:buNone/>
              <a:defRPr sz="1800"/>
            </a:lvl2pPr>
            <a:lvl3pPr lvl="2">
              <a:lnSpc>
                <a:spcPct val="115000"/>
              </a:lnSpc>
              <a:spcBef>
                <a:spcPts val="0"/>
              </a:spcBef>
              <a:spcAft>
                <a:spcPts val="0"/>
              </a:spcAft>
              <a:buSzPts val="1800"/>
              <a:buNone/>
              <a:defRPr sz="1800"/>
            </a:lvl3pPr>
            <a:lvl4pPr lvl="3">
              <a:lnSpc>
                <a:spcPct val="115000"/>
              </a:lnSpc>
              <a:spcBef>
                <a:spcPts val="0"/>
              </a:spcBef>
              <a:spcAft>
                <a:spcPts val="0"/>
              </a:spcAft>
              <a:buSzPts val="1800"/>
              <a:buNone/>
              <a:defRPr sz="1800"/>
            </a:lvl4pPr>
            <a:lvl5pPr lvl="4">
              <a:lnSpc>
                <a:spcPct val="115000"/>
              </a:lnSpc>
              <a:spcBef>
                <a:spcPts val="0"/>
              </a:spcBef>
              <a:spcAft>
                <a:spcPts val="0"/>
              </a:spcAft>
              <a:buSzPts val="1800"/>
              <a:buNone/>
              <a:defRPr sz="1800"/>
            </a:lvl5pPr>
            <a:lvl6pPr lvl="5">
              <a:lnSpc>
                <a:spcPct val="115000"/>
              </a:lnSpc>
              <a:spcBef>
                <a:spcPts val="0"/>
              </a:spcBef>
              <a:spcAft>
                <a:spcPts val="0"/>
              </a:spcAft>
              <a:buSzPts val="1800"/>
              <a:buNone/>
              <a:defRPr sz="1800"/>
            </a:lvl6pPr>
            <a:lvl7pPr lvl="6">
              <a:lnSpc>
                <a:spcPct val="115000"/>
              </a:lnSpc>
              <a:spcBef>
                <a:spcPts val="0"/>
              </a:spcBef>
              <a:spcAft>
                <a:spcPts val="0"/>
              </a:spcAft>
              <a:buSzPts val="1800"/>
              <a:buNone/>
              <a:defRPr sz="1800"/>
            </a:lvl7pPr>
            <a:lvl8pPr lvl="7">
              <a:lnSpc>
                <a:spcPct val="115000"/>
              </a:lnSpc>
              <a:spcBef>
                <a:spcPts val="0"/>
              </a:spcBef>
              <a:spcAft>
                <a:spcPts val="0"/>
              </a:spcAft>
              <a:buSzPts val="1800"/>
              <a:buNone/>
              <a:defRPr sz="1800"/>
            </a:lvl8pPr>
            <a:lvl9pPr lvl="8">
              <a:lnSpc>
                <a:spcPct val="115000"/>
              </a:lnSpc>
              <a:spcBef>
                <a:spcPts val="0"/>
              </a:spcBef>
              <a:spcAft>
                <a:spcPts val="0"/>
              </a:spcAft>
              <a:buSzPts val="1800"/>
              <a:buNone/>
              <a:defRPr sz="1800"/>
            </a:lvl9pPr>
          </a:lstStyle>
          <a:p/>
        </p:txBody>
      </p:sp>
      <p:grpSp>
        <p:nvGrpSpPr>
          <p:cNvPr id="364" name="Google Shape;364;p31"/>
          <p:cNvGrpSpPr/>
          <p:nvPr/>
        </p:nvGrpSpPr>
        <p:grpSpPr>
          <a:xfrm>
            <a:off x="-709225" y="2020450"/>
            <a:ext cx="10403925" cy="4250875"/>
            <a:chOff x="-709225" y="2020450"/>
            <a:chExt cx="10403925" cy="4250875"/>
          </a:xfrm>
        </p:grpSpPr>
        <p:grpSp>
          <p:nvGrpSpPr>
            <p:cNvPr id="365" name="Google Shape;365;p31"/>
            <p:cNvGrpSpPr/>
            <p:nvPr/>
          </p:nvGrpSpPr>
          <p:grpSpPr>
            <a:xfrm>
              <a:off x="176175" y="2459300"/>
              <a:ext cx="418425" cy="3812025"/>
              <a:chOff x="176175" y="2459300"/>
              <a:chExt cx="418425" cy="3812025"/>
            </a:xfrm>
          </p:grpSpPr>
          <p:cxnSp>
            <p:nvCxnSpPr>
              <p:cNvPr id="366" name="Google Shape;366;p31"/>
              <p:cNvCxnSpPr/>
              <p:nvPr/>
            </p:nvCxnSpPr>
            <p:spPr>
              <a:xfrm flipH="1" rot="5400000">
                <a:off x="-1093800" y="3815900"/>
                <a:ext cx="3045000" cy="331800"/>
              </a:xfrm>
              <a:prstGeom prst="bentConnector3">
                <a:avLst>
                  <a:gd fmla="val 50000" name="adj1"/>
                </a:avLst>
              </a:prstGeom>
              <a:noFill/>
              <a:ln cap="flat" cmpd="sng" w="19050">
                <a:solidFill>
                  <a:schemeClr val="lt2"/>
                </a:solidFill>
                <a:prstDash val="solid"/>
                <a:round/>
                <a:headEnd len="med" w="med" type="none"/>
                <a:tailEnd len="med" w="med" type="oval"/>
              </a:ln>
            </p:spPr>
          </p:cxnSp>
          <p:cxnSp>
            <p:nvCxnSpPr>
              <p:cNvPr id="367" name="Google Shape;367;p31"/>
              <p:cNvCxnSpPr/>
              <p:nvPr/>
            </p:nvCxnSpPr>
            <p:spPr>
              <a:xfrm flipH="1" rot="5400000">
                <a:off x="-1327875" y="4449875"/>
                <a:ext cx="3325500" cy="317400"/>
              </a:xfrm>
              <a:prstGeom prst="bentConnector3">
                <a:avLst>
                  <a:gd fmla="val 64575" name="adj1"/>
                </a:avLst>
              </a:prstGeom>
              <a:noFill/>
              <a:ln cap="flat" cmpd="sng" w="19050">
                <a:solidFill>
                  <a:schemeClr val="lt2"/>
                </a:solidFill>
                <a:prstDash val="solid"/>
                <a:round/>
                <a:headEnd len="med" w="med" type="none"/>
                <a:tailEnd len="med" w="med" type="oval"/>
              </a:ln>
            </p:spPr>
          </p:cxnSp>
        </p:grpSp>
        <p:grpSp>
          <p:nvGrpSpPr>
            <p:cNvPr id="368" name="Google Shape;368;p31"/>
            <p:cNvGrpSpPr/>
            <p:nvPr/>
          </p:nvGrpSpPr>
          <p:grpSpPr>
            <a:xfrm>
              <a:off x="-709225" y="4185350"/>
              <a:ext cx="7895400" cy="1976375"/>
              <a:chOff x="-709225" y="4185350"/>
              <a:chExt cx="7895400" cy="1976375"/>
            </a:xfrm>
          </p:grpSpPr>
          <p:cxnSp>
            <p:nvCxnSpPr>
              <p:cNvPr id="369" name="Google Shape;369;p31"/>
              <p:cNvCxnSpPr/>
              <p:nvPr/>
            </p:nvCxnSpPr>
            <p:spPr>
              <a:xfrm flipH="1" rot="10800000">
                <a:off x="-709225" y="4185350"/>
                <a:ext cx="7895400" cy="1147500"/>
              </a:xfrm>
              <a:prstGeom prst="bentConnector3">
                <a:avLst>
                  <a:gd fmla="val 71221" name="adj1"/>
                </a:avLst>
              </a:prstGeom>
              <a:noFill/>
              <a:ln cap="flat" cmpd="sng" w="19050">
                <a:solidFill>
                  <a:schemeClr val="lt2"/>
                </a:solidFill>
                <a:prstDash val="solid"/>
                <a:round/>
                <a:headEnd len="med" w="med" type="none"/>
                <a:tailEnd len="med" w="med" type="oval"/>
              </a:ln>
            </p:spPr>
          </p:cxnSp>
          <p:cxnSp>
            <p:nvCxnSpPr>
              <p:cNvPr id="370" name="Google Shape;370;p31"/>
              <p:cNvCxnSpPr/>
              <p:nvPr/>
            </p:nvCxnSpPr>
            <p:spPr>
              <a:xfrm flipH="1" rot="10800000">
                <a:off x="2953025" y="4367125"/>
                <a:ext cx="3567000" cy="1794600"/>
              </a:xfrm>
              <a:prstGeom prst="bentConnector3">
                <a:avLst>
                  <a:gd fmla="val 50000" name="adj1"/>
                </a:avLst>
              </a:prstGeom>
              <a:noFill/>
              <a:ln cap="flat" cmpd="sng" w="19050">
                <a:solidFill>
                  <a:schemeClr val="lt2"/>
                </a:solidFill>
                <a:prstDash val="solid"/>
                <a:round/>
                <a:headEnd len="med" w="med" type="none"/>
                <a:tailEnd len="med" w="med" type="oval"/>
              </a:ln>
            </p:spPr>
          </p:cxnSp>
        </p:grpSp>
        <p:grpSp>
          <p:nvGrpSpPr>
            <p:cNvPr id="371" name="Google Shape;371;p31"/>
            <p:cNvGrpSpPr/>
            <p:nvPr/>
          </p:nvGrpSpPr>
          <p:grpSpPr>
            <a:xfrm>
              <a:off x="8417700" y="2020450"/>
              <a:ext cx="1277000" cy="2568900"/>
              <a:chOff x="8417700" y="2020450"/>
              <a:chExt cx="1277000" cy="2568900"/>
            </a:xfrm>
          </p:grpSpPr>
          <p:cxnSp>
            <p:nvCxnSpPr>
              <p:cNvPr id="372" name="Google Shape;372;p31"/>
              <p:cNvCxnSpPr/>
              <p:nvPr/>
            </p:nvCxnSpPr>
            <p:spPr>
              <a:xfrm rot="5400000">
                <a:off x="7933150" y="2965750"/>
                <a:ext cx="2568900" cy="678300"/>
              </a:xfrm>
              <a:prstGeom prst="bentConnector3">
                <a:avLst>
                  <a:gd fmla="val 4494" name="adj1"/>
                </a:avLst>
              </a:prstGeom>
              <a:noFill/>
              <a:ln cap="flat" cmpd="sng" w="19050">
                <a:solidFill>
                  <a:schemeClr val="lt2"/>
                </a:solidFill>
                <a:prstDash val="solid"/>
                <a:round/>
                <a:headEnd len="med" w="med" type="none"/>
                <a:tailEnd len="med" w="med" type="oval"/>
              </a:ln>
            </p:spPr>
          </p:cxnSp>
          <p:cxnSp>
            <p:nvCxnSpPr>
              <p:cNvPr id="373" name="Google Shape;373;p31"/>
              <p:cNvCxnSpPr/>
              <p:nvPr/>
            </p:nvCxnSpPr>
            <p:spPr>
              <a:xfrm>
                <a:off x="8417700" y="3180050"/>
                <a:ext cx="359700" cy="1051800"/>
              </a:xfrm>
              <a:prstGeom prst="bentConnector2">
                <a:avLst/>
              </a:prstGeom>
              <a:noFill/>
              <a:ln cap="flat" cmpd="sng" w="19050">
                <a:solidFill>
                  <a:schemeClr val="lt2"/>
                </a:solidFill>
                <a:prstDash val="solid"/>
                <a:round/>
                <a:headEnd len="med" w="med" type="none"/>
                <a:tailEnd len="med" w="med" type="oval"/>
              </a:ln>
            </p:spPr>
          </p:cxnSp>
          <p:cxnSp>
            <p:nvCxnSpPr>
              <p:cNvPr id="374" name="Google Shape;374;p31"/>
              <p:cNvCxnSpPr/>
              <p:nvPr/>
            </p:nvCxnSpPr>
            <p:spPr>
              <a:xfrm rot="5400000">
                <a:off x="8288750" y="2779400"/>
                <a:ext cx="2082300" cy="729600"/>
              </a:xfrm>
              <a:prstGeom prst="bentConnector3">
                <a:avLst>
                  <a:gd fmla="val 50000" name="adj1"/>
                </a:avLst>
              </a:prstGeom>
              <a:noFill/>
              <a:ln cap="flat" cmpd="sng" w="19050">
                <a:solidFill>
                  <a:schemeClr val="lt2"/>
                </a:solidFill>
                <a:prstDash val="solid"/>
                <a:round/>
                <a:headEnd len="med" w="med" type="none"/>
                <a:tailEnd len="med" w="med" type="oval"/>
              </a:ln>
            </p:spPr>
          </p:cxnSp>
        </p:grpSp>
      </p:grpSp>
      <p:grpSp>
        <p:nvGrpSpPr>
          <p:cNvPr id="375" name="Google Shape;375;p31"/>
          <p:cNvGrpSpPr/>
          <p:nvPr/>
        </p:nvGrpSpPr>
        <p:grpSpPr>
          <a:xfrm>
            <a:off x="84278" y="2240873"/>
            <a:ext cx="8837445" cy="2718104"/>
            <a:chOff x="84278" y="2240873"/>
            <a:chExt cx="8837445" cy="2718104"/>
          </a:xfrm>
        </p:grpSpPr>
        <p:sp>
          <p:nvSpPr>
            <p:cNvPr id="376" name="Google Shape;376;p31"/>
            <p:cNvSpPr/>
            <p:nvPr/>
          </p:nvSpPr>
          <p:spPr>
            <a:xfrm>
              <a:off x="84278" y="2240873"/>
              <a:ext cx="144320" cy="144304"/>
            </a:xfrm>
            <a:custGeom>
              <a:rect b="b" l="l" r="r" t="t"/>
              <a:pathLst>
                <a:path extrusionOk="0" h="3298" w="3298">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31"/>
            <p:cNvSpPr/>
            <p:nvPr/>
          </p:nvSpPr>
          <p:spPr>
            <a:xfrm>
              <a:off x="8777403" y="4814673"/>
              <a:ext cx="144320" cy="144304"/>
            </a:xfrm>
            <a:custGeom>
              <a:rect b="b" l="l" r="r" t="t"/>
              <a:pathLst>
                <a:path extrusionOk="0" h="3298" w="3298">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78" name="Shape 378"/>
        <p:cNvGrpSpPr/>
        <p:nvPr/>
      </p:nvGrpSpPr>
      <p:grpSpPr>
        <a:xfrm>
          <a:off x="0" y="0"/>
          <a:ext cx="0" cy="0"/>
          <a:chOff x="0" y="0"/>
          <a:chExt cx="0" cy="0"/>
        </a:xfrm>
      </p:grpSpPr>
      <p:sp>
        <p:nvSpPr>
          <p:cNvPr id="379" name="Google Shape;379;p32"/>
          <p:cNvSpPr txBox="1"/>
          <p:nvPr>
            <p:ph type="title"/>
          </p:nvPr>
        </p:nvSpPr>
        <p:spPr>
          <a:xfrm>
            <a:off x="720000" y="2303250"/>
            <a:ext cx="4044900" cy="841800"/>
          </a:xfrm>
          <a:prstGeom prst="rect">
            <a:avLst/>
          </a:prstGeom>
        </p:spPr>
        <p:txBody>
          <a:bodyPr anchorCtr="0" anchor="b" bIns="91425" lIns="91425" spcFirstLastPara="1" rIns="91425" wrap="square" tIns="91425">
            <a:noAutofit/>
          </a:bodyPr>
          <a:lstStyle>
            <a:lvl1pPr lvl="0" algn="r">
              <a:lnSpc>
                <a:spcPct val="115000"/>
              </a:lnSpc>
              <a:spcBef>
                <a:spcPts val="0"/>
              </a:spcBef>
              <a:spcAft>
                <a:spcPts val="0"/>
              </a:spcAft>
              <a:buSzPts val="3600"/>
              <a:buNone/>
              <a:defRPr sz="42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380" name="Google Shape;380;p32"/>
          <p:cNvSpPr txBox="1"/>
          <p:nvPr>
            <p:ph hasCustomPrompt="1" idx="2" type="title"/>
          </p:nvPr>
        </p:nvSpPr>
        <p:spPr>
          <a:xfrm>
            <a:off x="3249975" y="1014475"/>
            <a:ext cx="1411800" cy="899700"/>
          </a:xfrm>
          <a:prstGeom prst="rect">
            <a:avLst/>
          </a:prstGeom>
          <a:solidFill>
            <a:schemeClr val="lt2"/>
          </a:solidFill>
        </p:spPr>
        <p:txBody>
          <a:bodyPr anchorCtr="0" anchor="ctr" bIns="91425" lIns="91425" spcFirstLastPara="1" rIns="91425" wrap="square" tIns="91425">
            <a:noAutofit/>
          </a:bodyPr>
          <a:lstStyle>
            <a:lvl1pPr lvl="0" algn="ctr">
              <a:spcBef>
                <a:spcPts val="0"/>
              </a:spcBef>
              <a:spcAft>
                <a:spcPts val="0"/>
              </a:spcAft>
              <a:buSzPts val="6000"/>
              <a:buNone/>
              <a:defRPr sz="6000">
                <a:solidFill>
                  <a:schemeClr val="accent2"/>
                </a:solidFill>
              </a:defRPr>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381" name="Google Shape;381;p32"/>
          <p:cNvSpPr txBox="1"/>
          <p:nvPr>
            <p:ph idx="1" type="subTitle"/>
          </p:nvPr>
        </p:nvSpPr>
        <p:spPr>
          <a:xfrm>
            <a:off x="720000" y="3311500"/>
            <a:ext cx="4044900" cy="365700"/>
          </a:xfrm>
          <a:prstGeom prst="rect">
            <a:avLst/>
          </a:prstGeom>
          <a:solidFill>
            <a:schemeClr val="lt2"/>
          </a:solidFill>
        </p:spPr>
        <p:txBody>
          <a:bodyPr anchorCtr="0" anchor="ctr" bIns="91425" lIns="91425" spcFirstLastPara="1" rIns="91425" wrap="square" tIns="91425">
            <a:noAutofit/>
          </a:bodyPr>
          <a:lstStyle>
            <a:lvl1pPr lvl="0" algn="r">
              <a:lnSpc>
                <a:spcPct val="115000"/>
              </a:lnSpc>
              <a:spcBef>
                <a:spcPts val="0"/>
              </a:spcBef>
              <a:spcAft>
                <a:spcPts val="0"/>
              </a:spcAft>
              <a:buSzPts val="1400"/>
              <a:buNone/>
              <a:defRPr sz="1600">
                <a:solidFill>
                  <a:schemeClr val="accent5"/>
                </a:solidFill>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grpSp>
        <p:nvGrpSpPr>
          <p:cNvPr id="382" name="Google Shape;382;p32"/>
          <p:cNvGrpSpPr/>
          <p:nvPr/>
        </p:nvGrpSpPr>
        <p:grpSpPr>
          <a:xfrm>
            <a:off x="140000" y="188300"/>
            <a:ext cx="580000" cy="6094500"/>
            <a:chOff x="140000" y="188300"/>
            <a:chExt cx="580000" cy="6094500"/>
          </a:xfrm>
        </p:grpSpPr>
        <p:cxnSp>
          <p:nvCxnSpPr>
            <p:cNvPr id="383" name="Google Shape;383;p32"/>
            <p:cNvCxnSpPr/>
            <p:nvPr/>
          </p:nvCxnSpPr>
          <p:spPr>
            <a:xfrm rot="-5400000">
              <a:off x="-522000" y="4271050"/>
              <a:ext cx="2018700" cy="465300"/>
            </a:xfrm>
            <a:prstGeom prst="bentConnector2">
              <a:avLst/>
            </a:prstGeom>
            <a:noFill/>
            <a:ln cap="flat" cmpd="sng" w="19050">
              <a:solidFill>
                <a:schemeClr val="lt2"/>
              </a:solidFill>
              <a:prstDash val="solid"/>
              <a:round/>
              <a:headEnd len="med" w="med" type="none"/>
              <a:tailEnd len="med" w="med" type="oval"/>
            </a:ln>
          </p:spPr>
        </p:cxnSp>
        <p:cxnSp>
          <p:nvCxnSpPr>
            <p:cNvPr id="384" name="Google Shape;384;p32"/>
            <p:cNvCxnSpPr/>
            <p:nvPr/>
          </p:nvCxnSpPr>
          <p:spPr>
            <a:xfrm rot="-5400000">
              <a:off x="-2575525" y="3200000"/>
              <a:ext cx="6094500" cy="71100"/>
            </a:xfrm>
            <a:prstGeom prst="bentConnector3">
              <a:avLst>
                <a:gd fmla="val 50000" name="adj1"/>
              </a:avLst>
            </a:prstGeom>
            <a:noFill/>
            <a:ln cap="flat" cmpd="sng" w="19050">
              <a:solidFill>
                <a:schemeClr val="lt2"/>
              </a:solidFill>
              <a:prstDash val="solid"/>
              <a:round/>
              <a:headEnd len="med" w="med" type="none"/>
              <a:tailEnd len="med" w="med" type="oval"/>
            </a:ln>
          </p:spPr>
        </p:cxnSp>
        <p:cxnSp>
          <p:nvCxnSpPr>
            <p:cNvPr id="385" name="Google Shape;385;p32"/>
            <p:cNvCxnSpPr/>
            <p:nvPr/>
          </p:nvCxnSpPr>
          <p:spPr>
            <a:xfrm rot="-5400000">
              <a:off x="-1584400" y="3258800"/>
              <a:ext cx="3657300" cy="208500"/>
            </a:xfrm>
            <a:prstGeom prst="bentConnector3">
              <a:avLst>
                <a:gd fmla="val 50000" name="adj1"/>
              </a:avLst>
            </a:prstGeom>
            <a:noFill/>
            <a:ln cap="flat" cmpd="sng" w="19050">
              <a:solidFill>
                <a:schemeClr val="lt2"/>
              </a:solidFill>
              <a:prstDash val="solid"/>
              <a:round/>
              <a:headEnd len="med" w="med" type="none"/>
              <a:tailEnd len="med" w="med" type="oval"/>
            </a:ln>
          </p:spPr>
        </p:cxn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86" name="Shape 386"/>
        <p:cNvGrpSpPr/>
        <p:nvPr/>
      </p:nvGrpSpPr>
      <p:grpSpPr>
        <a:xfrm>
          <a:off x="0" y="0"/>
          <a:ext cx="0" cy="0"/>
          <a:chOff x="0" y="0"/>
          <a:chExt cx="0" cy="0"/>
        </a:xfrm>
      </p:grpSpPr>
      <p:sp>
        <p:nvSpPr>
          <p:cNvPr id="387" name="Google Shape;387;p3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88" name="Google Shape;388;p33"/>
          <p:cNvSpPr txBox="1"/>
          <p:nvPr>
            <p:ph idx="1" type="body"/>
          </p:nvPr>
        </p:nvSpPr>
        <p:spPr>
          <a:xfrm>
            <a:off x="720000" y="1215751"/>
            <a:ext cx="7704000" cy="338400"/>
          </a:xfrm>
          <a:prstGeom prst="rect">
            <a:avLst/>
          </a:prstGeom>
        </p:spPr>
        <p:txBody>
          <a:bodyPr anchorCtr="0" anchor="t" bIns="91425" lIns="91425" spcFirstLastPara="1" rIns="91425" wrap="square" tIns="91425">
            <a:noAutofit/>
          </a:bodyPr>
          <a:lstStyle>
            <a:lvl1pPr indent="-317500" lvl="0" marL="457200">
              <a:lnSpc>
                <a:spcPct val="115000"/>
              </a:lnSpc>
              <a:spcBef>
                <a:spcPts val="0"/>
              </a:spcBef>
              <a:spcAft>
                <a:spcPts val="0"/>
              </a:spcAft>
              <a:buSzPts val="1400"/>
              <a:buAutoNum type="arabicPeriod"/>
              <a:defRPr/>
            </a:lvl1pPr>
            <a:lvl2pPr indent="-317500" lvl="1" marL="914400">
              <a:lnSpc>
                <a:spcPct val="115000"/>
              </a:lnSpc>
              <a:spcBef>
                <a:spcPts val="0"/>
              </a:spcBef>
              <a:spcAft>
                <a:spcPts val="0"/>
              </a:spcAft>
              <a:buSzPts val="1400"/>
              <a:buFont typeface="Lato Light"/>
              <a:buAutoNum type="alphaLcPeriod"/>
              <a:defRPr/>
            </a:lvl2pPr>
            <a:lvl3pPr indent="-317500" lvl="2" marL="1371600">
              <a:lnSpc>
                <a:spcPct val="115000"/>
              </a:lnSpc>
              <a:spcBef>
                <a:spcPts val="0"/>
              </a:spcBef>
              <a:spcAft>
                <a:spcPts val="0"/>
              </a:spcAft>
              <a:buSzPts val="1400"/>
              <a:buFont typeface="Lato Light"/>
              <a:buAutoNum type="romanLcPeriod"/>
              <a:defRPr/>
            </a:lvl3pPr>
            <a:lvl4pPr indent="-317500" lvl="3" marL="1828800">
              <a:lnSpc>
                <a:spcPct val="115000"/>
              </a:lnSpc>
              <a:spcBef>
                <a:spcPts val="0"/>
              </a:spcBef>
              <a:spcAft>
                <a:spcPts val="0"/>
              </a:spcAft>
              <a:buSzPts val="1400"/>
              <a:buFont typeface="Lato Light"/>
              <a:buAutoNum type="arabicPeriod"/>
              <a:defRPr/>
            </a:lvl4pPr>
            <a:lvl5pPr indent="-317500" lvl="4" marL="2286000">
              <a:lnSpc>
                <a:spcPct val="115000"/>
              </a:lnSpc>
              <a:spcBef>
                <a:spcPts val="0"/>
              </a:spcBef>
              <a:spcAft>
                <a:spcPts val="0"/>
              </a:spcAft>
              <a:buSzPts val="1400"/>
              <a:buFont typeface="Lato Light"/>
              <a:buAutoNum type="alphaLcPeriod"/>
              <a:defRPr/>
            </a:lvl5pPr>
            <a:lvl6pPr indent="-317500" lvl="5" marL="2743200">
              <a:lnSpc>
                <a:spcPct val="115000"/>
              </a:lnSpc>
              <a:spcBef>
                <a:spcPts val="0"/>
              </a:spcBef>
              <a:spcAft>
                <a:spcPts val="0"/>
              </a:spcAft>
              <a:buSzPts val="1400"/>
              <a:buFont typeface="Lato Light"/>
              <a:buAutoNum type="romanLcPeriod"/>
              <a:defRPr/>
            </a:lvl6pPr>
            <a:lvl7pPr indent="-317500" lvl="6" marL="3200400">
              <a:lnSpc>
                <a:spcPct val="115000"/>
              </a:lnSpc>
              <a:spcBef>
                <a:spcPts val="0"/>
              </a:spcBef>
              <a:spcAft>
                <a:spcPts val="0"/>
              </a:spcAft>
              <a:buSzPts val="1400"/>
              <a:buFont typeface="Lato Light"/>
              <a:buAutoNum type="arabicPeriod"/>
              <a:defRPr/>
            </a:lvl7pPr>
            <a:lvl8pPr indent="-317500" lvl="7" marL="3657600">
              <a:lnSpc>
                <a:spcPct val="115000"/>
              </a:lnSpc>
              <a:spcBef>
                <a:spcPts val="0"/>
              </a:spcBef>
              <a:spcAft>
                <a:spcPts val="0"/>
              </a:spcAft>
              <a:buSzPts val="1400"/>
              <a:buFont typeface="Lato Light"/>
              <a:buAutoNum type="alphaLcPeriod"/>
              <a:defRPr/>
            </a:lvl8pPr>
            <a:lvl9pPr indent="-317500" lvl="8" marL="4114800">
              <a:lnSpc>
                <a:spcPct val="115000"/>
              </a:lnSpc>
              <a:spcBef>
                <a:spcPts val="0"/>
              </a:spcBef>
              <a:spcAft>
                <a:spcPts val="0"/>
              </a:spcAft>
              <a:buSzPts val="1400"/>
              <a:buFont typeface="Lato Light"/>
              <a:buAutoNum type="romanLcPeriod"/>
              <a:defRPr/>
            </a:lvl9pPr>
          </a:lstStyle>
          <a:p/>
        </p:txBody>
      </p:sp>
      <p:cxnSp>
        <p:nvCxnSpPr>
          <p:cNvPr id="389" name="Google Shape;389;p33"/>
          <p:cNvCxnSpPr/>
          <p:nvPr/>
        </p:nvCxnSpPr>
        <p:spPr>
          <a:xfrm flipH="1" rot="-5400000">
            <a:off x="-1741502" y="1903025"/>
            <a:ext cx="4581000" cy="342000"/>
          </a:xfrm>
          <a:prstGeom prst="bentConnector2">
            <a:avLst/>
          </a:prstGeom>
          <a:noFill/>
          <a:ln cap="flat" cmpd="sng" w="19050">
            <a:solidFill>
              <a:schemeClr val="lt2"/>
            </a:solidFill>
            <a:prstDash val="solid"/>
            <a:round/>
            <a:headEnd len="med" w="med" type="none"/>
            <a:tailEnd len="med" w="med" type="oval"/>
          </a:ln>
        </p:spPr>
      </p:cxnSp>
      <p:grpSp>
        <p:nvGrpSpPr>
          <p:cNvPr id="390" name="Google Shape;390;p33"/>
          <p:cNvGrpSpPr/>
          <p:nvPr/>
        </p:nvGrpSpPr>
        <p:grpSpPr>
          <a:xfrm>
            <a:off x="378000" y="4579925"/>
            <a:ext cx="7970450" cy="273800"/>
            <a:chOff x="378000" y="4579925"/>
            <a:chExt cx="7970450" cy="273800"/>
          </a:xfrm>
        </p:grpSpPr>
        <p:sp>
          <p:nvSpPr>
            <p:cNvPr id="391" name="Google Shape;391;p33"/>
            <p:cNvSpPr/>
            <p:nvPr/>
          </p:nvSpPr>
          <p:spPr>
            <a:xfrm>
              <a:off x="378000" y="4579925"/>
              <a:ext cx="183600" cy="1836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92" name="Google Shape;392;p33"/>
            <p:cNvSpPr/>
            <p:nvPr/>
          </p:nvSpPr>
          <p:spPr>
            <a:xfrm>
              <a:off x="8164850" y="4670125"/>
              <a:ext cx="183600" cy="1836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393" name="Google Shape;393;p33"/>
            <p:cNvSpPr/>
            <p:nvPr/>
          </p:nvSpPr>
          <p:spPr>
            <a:xfrm>
              <a:off x="6756550" y="4670125"/>
              <a:ext cx="183600" cy="183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94" name="Shape 394"/>
        <p:cNvGrpSpPr/>
        <p:nvPr/>
      </p:nvGrpSpPr>
      <p:grpSpPr>
        <a:xfrm>
          <a:off x="0" y="0"/>
          <a:ext cx="0" cy="0"/>
          <a:chOff x="0" y="0"/>
          <a:chExt cx="0" cy="0"/>
        </a:xfrm>
      </p:grpSpPr>
      <p:sp>
        <p:nvSpPr>
          <p:cNvPr id="395" name="Google Shape;395;p3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96" name="Google Shape;396;p34"/>
          <p:cNvSpPr txBox="1"/>
          <p:nvPr>
            <p:ph idx="1" type="subTitle"/>
          </p:nvPr>
        </p:nvSpPr>
        <p:spPr>
          <a:xfrm>
            <a:off x="5040058" y="3057025"/>
            <a:ext cx="2560500" cy="12111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SzPts val="2800"/>
              <a:buNone/>
              <a:defRPr sz="1400"/>
            </a:lvl1pPr>
            <a:lvl2pPr lvl="1" algn="ctr">
              <a:lnSpc>
                <a:spcPct val="115000"/>
              </a:lnSpc>
              <a:spcBef>
                <a:spcPts val="0"/>
              </a:spcBef>
              <a:spcAft>
                <a:spcPts val="0"/>
              </a:spcAft>
              <a:buSzPts val="2800"/>
              <a:buNone/>
              <a:defRPr sz="2800"/>
            </a:lvl2pPr>
            <a:lvl3pPr lvl="2" algn="ctr">
              <a:lnSpc>
                <a:spcPct val="115000"/>
              </a:lnSpc>
              <a:spcBef>
                <a:spcPts val="0"/>
              </a:spcBef>
              <a:spcAft>
                <a:spcPts val="0"/>
              </a:spcAft>
              <a:buSzPts val="2800"/>
              <a:buNone/>
              <a:defRPr sz="2800"/>
            </a:lvl3pPr>
            <a:lvl4pPr lvl="3" algn="ctr">
              <a:lnSpc>
                <a:spcPct val="115000"/>
              </a:lnSpc>
              <a:spcBef>
                <a:spcPts val="0"/>
              </a:spcBef>
              <a:spcAft>
                <a:spcPts val="0"/>
              </a:spcAft>
              <a:buSzPts val="2800"/>
              <a:buNone/>
              <a:defRPr sz="2800"/>
            </a:lvl4pPr>
            <a:lvl5pPr lvl="4" algn="ctr">
              <a:lnSpc>
                <a:spcPct val="115000"/>
              </a:lnSpc>
              <a:spcBef>
                <a:spcPts val="0"/>
              </a:spcBef>
              <a:spcAft>
                <a:spcPts val="0"/>
              </a:spcAft>
              <a:buSzPts val="2800"/>
              <a:buNone/>
              <a:defRPr sz="2800"/>
            </a:lvl5pPr>
            <a:lvl6pPr lvl="5" algn="ctr">
              <a:lnSpc>
                <a:spcPct val="115000"/>
              </a:lnSpc>
              <a:spcBef>
                <a:spcPts val="0"/>
              </a:spcBef>
              <a:spcAft>
                <a:spcPts val="0"/>
              </a:spcAft>
              <a:buSzPts val="2800"/>
              <a:buNone/>
              <a:defRPr sz="2800"/>
            </a:lvl6pPr>
            <a:lvl7pPr lvl="6" algn="ctr">
              <a:lnSpc>
                <a:spcPct val="115000"/>
              </a:lnSpc>
              <a:spcBef>
                <a:spcPts val="0"/>
              </a:spcBef>
              <a:spcAft>
                <a:spcPts val="0"/>
              </a:spcAft>
              <a:buSzPts val="2800"/>
              <a:buNone/>
              <a:defRPr sz="2800"/>
            </a:lvl7pPr>
            <a:lvl8pPr lvl="7" algn="ctr">
              <a:lnSpc>
                <a:spcPct val="115000"/>
              </a:lnSpc>
              <a:spcBef>
                <a:spcPts val="0"/>
              </a:spcBef>
              <a:spcAft>
                <a:spcPts val="0"/>
              </a:spcAft>
              <a:buSzPts val="2800"/>
              <a:buNone/>
              <a:defRPr sz="2800"/>
            </a:lvl8pPr>
            <a:lvl9pPr lvl="8" algn="ctr">
              <a:lnSpc>
                <a:spcPct val="115000"/>
              </a:lnSpc>
              <a:spcBef>
                <a:spcPts val="0"/>
              </a:spcBef>
              <a:spcAft>
                <a:spcPts val="0"/>
              </a:spcAft>
              <a:buSzPts val="2800"/>
              <a:buNone/>
              <a:defRPr sz="2800"/>
            </a:lvl9pPr>
          </a:lstStyle>
          <a:p/>
        </p:txBody>
      </p:sp>
      <p:sp>
        <p:nvSpPr>
          <p:cNvPr id="397" name="Google Shape;397;p34"/>
          <p:cNvSpPr txBox="1"/>
          <p:nvPr>
            <p:ph idx="2" type="subTitle"/>
          </p:nvPr>
        </p:nvSpPr>
        <p:spPr>
          <a:xfrm>
            <a:off x="1543450" y="3057025"/>
            <a:ext cx="2560500" cy="12111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SzPts val="2800"/>
              <a:buNone/>
              <a:defRPr sz="1400"/>
            </a:lvl1pPr>
            <a:lvl2pPr lvl="1" algn="ctr">
              <a:lnSpc>
                <a:spcPct val="115000"/>
              </a:lnSpc>
              <a:spcBef>
                <a:spcPts val="0"/>
              </a:spcBef>
              <a:spcAft>
                <a:spcPts val="0"/>
              </a:spcAft>
              <a:buSzPts val="2800"/>
              <a:buNone/>
              <a:defRPr sz="2800"/>
            </a:lvl2pPr>
            <a:lvl3pPr lvl="2" algn="ctr">
              <a:lnSpc>
                <a:spcPct val="115000"/>
              </a:lnSpc>
              <a:spcBef>
                <a:spcPts val="0"/>
              </a:spcBef>
              <a:spcAft>
                <a:spcPts val="0"/>
              </a:spcAft>
              <a:buSzPts val="2800"/>
              <a:buNone/>
              <a:defRPr sz="2800"/>
            </a:lvl3pPr>
            <a:lvl4pPr lvl="3" algn="ctr">
              <a:lnSpc>
                <a:spcPct val="115000"/>
              </a:lnSpc>
              <a:spcBef>
                <a:spcPts val="0"/>
              </a:spcBef>
              <a:spcAft>
                <a:spcPts val="0"/>
              </a:spcAft>
              <a:buSzPts val="2800"/>
              <a:buNone/>
              <a:defRPr sz="2800"/>
            </a:lvl4pPr>
            <a:lvl5pPr lvl="4" algn="ctr">
              <a:lnSpc>
                <a:spcPct val="115000"/>
              </a:lnSpc>
              <a:spcBef>
                <a:spcPts val="0"/>
              </a:spcBef>
              <a:spcAft>
                <a:spcPts val="0"/>
              </a:spcAft>
              <a:buSzPts val="2800"/>
              <a:buNone/>
              <a:defRPr sz="2800"/>
            </a:lvl5pPr>
            <a:lvl6pPr lvl="5" algn="ctr">
              <a:lnSpc>
                <a:spcPct val="115000"/>
              </a:lnSpc>
              <a:spcBef>
                <a:spcPts val="0"/>
              </a:spcBef>
              <a:spcAft>
                <a:spcPts val="0"/>
              </a:spcAft>
              <a:buSzPts val="2800"/>
              <a:buNone/>
              <a:defRPr sz="2800"/>
            </a:lvl6pPr>
            <a:lvl7pPr lvl="6" algn="ctr">
              <a:lnSpc>
                <a:spcPct val="115000"/>
              </a:lnSpc>
              <a:spcBef>
                <a:spcPts val="0"/>
              </a:spcBef>
              <a:spcAft>
                <a:spcPts val="0"/>
              </a:spcAft>
              <a:buSzPts val="2800"/>
              <a:buNone/>
              <a:defRPr sz="2800"/>
            </a:lvl7pPr>
            <a:lvl8pPr lvl="7" algn="ctr">
              <a:lnSpc>
                <a:spcPct val="115000"/>
              </a:lnSpc>
              <a:spcBef>
                <a:spcPts val="0"/>
              </a:spcBef>
              <a:spcAft>
                <a:spcPts val="0"/>
              </a:spcAft>
              <a:buSzPts val="2800"/>
              <a:buNone/>
              <a:defRPr sz="2800"/>
            </a:lvl8pPr>
            <a:lvl9pPr lvl="8" algn="ctr">
              <a:lnSpc>
                <a:spcPct val="115000"/>
              </a:lnSpc>
              <a:spcBef>
                <a:spcPts val="0"/>
              </a:spcBef>
              <a:spcAft>
                <a:spcPts val="0"/>
              </a:spcAft>
              <a:buSzPts val="2800"/>
              <a:buNone/>
              <a:defRPr sz="2800"/>
            </a:lvl9pPr>
          </a:lstStyle>
          <a:p/>
        </p:txBody>
      </p:sp>
      <p:sp>
        <p:nvSpPr>
          <p:cNvPr id="398" name="Google Shape;398;p34"/>
          <p:cNvSpPr txBox="1"/>
          <p:nvPr>
            <p:ph idx="3" type="subTitle"/>
          </p:nvPr>
        </p:nvSpPr>
        <p:spPr>
          <a:xfrm>
            <a:off x="5040058" y="2662226"/>
            <a:ext cx="2560500" cy="4149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SzPts val="2400"/>
              <a:buFont typeface="Sora"/>
              <a:buNone/>
              <a:defRPr b="1" sz="2000">
                <a:latin typeface="Sora"/>
                <a:ea typeface="Sora"/>
                <a:cs typeface="Sora"/>
                <a:sym typeface="Sora"/>
              </a:defRPr>
            </a:lvl1pPr>
            <a:lvl2pPr lvl="1" algn="ctr">
              <a:lnSpc>
                <a:spcPct val="115000"/>
              </a:lnSpc>
              <a:spcBef>
                <a:spcPts val="0"/>
              </a:spcBef>
              <a:spcAft>
                <a:spcPts val="0"/>
              </a:spcAft>
              <a:buSzPts val="2400"/>
              <a:buFont typeface="Sora"/>
              <a:buNone/>
              <a:defRPr b="1" sz="2400">
                <a:latin typeface="Sora"/>
                <a:ea typeface="Sora"/>
                <a:cs typeface="Sora"/>
                <a:sym typeface="Sora"/>
              </a:defRPr>
            </a:lvl2pPr>
            <a:lvl3pPr lvl="2" algn="ctr">
              <a:lnSpc>
                <a:spcPct val="115000"/>
              </a:lnSpc>
              <a:spcBef>
                <a:spcPts val="0"/>
              </a:spcBef>
              <a:spcAft>
                <a:spcPts val="0"/>
              </a:spcAft>
              <a:buSzPts val="2400"/>
              <a:buFont typeface="Sora"/>
              <a:buNone/>
              <a:defRPr b="1" sz="2400">
                <a:latin typeface="Sora"/>
                <a:ea typeface="Sora"/>
                <a:cs typeface="Sora"/>
                <a:sym typeface="Sora"/>
              </a:defRPr>
            </a:lvl3pPr>
            <a:lvl4pPr lvl="3" algn="ctr">
              <a:lnSpc>
                <a:spcPct val="115000"/>
              </a:lnSpc>
              <a:spcBef>
                <a:spcPts val="0"/>
              </a:spcBef>
              <a:spcAft>
                <a:spcPts val="0"/>
              </a:spcAft>
              <a:buSzPts val="2400"/>
              <a:buFont typeface="Sora"/>
              <a:buNone/>
              <a:defRPr b="1" sz="2400">
                <a:latin typeface="Sora"/>
                <a:ea typeface="Sora"/>
                <a:cs typeface="Sora"/>
                <a:sym typeface="Sora"/>
              </a:defRPr>
            </a:lvl4pPr>
            <a:lvl5pPr lvl="4" algn="ctr">
              <a:lnSpc>
                <a:spcPct val="115000"/>
              </a:lnSpc>
              <a:spcBef>
                <a:spcPts val="0"/>
              </a:spcBef>
              <a:spcAft>
                <a:spcPts val="0"/>
              </a:spcAft>
              <a:buSzPts val="2400"/>
              <a:buFont typeface="Sora"/>
              <a:buNone/>
              <a:defRPr b="1" sz="2400">
                <a:latin typeface="Sora"/>
                <a:ea typeface="Sora"/>
                <a:cs typeface="Sora"/>
                <a:sym typeface="Sora"/>
              </a:defRPr>
            </a:lvl5pPr>
            <a:lvl6pPr lvl="5" algn="ctr">
              <a:lnSpc>
                <a:spcPct val="115000"/>
              </a:lnSpc>
              <a:spcBef>
                <a:spcPts val="0"/>
              </a:spcBef>
              <a:spcAft>
                <a:spcPts val="0"/>
              </a:spcAft>
              <a:buSzPts val="2400"/>
              <a:buFont typeface="Sora"/>
              <a:buNone/>
              <a:defRPr b="1" sz="2400">
                <a:latin typeface="Sora"/>
                <a:ea typeface="Sora"/>
                <a:cs typeface="Sora"/>
                <a:sym typeface="Sora"/>
              </a:defRPr>
            </a:lvl6pPr>
            <a:lvl7pPr lvl="6" algn="ctr">
              <a:lnSpc>
                <a:spcPct val="115000"/>
              </a:lnSpc>
              <a:spcBef>
                <a:spcPts val="0"/>
              </a:spcBef>
              <a:spcAft>
                <a:spcPts val="0"/>
              </a:spcAft>
              <a:buSzPts val="2400"/>
              <a:buFont typeface="Sora"/>
              <a:buNone/>
              <a:defRPr b="1" sz="2400">
                <a:latin typeface="Sora"/>
                <a:ea typeface="Sora"/>
                <a:cs typeface="Sora"/>
                <a:sym typeface="Sora"/>
              </a:defRPr>
            </a:lvl7pPr>
            <a:lvl8pPr lvl="7" algn="ctr">
              <a:lnSpc>
                <a:spcPct val="115000"/>
              </a:lnSpc>
              <a:spcBef>
                <a:spcPts val="0"/>
              </a:spcBef>
              <a:spcAft>
                <a:spcPts val="0"/>
              </a:spcAft>
              <a:buSzPts val="2400"/>
              <a:buFont typeface="Sora"/>
              <a:buNone/>
              <a:defRPr b="1" sz="2400">
                <a:latin typeface="Sora"/>
                <a:ea typeface="Sora"/>
                <a:cs typeface="Sora"/>
                <a:sym typeface="Sora"/>
              </a:defRPr>
            </a:lvl8pPr>
            <a:lvl9pPr lvl="8" algn="ctr">
              <a:lnSpc>
                <a:spcPct val="115000"/>
              </a:lnSpc>
              <a:spcBef>
                <a:spcPts val="0"/>
              </a:spcBef>
              <a:spcAft>
                <a:spcPts val="0"/>
              </a:spcAft>
              <a:buSzPts val="2400"/>
              <a:buFont typeface="Sora"/>
              <a:buNone/>
              <a:defRPr b="1" sz="2400">
                <a:latin typeface="Sora"/>
                <a:ea typeface="Sora"/>
                <a:cs typeface="Sora"/>
                <a:sym typeface="Sora"/>
              </a:defRPr>
            </a:lvl9pPr>
          </a:lstStyle>
          <a:p/>
        </p:txBody>
      </p:sp>
      <p:sp>
        <p:nvSpPr>
          <p:cNvPr id="399" name="Google Shape;399;p34"/>
          <p:cNvSpPr txBox="1"/>
          <p:nvPr>
            <p:ph idx="4" type="subTitle"/>
          </p:nvPr>
        </p:nvSpPr>
        <p:spPr>
          <a:xfrm>
            <a:off x="1543450" y="2662226"/>
            <a:ext cx="2560500" cy="4149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SzPts val="2400"/>
              <a:buFont typeface="Sora"/>
              <a:buNone/>
              <a:defRPr b="1" sz="2000">
                <a:latin typeface="Sora"/>
                <a:ea typeface="Sora"/>
                <a:cs typeface="Sora"/>
                <a:sym typeface="Sora"/>
              </a:defRPr>
            </a:lvl1pPr>
            <a:lvl2pPr lvl="1" algn="ctr">
              <a:lnSpc>
                <a:spcPct val="115000"/>
              </a:lnSpc>
              <a:spcBef>
                <a:spcPts val="0"/>
              </a:spcBef>
              <a:spcAft>
                <a:spcPts val="0"/>
              </a:spcAft>
              <a:buSzPts val="2400"/>
              <a:buFont typeface="Sora"/>
              <a:buNone/>
              <a:defRPr b="1" sz="2400">
                <a:latin typeface="Sora"/>
                <a:ea typeface="Sora"/>
                <a:cs typeface="Sora"/>
                <a:sym typeface="Sora"/>
              </a:defRPr>
            </a:lvl2pPr>
            <a:lvl3pPr lvl="2" algn="ctr">
              <a:lnSpc>
                <a:spcPct val="115000"/>
              </a:lnSpc>
              <a:spcBef>
                <a:spcPts val="0"/>
              </a:spcBef>
              <a:spcAft>
                <a:spcPts val="0"/>
              </a:spcAft>
              <a:buSzPts val="2400"/>
              <a:buFont typeface="Sora"/>
              <a:buNone/>
              <a:defRPr b="1" sz="2400">
                <a:latin typeface="Sora"/>
                <a:ea typeface="Sora"/>
                <a:cs typeface="Sora"/>
                <a:sym typeface="Sora"/>
              </a:defRPr>
            </a:lvl3pPr>
            <a:lvl4pPr lvl="3" algn="ctr">
              <a:lnSpc>
                <a:spcPct val="115000"/>
              </a:lnSpc>
              <a:spcBef>
                <a:spcPts val="0"/>
              </a:spcBef>
              <a:spcAft>
                <a:spcPts val="0"/>
              </a:spcAft>
              <a:buSzPts val="2400"/>
              <a:buFont typeface="Sora"/>
              <a:buNone/>
              <a:defRPr b="1" sz="2400">
                <a:latin typeface="Sora"/>
                <a:ea typeface="Sora"/>
                <a:cs typeface="Sora"/>
                <a:sym typeface="Sora"/>
              </a:defRPr>
            </a:lvl4pPr>
            <a:lvl5pPr lvl="4" algn="ctr">
              <a:lnSpc>
                <a:spcPct val="115000"/>
              </a:lnSpc>
              <a:spcBef>
                <a:spcPts val="0"/>
              </a:spcBef>
              <a:spcAft>
                <a:spcPts val="0"/>
              </a:spcAft>
              <a:buSzPts val="2400"/>
              <a:buFont typeface="Sora"/>
              <a:buNone/>
              <a:defRPr b="1" sz="2400">
                <a:latin typeface="Sora"/>
                <a:ea typeface="Sora"/>
                <a:cs typeface="Sora"/>
                <a:sym typeface="Sora"/>
              </a:defRPr>
            </a:lvl5pPr>
            <a:lvl6pPr lvl="5" algn="ctr">
              <a:lnSpc>
                <a:spcPct val="115000"/>
              </a:lnSpc>
              <a:spcBef>
                <a:spcPts val="0"/>
              </a:spcBef>
              <a:spcAft>
                <a:spcPts val="0"/>
              </a:spcAft>
              <a:buSzPts val="2400"/>
              <a:buFont typeface="Sora"/>
              <a:buNone/>
              <a:defRPr b="1" sz="2400">
                <a:latin typeface="Sora"/>
                <a:ea typeface="Sora"/>
                <a:cs typeface="Sora"/>
                <a:sym typeface="Sora"/>
              </a:defRPr>
            </a:lvl6pPr>
            <a:lvl7pPr lvl="6" algn="ctr">
              <a:lnSpc>
                <a:spcPct val="115000"/>
              </a:lnSpc>
              <a:spcBef>
                <a:spcPts val="0"/>
              </a:spcBef>
              <a:spcAft>
                <a:spcPts val="0"/>
              </a:spcAft>
              <a:buSzPts val="2400"/>
              <a:buFont typeface="Sora"/>
              <a:buNone/>
              <a:defRPr b="1" sz="2400">
                <a:latin typeface="Sora"/>
                <a:ea typeface="Sora"/>
                <a:cs typeface="Sora"/>
                <a:sym typeface="Sora"/>
              </a:defRPr>
            </a:lvl7pPr>
            <a:lvl8pPr lvl="7" algn="ctr">
              <a:lnSpc>
                <a:spcPct val="115000"/>
              </a:lnSpc>
              <a:spcBef>
                <a:spcPts val="0"/>
              </a:spcBef>
              <a:spcAft>
                <a:spcPts val="0"/>
              </a:spcAft>
              <a:buSzPts val="2400"/>
              <a:buFont typeface="Sora"/>
              <a:buNone/>
              <a:defRPr b="1" sz="2400">
                <a:latin typeface="Sora"/>
                <a:ea typeface="Sora"/>
                <a:cs typeface="Sora"/>
                <a:sym typeface="Sora"/>
              </a:defRPr>
            </a:lvl8pPr>
            <a:lvl9pPr lvl="8" algn="ctr">
              <a:lnSpc>
                <a:spcPct val="115000"/>
              </a:lnSpc>
              <a:spcBef>
                <a:spcPts val="0"/>
              </a:spcBef>
              <a:spcAft>
                <a:spcPts val="0"/>
              </a:spcAft>
              <a:buSzPts val="2400"/>
              <a:buFont typeface="Sora"/>
              <a:buNone/>
              <a:defRPr b="1" sz="2400">
                <a:latin typeface="Sora"/>
                <a:ea typeface="Sora"/>
                <a:cs typeface="Sora"/>
                <a:sym typeface="Sora"/>
              </a:defRPr>
            </a:lvl9pPr>
          </a:lstStyle>
          <a:p/>
        </p:txBody>
      </p:sp>
      <p:grpSp>
        <p:nvGrpSpPr>
          <p:cNvPr id="400" name="Google Shape;400;p34"/>
          <p:cNvGrpSpPr/>
          <p:nvPr/>
        </p:nvGrpSpPr>
        <p:grpSpPr>
          <a:xfrm>
            <a:off x="65750" y="123192"/>
            <a:ext cx="9078236" cy="5947020"/>
            <a:chOff x="65750" y="123192"/>
            <a:chExt cx="9078236" cy="5947020"/>
          </a:xfrm>
        </p:grpSpPr>
        <p:cxnSp>
          <p:nvCxnSpPr>
            <p:cNvPr id="401" name="Google Shape;401;p34"/>
            <p:cNvCxnSpPr/>
            <p:nvPr/>
          </p:nvCxnSpPr>
          <p:spPr>
            <a:xfrm rot="-5400000">
              <a:off x="6194650" y="2609525"/>
              <a:ext cx="4686900" cy="546300"/>
            </a:xfrm>
            <a:prstGeom prst="bentConnector3">
              <a:avLst>
                <a:gd fmla="val 50000" name="adj1"/>
              </a:avLst>
            </a:prstGeom>
            <a:noFill/>
            <a:ln cap="flat" cmpd="sng" w="19050">
              <a:solidFill>
                <a:schemeClr val="lt2"/>
              </a:solidFill>
              <a:prstDash val="solid"/>
              <a:round/>
              <a:headEnd len="med" w="med" type="none"/>
              <a:tailEnd len="med" w="med" type="oval"/>
            </a:ln>
          </p:spPr>
        </p:cxnSp>
        <p:cxnSp>
          <p:nvCxnSpPr>
            <p:cNvPr id="402" name="Google Shape;402;p34"/>
            <p:cNvCxnSpPr/>
            <p:nvPr/>
          </p:nvCxnSpPr>
          <p:spPr>
            <a:xfrm rot="-5400000">
              <a:off x="6564000" y="2981200"/>
              <a:ext cx="4140000" cy="606600"/>
            </a:xfrm>
            <a:prstGeom prst="bentConnector3">
              <a:avLst>
                <a:gd fmla="val 50000" name="adj1"/>
              </a:avLst>
            </a:prstGeom>
            <a:noFill/>
            <a:ln cap="flat" cmpd="sng" w="19050">
              <a:solidFill>
                <a:schemeClr val="lt2"/>
              </a:solidFill>
              <a:prstDash val="solid"/>
              <a:round/>
              <a:headEnd len="med" w="med" type="none"/>
              <a:tailEnd len="med" w="med" type="oval"/>
            </a:ln>
          </p:spPr>
        </p:cxnSp>
        <p:cxnSp>
          <p:nvCxnSpPr>
            <p:cNvPr id="403" name="Google Shape;403;p34"/>
            <p:cNvCxnSpPr/>
            <p:nvPr/>
          </p:nvCxnSpPr>
          <p:spPr>
            <a:xfrm rot="-5400000">
              <a:off x="-2013300" y="3409838"/>
              <a:ext cx="4697700" cy="366300"/>
            </a:xfrm>
            <a:prstGeom prst="bentConnector3">
              <a:avLst>
                <a:gd fmla="val 50000" name="adj1"/>
              </a:avLst>
            </a:prstGeom>
            <a:noFill/>
            <a:ln cap="flat" cmpd="sng" w="19050">
              <a:solidFill>
                <a:schemeClr val="lt2"/>
              </a:solidFill>
              <a:prstDash val="solid"/>
              <a:round/>
              <a:headEnd len="med" w="med" type="none"/>
              <a:tailEnd len="med" w="med" type="oval"/>
            </a:ln>
          </p:spPr>
        </p:cxnSp>
        <p:cxnSp>
          <p:nvCxnSpPr>
            <p:cNvPr id="404" name="Google Shape;404;p34"/>
            <p:cNvCxnSpPr/>
            <p:nvPr/>
          </p:nvCxnSpPr>
          <p:spPr>
            <a:xfrm rot="-5400000">
              <a:off x="-1700950" y="3696913"/>
              <a:ext cx="4140000" cy="606600"/>
            </a:xfrm>
            <a:prstGeom prst="bentConnector3">
              <a:avLst>
                <a:gd fmla="val 50000" name="adj1"/>
              </a:avLst>
            </a:prstGeom>
            <a:noFill/>
            <a:ln cap="flat" cmpd="sng" w="19050">
              <a:solidFill>
                <a:schemeClr val="lt2"/>
              </a:solidFill>
              <a:prstDash val="solid"/>
              <a:round/>
              <a:headEnd len="med" w="med" type="none"/>
              <a:tailEnd len="med" w="med" type="oval"/>
            </a:ln>
          </p:spPr>
        </p:cxnSp>
        <p:grpSp>
          <p:nvGrpSpPr>
            <p:cNvPr id="405" name="Google Shape;405;p34"/>
            <p:cNvGrpSpPr/>
            <p:nvPr/>
          </p:nvGrpSpPr>
          <p:grpSpPr>
            <a:xfrm>
              <a:off x="244996" y="123192"/>
              <a:ext cx="8898990" cy="3904742"/>
              <a:chOff x="244996" y="123192"/>
              <a:chExt cx="8898990" cy="3904742"/>
            </a:xfrm>
          </p:grpSpPr>
          <p:sp>
            <p:nvSpPr>
              <p:cNvPr id="406" name="Google Shape;406;p34"/>
              <p:cNvSpPr/>
              <p:nvPr/>
            </p:nvSpPr>
            <p:spPr>
              <a:xfrm>
                <a:off x="8307552" y="123192"/>
                <a:ext cx="246441" cy="246441"/>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34"/>
              <p:cNvSpPr/>
              <p:nvPr/>
            </p:nvSpPr>
            <p:spPr>
              <a:xfrm>
                <a:off x="8554009" y="836635"/>
                <a:ext cx="181108" cy="181108"/>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34"/>
              <p:cNvSpPr/>
              <p:nvPr/>
            </p:nvSpPr>
            <p:spPr>
              <a:xfrm>
                <a:off x="9010993" y="3894941"/>
                <a:ext cx="132993" cy="132993"/>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34"/>
              <p:cNvSpPr/>
              <p:nvPr/>
            </p:nvSpPr>
            <p:spPr>
              <a:xfrm>
                <a:off x="244996" y="1750985"/>
                <a:ext cx="181108" cy="181108"/>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0" name="Shape 410"/>
        <p:cNvGrpSpPr/>
        <p:nvPr/>
      </p:nvGrpSpPr>
      <p:grpSpPr>
        <a:xfrm>
          <a:off x="0" y="0"/>
          <a:ext cx="0" cy="0"/>
          <a:chOff x="0" y="0"/>
          <a:chExt cx="0" cy="0"/>
        </a:xfrm>
      </p:grpSpPr>
      <p:sp>
        <p:nvSpPr>
          <p:cNvPr id="411" name="Google Shape;411;p3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grpSp>
        <p:nvGrpSpPr>
          <p:cNvPr id="412" name="Google Shape;412;p35"/>
          <p:cNvGrpSpPr/>
          <p:nvPr/>
        </p:nvGrpSpPr>
        <p:grpSpPr>
          <a:xfrm>
            <a:off x="8576588" y="4496315"/>
            <a:ext cx="422946" cy="368845"/>
            <a:chOff x="8576588" y="4496315"/>
            <a:chExt cx="422946" cy="368845"/>
          </a:xfrm>
        </p:grpSpPr>
        <p:sp>
          <p:nvSpPr>
            <p:cNvPr id="413" name="Google Shape;413;p35"/>
            <p:cNvSpPr/>
            <p:nvPr/>
          </p:nvSpPr>
          <p:spPr>
            <a:xfrm rot="-5400000">
              <a:off x="8576580" y="4720848"/>
              <a:ext cx="144320" cy="144304"/>
            </a:xfrm>
            <a:custGeom>
              <a:rect b="b" l="l" r="r" t="t"/>
              <a:pathLst>
                <a:path extrusionOk="0" h="3298" w="3298">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35"/>
            <p:cNvSpPr/>
            <p:nvPr/>
          </p:nvSpPr>
          <p:spPr>
            <a:xfrm rot="-5400000">
              <a:off x="8775019" y="4496328"/>
              <a:ext cx="224528" cy="224503"/>
            </a:xfrm>
            <a:custGeom>
              <a:rect b="b" l="l" r="r" t="t"/>
              <a:pathLst>
                <a:path extrusionOk="0" h="3298" w="3298">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5" name="Google Shape;415;p35"/>
          <p:cNvGrpSpPr/>
          <p:nvPr/>
        </p:nvGrpSpPr>
        <p:grpSpPr>
          <a:xfrm>
            <a:off x="67325" y="-592117"/>
            <a:ext cx="8932200" cy="5485500"/>
            <a:chOff x="67325" y="-592117"/>
            <a:chExt cx="8932200" cy="5485500"/>
          </a:xfrm>
        </p:grpSpPr>
        <p:cxnSp>
          <p:nvCxnSpPr>
            <p:cNvPr id="416" name="Google Shape;416;p35"/>
            <p:cNvCxnSpPr/>
            <p:nvPr/>
          </p:nvCxnSpPr>
          <p:spPr>
            <a:xfrm>
              <a:off x="67325" y="-592117"/>
              <a:ext cx="8932200" cy="5485500"/>
            </a:xfrm>
            <a:prstGeom prst="bentConnector3">
              <a:avLst>
                <a:gd fmla="val 814" name="adj1"/>
              </a:avLst>
            </a:prstGeom>
            <a:noFill/>
            <a:ln cap="flat" cmpd="sng" w="19050">
              <a:solidFill>
                <a:schemeClr val="lt2"/>
              </a:solidFill>
              <a:prstDash val="solid"/>
              <a:round/>
              <a:headEnd len="med" w="med" type="none"/>
              <a:tailEnd len="med" w="med" type="oval"/>
            </a:ln>
          </p:spPr>
        </p:cxnSp>
        <p:cxnSp>
          <p:nvCxnSpPr>
            <p:cNvPr id="417" name="Google Shape;417;p35"/>
            <p:cNvCxnSpPr/>
            <p:nvPr/>
          </p:nvCxnSpPr>
          <p:spPr>
            <a:xfrm flipH="1" rot="-5400000">
              <a:off x="-2079325" y="1859333"/>
              <a:ext cx="4747800" cy="149700"/>
            </a:xfrm>
            <a:prstGeom prst="bentConnector3">
              <a:avLst>
                <a:gd fmla="val 50000" name="adj1"/>
              </a:avLst>
            </a:prstGeom>
            <a:noFill/>
            <a:ln cap="flat" cmpd="sng" w="19050">
              <a:solidFill>
                <a:schemeClr val="lt2"/>
              </a:solidFill>
              <a:prstDash val="solid"/>
              <a:round/>
              <a:headEnd len="med" w="med" type="none"/>
              <a:tailEnd len="med" w="med" type="oval"/>
            </a:ln>
          </p:spPr>
        </p:cxn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18" name="Shape 418"/>
        <p:cNvGrpSpPr/>
        <p:nvPr/>
      </p:nvGrpSpPr>
      <p:grpSpPr>
        <a:xfrm>
          <a:off x="0" y="0"/>
          <a:ext cx="0" cy="0"/>
          <a:chOff x="0" y="0"/>
          <a:chExt cx="0" cy="0"/>
        </a:xfrm>
      </p:grpSpPr>
      <p:sp>
        <p:nvSpPr>
          <p:cNvPr id="419" name="Google Shape;419;p36"/>
          <p:cNvSpPr txBox="1"/>
          <p:nvPr>
            <p:ph idx="1" type="subTitle"/>
          </p:nvPr>
        </p:nvSpPr>
        <p:spPr>
          <a:xfrm>
            <a:off x="2375775" y="2379467"/>
            <a:ext cx="3247500" cy="11727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dk2"/>
              </a:buClr>
              <a:buSzPts val="1400"/>
              <a:buAutoNum type="arabicPeriod"/>
              <a:defRPr sz="1400"/>
            </a:lvl1pPr>
            <a:lvl2pPr lvl="1" algn="ctr">
              <a:lnSpc>
                <a:spcPct val="115000"/>
              </a:lnSpc>
              <a:spcBef>
                <a:spcPts val="0"/>
              </a:spcBef>
              <a:spcAft>
                <a:spcPts val="0"/>
              </a:spcAft>
              <a:buClr>
                <a:srgbClr val="999999"/>
              </a:buClr>
              <a:buSzPts val="800"/>
              <a:buAutoNum type="alphaLcPeriod"/>
              <a:defRPr/>
            </a:lvl2pPr>
            <a:lvl3pPr lvl="2" algn="ctr">
              <a:lnSpc>
                <a:spcPct val="115000"/>
              </a:lnSpc>
              <a:spcBef>
                <a:spcPts val="0"/>
              </a:spcBef>
              <a:spcAft>
                <a:spcPts val="0"/>
              </a:spcAft>
              <a:buClr>
                <a:srgbClr val="999999"/>
              </a:buClr>
              <a:buSzPts val="800"/>
              <a:buAutoNum type="romanLcPeriod"/>
              <a:defRPr/>
            </a:lvl3pPr>
            <a:lvl4pPr lvl="3" algn="ctr">
              <a:lnSpc>
                <a:spcPct val="115000"/>
              </a:lnSpc>
              <a:spcBef>
                <a:spcPts val="0"/>
              </a:spcBef>
              <a:spcAft>
                <a:spcPts val="0"/>
              </a:spcAft>
              <a:buClr>
                <a:srgbClr val="999999"/>
              </a:buClr>
              <a:buSzPts val="800"/>
              <a:buAutoNum type="arabicPeriod"/>
              <a:defRPr/>
            </a:lvl4pPr>
            <a:lvl5pPr lvl="4" algn="ctr">
              <a:lnSpc>
                <a:spcPct val="115000"/>
              </a:lnSpc>
              <a:spcBef>
                <a:spcPts val="0"/>
              </a:spcBef>
              <a:spcAft>
                <a:spcPts val="0"/>
              </a:spcAft>
              <a:buClr>
                <a:srgbClr val="999999"/>
              </a:buClr>
              <a:buSzPts val="1200"/>
              <a:buAutoNum type="alphaLcPeriod"/>
              <a:defRPr/>
            </a:lvl5pPr>
            <a:lvl6pPr lvl="5" algn="ctr">
              <a:lnSpc>
                <a:spcPct val="115000"/>
              </a:lnSpc>
              <a:spcBef>
                <a:spcPts val="0"/>
              </a:spcBef>
              <a:spcAft>
                <a:spcPts val="0"/>
              </a:spcAft>
              <a:buClr>
                <a:srgbClr val="999999"/>
              </a:buClr>
              <a:buSzPts val="1200"/>
              <a:buAutoNum type="romanLcPeriod"/>
              <a:defRPr/>
            </a:lvl6pPr>
            <a:lvl7pPr lvl="6" algn="ctr">
              <a:lnSpc>
                <a:spcPct val="115000"/>
              </a:lnSpc>
              <a:spcBef>
                <a:spcPts val="0"/>
              </a:spcBef>
              <a:spcAft>
                <a:spcPts val="0"/>
              </a:spcAft>
              <a:buClr>
                <a:srgbClr val="999999"/>
              </a:buClr>
              <a:buSzPts val="700"/>
              <a:buAutoNum type="arabicPeriod"/>
              <a:defRPr/>
            </a:lvl7pPr>
            <a:lvl8pPr lvl="7" algn="ctr">
              <a:lnSpc>
                <a:spcPct val="115000"/>
              </a:lnSpc>
              <a:spcBef>
                <a:spcPts val="0"/>
              </a:spcBef>
              <a:spcAft>
                <a:spcPts val="0"/>
              </a:spcAft>
              <a:buClr>
                <a:srgbClr val="999999"/>
              </a:buClr>
              <a:buSzPts val="700"/>
              <a:buAutoNum type="alphaLcPeriod"/>
              <a:defRPr/>
            </a:lvl8pPr>
            <a:lvl9pPr lvl="8" algn="ctr">
              <a:lnSpc>
                <a:spcPct val="115000"/>
              </a:lnSpc>
              <a:spcBef>
                <a:spcPts val="0"/>
              </a:spcBef>
              <a:spcAft>
                <a:spcPts val="0"/>
              </a:spcAft>
              <a:buClr>
                <a:srgbClr val="999999"/>
              </a:buClr>
              <a:buSzPts val="600"/>
              <a:buAutoNum type="romanLcPeriod"/>
              <a:defRPr/>
            </a:lvl9pPr>
          </a:lstStyle>
          <a:p/>
        </p:txBody>
      </p:sp>
      <p:sp>
        <p:nvSpPr>
          <p:cNvPr id="420" name="Google Shape;420;p3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grpSp>
        <p:nvGrpSpPr>
          <p:cNvPr id="421" name="Google Shape;421;p36"/>
          <p:cNvGrpSpPr/>
          <p:nvPr/>
        </p:nvGrpSpPr>
        <p:grpSpPr>
          <a:xfrm>
            <a:off x="144288" y="147077"/>
            <a:ext cx="454046" cy="1101386"/>
            <a:chOff x="144288" y="147077"/>
            <a:chExt cx="454046" cy="1101386"/>
          </a:xfrm>
        </p:grpSpPr>
        <p:sp>
          <p:nvSpPr>
            <p:cNvPr id="422" name="Google Shape;422;p36"/>
            <p:cNvSpPr/>
            <p:nvPr/>
          </p:nvSpPr>
          <p:spPr>
            <a:xfrm rot="-5400000">
              <a:off x="144280" y="147085"/>
              <a:ext cx="144320" cy="144304"/>
            </a:xfrm>
            <a:custGeom>
              <a:rect b="b" l="l" r="r" t="t"/>
              <a:pathLst>
                <a:path extrusionOk="0" h="3298" w="3298">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36"/>
            <p:cNvSpPr/>
            <p:nvPr/>
          </p:nvSpPr>
          <p:spPr>
            <a:xfrm rot="-5400000">
              <a:off x="193389" y="1068025"/>
              <a:ext cx="180450" cy="180425"/>
            </a:xfrm>
            <a:custGeom>
              <a:rect b="b" l="l" r="r" t="t"/>
              <a:pathLst>
                <a:path extrusionOk="0" h="3298" w="3298">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36"/>
            <p:cNvSpPr/>
            <p:nvPr/>
          </p:nvSpPr>
          <p:spPr>
            <a:xfrm rot="-5400000">
              <a:off x="211443" y="746585"/>
              <a:ext cx="144320" cy="144304"/>
            </a:xfrm>
            <a:custGeom>
              <a:rect b="b" l="l" r="r" t="t"/>
              <a:pathLst>
                <a:path extrusionOk="0" h="3298" w="3298">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36"/>
            <p:cNvSpPr/>
            <p:nvPr/>
          </p:nvSpPr>
          <p:spPr>
            <a:xfrm rot="-5400000">
              <a:off x="373819" y="291403"/>
              <a:ext cx="224528" cy="224503"/>
            </a:xfrm>
            <a:custGeom>
              <a:rect b="b" l="l" r="r" t="t"/>
              <a:pathLst>
                <a:path extrusionOk="0" h="3298" w="3298">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6" name="Google Shape;426;p36"/>
          <p:cNvGrpSpPr/>
          <p:nvPr/>
        </p:nvGrpSpPr>
        <p:grpSpPr>
          <a:xfrm>
            <a:off x="569675" y="183250"/>
            <a:ext cx="8764375" cy="5229850"/>
            <a:chOff x="569675" y="183250"/>
            <a:chExt cx="8764375" cy="5229850"/>
          </a:xfrm>
        </p:grpSpPr>
        <p:cxnSp>
          <p:nvCxnSpPr>
            <p:cNvPr id="427" name="Google Shape;427;p36"/>
            <p:cNvCxnSpPr/>
            <p:nvPr/>
          </p:nvCxnSpPr>
          <p:spPr>
            <a:xfrm rot="10800000">
              <a:off x="569675" y="183250"/>
              <a:ext cx="8572500" cy="5118300"/>
            </a:xfrm>
            <a:prstGeom prst="bentConnector3">
              <a:avLst>
                <a:gd fmla="val 5355" name="adj1"/>
              </a:avLst>
            </a:prstGeom>
            <a:noFill/>
            <a:ln cap="flat" cmpd="sng" w="19050">
              <a:solidFill>
                <a:schemeClr val="lt2"/>
              </a:solidFill>
              <a:prstDash val="solid"/>
              <a:round/>
              <a:headEnd len="med" w="med" type="none"/>
              <a:tailEnd len="med" w="med" type="oval"/>
            </a:ln>
          </p:spPr>
        </p:cxnSp>
        <p:cxnSp>
          <p:nvCxnSpPr>
            <p:cNvPr id="428" name="Google Shape;428;p36"/>
            <p:cNvCxnSpPr/>
            <p:nvPr/>
          </p:nvCxnSpPr>
          <p:spPr>
            <a:xfrm rot="10800000">
              <a:off x="761550" y="294800"/>
              <a:ext cx="8572500" cy="5118300"/>
            </a:xfrm>
            <a:prstGeom prst="bentConnector3">
              <a:avLst>
                <a:gd fmla="val 5355" name="adj1"/>
              </a:avLst>
            </a:prstGeom>
            <a:noFill/>
            <a:ln cap="flat" cmpd="sng" w="19050">
              <a:solidFill>
                <a:schemeClr val="lt2"/>
              </a:solidFill>
              <a:prstDash val="solid"/>
              <a:round/>
              <a:headEnd len="med" w="med" type="none"/>
              <a:tailEnd len="med" w="med" type="oval"/>
            </a:ln>
          </p:spPr>
        </p:cxn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29" name="Shape 429"/>
        <p:cNvGrpSpPr/>
        <p:nvPr/>
      </p:nvGrpSpPr>
      <p:grpSpPr>
        <a:xfrm>
          <a:off x="0" y="0"/>
          <a:ext cx="0" cy="0"/>
          <a:chOff x="0" y="0"/>
          <a:chExt cx="0" cy="0"/>
        </a:xfrm>
      </p:grpSpPr>
      <p:sp>
        <p:nvSpPr>
          <p:cNvPr id="430" name="Google Shape;430;p37"/>
          <p:cNvSpPr txBox="1"/>
          <p:nvPr>
            <p:ph type="title"/>
          </p:nvPr>
        </p:nvSpPr>
        <p:spPr>
          <a:xfrm>
            <a:off x="838650" y="1518450"/>
            <a:ext cx="4151400" cy="2106600"/>
          </a:xfrm>
          <a:prstGeom prst="rect">
            <a:avLst/>
          </a:prstGeom>
        </p:spPr>
        <p:txBody>
          <a:bodyPr anchorCtr="0" anchor="b" bIns="91425" lIns="91425" spcFirstLastPara="1" rIns="91425" wrap="square" tIns="91425">
            <a:noAutofit/>
          </a:bodyPr>
          <a:lstStyle>
            <a:lvl1pPr lvl="0" algn="r">
              <a:lnSpc>
                <a:spcPct val="115000"/>
              </a:lnSpc>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431" name="Google Shape;431;p37"/>
          <p:cNvGrpSpPr/>
          <p:nvPr/>
        </p:nvGrpSpPr>
        <p:grpSpPr>
          <a:xfrm>
            <a:off x="-950200" y="-235500"/>
            <a:ext cx="9904500" cy="5229850"/>
            <a:chOff x="-950200" y="-235500"/>
            <a:chExt cx="9904500" cy="5229850"/>
          </a:xfrm>
        </p:grpSpPr>
        <p:cxnSp>
          <p:nvCxnSpPr>
            <p:cNvPr id="432" name="Google Shape;432;p37"/>
            <p:cNvCxnSpPr/>
            <p:nvPr/>
          </p:nvCxnSpPr>
          <p:spPr>
            <a:xfrm>
              <a:off x="-122100" y="-123950"/>
              <a:ext cx="8572500" cy="5118300"/>
            </a:xfrm>
            <a:prstGeom prst="bentConnector3">
              <a:avLst>
                <a:gd fmla="val 5355" name="adj1"/>
              </a:avLst>
            </a:prstGeom>
            <a:noFill/>
            <a:ln cap="flat" cmpd="sng" w="19050">
              <a:solidFill>
                <a:schemeClr val="lt2"/>
              </a:solidFill>
              <a:prstDash val="solid"/>
              <a:round/>
              <a:headEnd len="med" w="med" type="none"/>
              <a:tailEnd len="med" w="med" type="oval"/>
            </a:ln>
          </p:spPr>
        </p:cxnSp>
        <p:cxnSp>
          <p:nvCxnSpPr>
            <p:cNvPr id="433" name="Google Shape;433;p37"/>
            <p:cNvCxnSpPr/>
            <p:nvPr/>
          </p:nvCxnSpPr>
          <p:spPr>
            <a:xfrm>
              <a:off x="-313975" y="-235500"/>
              <a:ext cx="8572500" cy="5118300"/>
            </a:xfrm>
            <a:prstGeom prst="bentConnector3">
              <a:avLst>
                <a:gd fmla="val 5355" name="adj1"/>
              </a:avLst>
            </a:prstGeom>
            <a:noFill/>
            <a:ln cap="flat" cmpd="sng" w="19050">
              <a:solidFill>
                <a:schemeClr val="lt2"/>
              </a:solidFill>
              <a:prstDash val="solid"/>
              <a:round/>
              <a:headEnd len="med" w="med" type="none"/>
              <a:tailEnd len="med" w="med" type="oval"/>
            </a:ln>
          </p:spPr>
        </p:cxnSp>
        <p:cxnSp>
          <p:nvCxnSpPr>
            <p:cNvPr id="434" name="Google Shape;434;p37"/>
            <p:cNvCxnSpPr/>
            <p:nvPr/>
          </p:nvCxnSpPr>
          <p:spPr>
            <a:xfrm>
              <a:off x="-766600" y="2793225"/>
              <a:ext cx="9720900" cy="1699500"/>
            </a:xfrm>
            <a:prstGeom prst="bentConnector3">
              <a:avLst>
                <a:gd fmla="val 5194" name="adj1"/>
              </a:avLst>
            </a:prstGeom>
            <a:noFill/>
            <a:ln cap="flat" cmpd="sng" w="19050">
              <a:solidFill>
                <a:schemeClr val="lt2"/>
              </a:solidFill>
              <a:prstDash val="solid"/>
              <a:round/>
              <a:headEnd len="med" w="med" type="none"/>
              <a:tailEnd len="med" w="med" type="oval"/>
            </a:ln>
          </p:spPr>
        </p:cxnSp>
        <p:cxnSp>
          <p:nvCxnSpPr>
            <p:cNvPr id="435" name="Google Shape;435;p37"/>
            <p:cNvCxnSpPr/>
            <p:nvPr/>
          </p:nvCxnSpPr>
          <p:spPr>
            <a:xfrm>
              <a:off x="-950200" y="2976850"/>
              <a:ext cx="9712500" cy="1404300"/>
            </a:xfrm>
            <a:prstGeom prst="bentConnector3">
              <a:avLst>
                <a:gd fmla="val 14297" name="adj1"/>
              </a:avLst>
            </a:prstGeom>
            <a:noFill/>
            <a:ln cap="flat" cmpd="sng" w="19050">
              <a:solidFill>
                <a:schemeClr val="lt2"/>
              </a:solidFill>
              <a:prstDash val="solid"/>
              <a:round/>
              <a:headEnd len="med" w="med" type="none"/>
              <a:tailEnd len="med" w="med" type="oval"/>
            </a:ln>
          </p:spPr>
        </p:cxn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36" name="Shape 436"/>
        <p:cNvGrpSpPr/>
        <p:nvPr/>
      </p:nvGrpSpPr>
      <p:grpSpPr>
        <a:xfrm>
          <a:off x="0" y="0"/>
          <a:ext cx="0" cy="0"/>
          <a:chOff x="0" y="0"/>
          <a:chExt cx="0" cy="0"/>
        </a:xfrm>
      </p:grpSpPr>
      <p:sp>
        <p:nvSpPr>
          <p:cNvPr id="437" name="Google Shape;437;p38"/>
          <p:cNvSpPr txBox="1"/>
          <p:nvPr>
            <p:ph type="title"/>
          </p:nvPr>
        </p:nvSpPr>
        <p:spPr>
          <a:xfrm>
            <a:off x="4906675" y="1132975"/>
            <a:ext cx="3524100" cy="14034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438" name="Google Shape;438;p38"/>
          <p:cNvSpPr txBox="1"/>
          <p:nvPr>
            <p:ph idx="1" type="subTitle"/>
          </p:nvPr>
        </p:nvSpPr>
        <p:spPr>
          <a:xfrm>
            <a:off x="4906675" y="2724350"/>
            <a:ext cx="3524100" cy="14034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rgbClr val="999999"/>
              </a:buClr>
              <a:buSzPts val="800"/>
              <a:buFont typeface="Open Sans"/>
              <a:buChar char="●"/>
              <a:defRPr/>
            </a:lvl1pPr>
            <a:lvl2pPr lvl="1" algn="ctr">
              <a:lnSpc>
                <a:spcPct val="115000"/>
              </a:lnSpc>
              <a:spcBef>
                <a:spcPts val="0"/>
              </a:spcBef>
              <a:spcAft>
                <a:spcPts val="0"/>
              </a:spcAft>
              <a:buClr>
                <a:srgbClr val="999999"/>
              </a:buClr>
              <a:buSzPts val="800"/>
              <a:buFont typeface="Open Sans"/>
              <a:buChar char="○"/>
              <a:defRPr/>
            </a:lvl2pPr>
            <a:lvl3pPr lvl="2" algn="ctr">
              <a:lnSpc>
                <a:spcPct val="115000"/>
              </a:lnSpc>
              <a:spcBef>
                <a:spcPts val="0"/>
              </a:spcBef>
              <a:spcAft>
                <a:spcPts val="0"/>
              </a:spcAft>
              <a:buClr>
                <a:srgbClr val="999999"/>
              </a:buClr>
              <a:buSzPts val="800"/>
              <a:buFont typeface="Open Sans"/>
              <a:buChar char="■"/>
              <a:defRPr/>
            </a:lvl3pPr>
            <a:lvl4pPr lvl="3" algn="ctr">
              <a:lnSpc>
                <a:spcPct val="115000"/>
              </a:lnSpc>
              <a:spcBef>
                <a:spcPts val="0"/>
              </a:spcBef>
              <a:spcAft>
                <a:spcPts val="0"/>
              </a:spcAft>
              <a:buClr>
                <a:srgbClr val="999999"/>
              </a:buClr>
              <a:buSzPts val="800"/>
              <a:buFont typeface="Open Sans"/>
              <a:buChar char="●"/>
              <a:defRPr/>
            </a:lvl4pPr>
            <a:lvl5pPr lvl="4" algn="ctr">
              <a:lnSpc>
                <a:spcPct val="115000"/>
              </a:lnSpc>
              <a:spcBef>
                <a:spcPts val="0"/>
              </a:spcBef>
              <a:spcAft>
                <a:spcPts val="0"/>
              </a:spcAft>
              <a:buClr>
                <a:srgbClr val="999999"/>
              </a:buClr>
              <a:buSzPts val="1200"/>
              <a:buFont typeface="Open Sans"/>
              <a:buChar char="○"/>
              <a:defRPr/>
            </a:lvl5pPr>
            <a:lvl6pPr lvl="5" algn="ctr">
              <a:lnSpc>
                <a:spcPct val="115000"/>
              </a:lnSpc>
              <a:spcBef>
                <a:spcPts val="0"/>
              </a:spcBef>
              <a:spcAft>
                <a:spcPts val="0"/>
              </a:spcAft>
              <a:buClr>
                <a:srgbClr val="999999"/>
              </a:buClr>
              <a:buSzPts val="1200"/>
              <a:buFont typeface="Open Sans"/>
              <a:buChar char="■"/>
              <a:defRPr/>
            </a:lvl6pPr>
            <a:lvl7pPr lvl="6" algn="ctr">
              <a:lnSpc>
                <a:spcPct val="115000"/>
              </a:lnSpc>
              <a:spcBef>
                <a:spcPts val="0"/>
              </a:spcBef>
              <a:spcAft>
                <a:spcPts val="0"/>
              </a:spcAft>
              <a:buClr>
                <a:srgbClr val="999999"/>
              </a:buClr>
              <a:buSzPts val="700"/>
              <a:buFont typeface="Open Sans"/>
              <a:buChar char="●"/>
              <a:defRPr/>
            </a:lvl7pPr>
            <a:lvl8pPr lvl="7" algn="ctr">
              <a:lnSpc>
                <a:spcPct val="115000"/>
              </a:lnSpc>
              <a:spcBef>
                <a:spcPts val="0"/>
              </a:spcBef>
              <a:spcAft>
                <a:spcPts val="0"/>
              </a:spcAft>
              <a:buClr>
                <a:srgbClr val="999999"/>
              </a:buClr>
              <a:buSzPts val="700"/>
              <a:buFont typeface="Open Sans"/>
              <a:buChar char="○"/>
              <a:defRPr/>
            </a:lvl8pPr>
            <a:lvl9pPr lvl="8" algn="ctr">
              <a:lnSpc>
                <a:spcPct val="115000"/>
              </a:lnSpc>
              <a:spcBef>
                <a:spcPts val="0"/>
              </a:spcBef>
              <a:spcAft>
                <a:spcPts val="0"/>
              </a:spcAft>
              <a:buClr>
                <a:srgbClr val="999999"/>
              </a:buClr>
              <a:buSzPts val="600"/>
              <a:buFont typeface="Open Sans"/>
              <a:buChar char="■"/>
              <a:defRPr/>
            </a:lvl9pPr>
          </a:lstStyle>
          <a:p/>
        </p:txBody>
      </p:sp>
      <p:sp>
        <p:nvSpPr>
          <p:cNvPr id="439" name="Google Shape;439;p38"/>
          <p:cNvSpPr/>
          <p:nvPr>
            <p:ph idx="2" type="pic"/>
          </p:nvPr>
        </p:nvSpPr>
        <p:spPr>
          <a:xfrm>
            <a:off x="202954" y="388500"/>
            <a:ext cx="4379700" cy="4379700"/>
          </a:xfrm>
          <a:prstGeom prst="ellipse">
            <a:avLst/>
          </a:prstGeom>
          <a:noFill/>
          <a:ln>
            <a:noFill/>
          </a:ln>
        </p:spPr>
      </p:sp>
      <p:grpSp>
        <p:nvGrpSpPr>
          <p:cNvPr id="440" name="Google Shape;440;p38"/>
          <p:cNvGrpSpPr/>
          <p:nvPr/>
        </p:nvGrpSpPr>
        <p:grpSpPr>
          <a:xfrm rot="-1395165">
            <a:off x="172631" y="490168"/>
            <a:ext cx="882626" cy="403567"/>
            <a:chOff x="7884075" y="238975"/>
            <a:chExt cx="882599" cy="403555"/>
          </a:xfrm>
        </p:grpSpPr>
        <p:sp>
          <p:nvSpPr>
            <p:cNvPr id="441" name="Google Shape;441;p38"/>
            <p:cNvSpPr/>
            <p:nvPr/>
          </p:nvSpPr>
          <p:spPr>
            <a:xfrm>
              <a:off x="8255437" y="436475"/>
              <a:ext cx="206055" cy="206055"/>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38"/>
            <p:cNvSpPr/>
            <p:nvPr/>
          </p:nvSpPr>
          <p:spPr>
            <a:xfrm>
              <a:off x="7884075" y="238975"/>
              <a:ext cx="139874" cy="139874"/>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38"/>
            <p:cNvSpPr/>
            <p:nvPr/>
          </p:nvSpPr>
          <p:spPr>
            <a:xfrm>
              <a:off x="8626800" y="378850"/>
              <a:ext cx="139874" cy="139874"/>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4" name="Google Shape;444;p38"/>
          <p:cNvGrpSpPr/>
          <p:nvPr/>
        </p:nvGrpSpPr>
        <p:grpSpPr>
          <a:xfrm>
            <a:off x="2422725" y="4313625"/>
            <a:ext cx="7035600" cy="513300"/>
            <a:chOff x="2422725" y="4313625"/>
            <a:chExt cx="7035600" cy="513300"/>
          </a:xfrm>
        </p:grpSpPr>
        <p:cxnSp>
          <p:nvCxnSpPr>
            <p:cNvPr id="445" name="Google Shape;445;p38"/>
            <p:cNvCxnSpPr/>
            <p:nvPr/>
          </p:nvCxnSpPr>
          <p:spPr>
            <a:xfrm rot="10800000">
              <a:off x="3750275" y="4313625"/>
              <a:ext cx="5590200" cy="513300"/>
            </a:xfrm>
            <a:prstGeom prst="bentConnector3">
              <a:avLst>
                <a:gd fmla="val 64140" name="adj1"/>
              </a:avLst>
            </a:prstGeom>
            <a:noFill/>
            <a:ln cap="flat" cmpd="sng" w="19050">
              <a:solidFill>
                <a:schemeClr val="lt2"/>
              </a:solidFill>
              <a:prstDash val="solid"/>
              <a:round/>
              <a:headEnd len="med" w="med" type="none"/>
              <a:tailEnd len="med" w="med" type="oval"/>
            </a:ln>
          </p:spPr>
        </p:cxnSp>
        <p:cxnSp>
          <p:nvCxnSpPr>
            <p:cNvPr id="446" name="Google Shape;446;p38"/>
            <p:cNvCxnSpPr/>
            <p:nvPr/>
          </p:nvCxnSpPr>
          <p:spPr>
            <a:xfrm flipH="1">
              <a:off x="2422725" y="4652400"/>
              <a:ext cx="7035600" cy="115800"/>
            </a:xfrm>
            <a:prstGeom prst="bentConnector4">
              <a:avLst>
                <a:gd fmla="val 34437" name="adj1"/>
                <a:gd fmla="val 305635" name="adj2"/>
              </a:avLst>
            </a:prstGeom>
            <a:noFill/>
            <a:ln cap="flat" cmpd="sng" w="19050">
              <a:solidFill>
                <a:schemeClr val="lt2"/>
              </a:solidFill>
              <a:prstDash val="solid"/>
              <a:round/>
              <a:headEnd len="med" w="med" type="none"/>
              <a:tailEnd len="med" w="med" type="oval"/>
            </a:ln>
          </p:spPr>
        </p:cxn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47" name="Shape 447"/>
        <p:cNvGrpSpPr/>
        <p:nvPr/>
      </p:nvGrpSpPr>
      <p:grpSpPr>
        <a:xfrm>
          <a:off x="0" y="0"/>
          <a:ext cx="0" cy="0"/>
          <a:chOff x="0" y="0"/>
          <a:chExt cx="0" cy="0"/>
        </a:xfrm>
      </p:grpSpPr>
      <p:sp>
        <p:nvSpPr>
          <p:cNvPr id="448" name="Google Shape;448;p39"/>
          <p:cNvSpPr/>
          <p:nvPr>
            <p:ph idx="2" type="pic"/>
          </p:nvPr>
        </p:nvSpPr>
        <p:spPr>
          <a:xfrm>
            <a:off x="0" y="0"/>
            <a:ext cx="9144000" cy="5143500"/>
          </a:xfrm>
          <a:prstGeom prst="rect">
            <a:avLst/>
          </a:prstGeom>
          <a:noFill/>
          <a:ln>
            <a:noFill/>
          </a:ln>
        </p:spPr>
      </p:sp>
      <p:sp>
        <p:nvSpPr>
          <p:cNvPr id="449" name="Google Shape;449;p39"/>
          <p:cNvSpPr txBox="1"/>
          <p:nvPr>
            <p:ph type="title"/>
          </p:nvPr>
        </p:nvSpPr>
        <p:spPr>
          <a:xfrm>
            <a:off x="5403175" y="3859175"/>
            <a:ext cx="3027600" cy="749400"/>
          </a:xfrm>
          <a:prstGeom prst="rect">
            <a:avLst/>
          </a:prstGeom>
          <a:solidFill>
            <a:schemeClr val="lt2"/>
          </a:solidFill>
        </p:spPr>
        <p:txBody>
          <a:bodyPr anchorCtr="0" anchor="ctr" bIns="91425" lIns="91425" spcFirstLastPara="1" rIns="91425" wrap="square" tIns="91425">
            <a:noAutofit/>
          </a:bodyPr>
          <a:lstStyle>
            <a:lvl1pPr lvl="0" algn="ctr">
              <a:spcBef>
                <a:spcPts val="0"/>
              </a:spcBef>
              <a:spcAft>
                <a:spcPts val="0"/>
              </a:spcAft>
              <a:buSzPts val="3000"/>
              <a:buNone/>
              <a:defRPr sz="2000">
                <a:solidFill>
                  <a:schemeClr val="accent5"/>
                </a:solidFill>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50" name="Shape 450"/>
        <p:cNvGrpSpPr/>
        <p:nvPr/>
      </p:nvGrpSpPr>
      <p:grpSpPr>
        <a:xfrm>
          <a:off x="0" y="0"/>
          <a:ext cx="0" cy="0"/>
          <a:chOff x="0" y="0"/>
          <a:chExt cx="0" cy="0"/>
        </a:xfrm>
      </p:grpSpPr>
      <p:sp>
        <p:nvSpPr>
          <p:cNvPr id="451" name="Google Shape;451;p40"/>
          <p:cNvSpPr txBox="1"/>
          <p:nvPr>
            <p:ph hasCustomPrompt="1" type="title"/>
          </p:nvPr>
        </p:nvSpPr>
        <p:spPr>
          <a:xfrm>
            <a:off x="1284000" y="1555613"/>
            <a:ext cx="6576000" cy="1360200"/>
          </a:xfrm>
          <a:prstGeom prst="rect">
            <a:avLst/>
          </a:prstGeom>
          <a:solidFill>
            <a:schemeClr val="lt2"/>
          </a:solidFill>
        </p:spPr>
        <p:txBody>
          <a:bodyPr anchorCtr="0" anchor="ctr" bIns="91425" lIns="91425" spcFirstLastPara="1" rIns="91425" wrap="square" tIns="91425">
            <a:noAutofit/>
          </a:bodyPr>
          <a:lstStyle>
            <a:lvl1pPr lvl="0" algn="ctr">
              <a:spcBef>
                <a:spcPts val="0"/>
              </a:spcBef>
              <a:spcAft>
                <a:spcPts val="0"/>
              </a:spcAft>
              <a:buSzPts val="9600"/>
              <a:buNone/>
              <a:defRPr sz="6000">
                <a:solidFill>
                  <a:schemeClr val="accent2"/>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452" name="Google Shape;452;p40"/>
          <p:cNvSpPr txBox="1"/>
          <p:nvPr>
            <p:ph idx="1" type="subTitle"/>
          </p:nvPr>
        </p:nvSpPr>
        <p:spPr>
          <a:xfrm>
            <a:off x="1284000" y="3090788"/>
            <a:ext cx="6576000" cy="365700"/>
          </a:xfrm>
          <a:prstGeom prst="rect">
            <a:avLst/>
          </a:prstGeom>
          <a:solidFill>
            <a:schemeClr val="lt2"/>
          </a:solidFill>
        </p:spPr>
        <p:txBody>
          <a:bodyPr anchorCtr="0" anchor="ctr" bIns="91425" lIns="91425" spcFirstLastPara="1" rIns="91425" wrap="square" tIns="91425">
            <a:noAutofit/>
          </a:bodyPr>
          <a:lstStyle>
            <a:lvl1pPr lvl="0" algn="ctr">
              <a:lnSpc>
                <a:spcPct val="100000"/>
              </a:lnSpc>
              <a:spcBef>
                <a:spcPts val="0"/>
              </a:spcBef>
              <a:spcAft>
                <a:spcPts val="0"/>
              </a:spcAft>
              <a:buSzPts val="1600"/>
              <a:buNone/>
              <a:defRPr sz="1600">
                <a:solidFill>
                  <a:schemeClr val="accent5"/>
                </a:solidFill>
              </a:defRPr>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grpSp>
        <p:nvGrpSpPr>
          <p:cNvPr id="453" name="Google Shape;453;p40"/>
          <p:cNvGrpSpPr/>
          <p:nvPr/>
        </p:nvGrpSpPr>
        <p:grpSpPr>
          <a:xfrm>
            <a:off x="-135425" y="-190387"/>
            <a:ext cx="9421725" cy="5232813"/>
            <a:chOff x="-135425" y="-190387"/>
            <a:chExt cx="9421725" cy="5232813"/>
          </a:xfrm>
        </p:grpSpPr>
        <p:cxnSp>
          <p:nvCxnSpPr>
            <p:cNvPr id="454" name="Google Shape;454;p40"/>
            <p:cNvCxnSpPr/>
            <p:nvPr/>
          </p:nvCxnSpPr>
          <p:spPr>
            <a:xfrm flipH="1" rot="-5400000">
              <a:off x="-380550" y="571163"/>
              <a:ext cx="2426100" cy="903000"/>
            </a:xfrm>
            <a:prstGeom prst="bentConnector2">
              <a:avLst/>
            </a:prstGeom>
            <a:noFill/>
            <a:ln cap="flat" cmpd="sng" w="19050">
              <a:solidFill>
                <a:schemeClr val="lt2"/>
              </a:solidFill>
              <a:prstDash val="solid"/>
              <a:round/>
              <a:headEnd len="med" w="med" type="none"/>
              <a:tailEnd len="med" w="med" type="oval"/>
            </a:ln>
          </p:spPr>
        </p:cxnSp>
        <p:cxnSp>
          <p:nvCxnSpPr>
            <p:cNvPr id="455" name="Google Shape;455;p40"/>
            <p:cNvCxnSpPr/>
            <p:nvPr/>
          </p:nvCxnSpPr>
          <p:spPr>
            <a:xfrm flipH="1" rot="-5400000">
              <a:off x="-924000" y="1419413"/>
              <a:ext cx="3439500" cy="524700"/>
            </a:xfrm>
            <a:prstGeom prst="bentConnector3">
              <a:avLst>
                <a:gd fmla="val 50000" name="adj1"/>
              </a:avLst>
            </a:prstGeom>
            <a:noFill/>
            <a:ln cap="flat" cmpd="sng" w="19050">
              <a:solidFill>
                <a:schemeClr val="lt2"/>
              </a:solidFill>
              <a:prstDash val="solid"/>
              <a:round/>
              <a:headEnd len="med" w="med" type="none"/>
              <a:tailEnd len="med" w="med" type="oval"/>
            </a:ln>
          </p:spPr>
        </p:cxnSp>
        <p:cxnSp>
          <p:nvCxnSpPr>
            <p:cNvPr id="456" name="Google Shape;456;p40"/>
            <p:cNvCxnSpPr/>
            <p:nvPr/>
          </p:nvCxnSpPr>
          <p:spPr>
            <a:xfrm rot="5400000">
              <a:off x="7914850" y="2156275"/>
              <a:ext cx="1491900" cy="1251000"/>
            </a:xfrm>
            <a:prstGeom prst="bentConnector3">
              <a:avLst>
                <a:gd fmla="val 50000" name="adj1"/>
              </a:avLst>
            </a:prstGeom>
            <a:noFill/>
            <a:ln cap="flat" cmpd="sng" w="19050">
              <a:solidFill>
                <a:schemeClr val="lt2"/>
              </a:solidFill>
              <a:prstDash val="solid"/>
              <a:round/>
              <a:headEnd len="med" w="med" type="none"/>
              <a:tailEnd len="med" w="med" type="oval"/>
            </a:ln>
          </p:spPr>
        </p:cxnSp>
        <p:cxnSp>
          <p:nvCxnSpPr>
            <p:cNvPr id="457" name="Google Shape;457;p40"/>
            <p:cNvCxnSpPr/>
            <p:nvPr/>
          </p:nvCxnSpPr>
          <p:spPr>
            <a:xfrm>
              <a:off x="-123950" y="4755625"/>
              <a:ext cx="9146400" cy="286800"/>
            </a:xfrm>
            <a:prstGeom prst="bentConnector3">
              <a:avLst>
                <a:gd fmla="val 51191" name="adj1"/>
              </a:avLst>
            </a:prstGeom>
            <a:noFill/>
            <a:ln cap="flat" cmpd="sng" w="19050">
              <a:solidFill>
                <a:schemeClr val="lt2"/>
              </a:solidFill>
              <a:prstDash val="solid"/>
              <a:round/>
              <a:headEnd len="med" w="med" type="none"/>
              <a:tailEnd len="med" w="med" type="oval"/>
            </a:ln>
          </p:spPr>
        </p:cxnSp>
        <p:cxnSp>
          <p:nvCxnSpPr>
            <p:cNvPr id="458" name="Google Shape;458;p40"/>
            <p:cNvCxnSpPr/>
            <p:nvPr/>
          </p:nvCxnSpPr>
          <p:spPr>
            <a:xfrm flipH="1" rot="10800000">
              <a:off x="-135425" y="4399725"/>
              <a:ext cx="8882400" cy="252600"/>
            </a:xfrm>
            <a:prstGeom prst="bentConnector3">
              <a:avLst>
                <a:gd fmla="val 50000" name="adj1"/>
              </a:avLst>
            </a:prstGeom>
            <a:noFill/>
            <a:ln cap="flat" cmpd="sng" w="19050">
              <a:solidFill>
                <a:schemeClr val="lt2"/>
              </a:solidFill>
              <a:prstDash val="solid"/>
              <a:round/>
              <a:headEnd len="med" w="med" type="none"/>
              <a:tailEnd len="med" w="med" type="oval"/>
            </a:ln>
          </p:spPr>
        </p:cxnSp>
      </p:grpSp>
      <p:grpSp>
        <p:nvGrpSpPr>
          <p:cNvPr id="459" name="Google Shape;459;p40"/>
          <p:cNvGrpSpPr/>
          <p:nvPr/>
        </p:nvGrpSpPr>
        <p:grpSpPr>
          <a:xfrm rot="-5400000">
            <a:off x="8438575" y="4204225"/>
            <a:ext cx="882599" cy="403555"/>
            <a:chOff x="7884075" y="238975"/>
            <a:chExt cx="882599" cy="403555"/>
          </a:xfrm>
        </p:grpSpPr>
        <p:sp>
          <p:nvSpPr>
            <p:cNvPr id="460" name="Google Shape;460;p40"/>
            <p:cNvSpPr/>
            <p:nvPr/>
          </p:nvSpPr>
          <p:spPr>
            <a:xfrm>
              <a:off x="8255437" y="436475"/>
              <a:ext cx="206055" cy="206055"/>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40"/>
            <p:cNvSpPr/>
            <p:nvPr/>
          </p:nvSpPr>
          <p:spPr>
            <a:xfrm>
              <a:off x="7884075" y="238975"/>
              <a:ext cx="139874" cy="139874"/>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40"/>
            <p:cNvSpPr/>
            <p:nvPr/>
          </p:nvSpPr>
          <p:spPr>
            <a:xfrm>
              <a:off x="8626800" y="378850"/>
              <a:ext cx="139874" cy="139874"/>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63" name="Shape 463"/>
        <p:cNvGrpSpPr/>
        <p:nvPr/>
      </p:nvGrpSpPr>
      <p:grpSpPr>
        <a:xfrm>
          <a:off x="0" y="0"/>
          <a:ext cx="0" cy="0"/>
          <a:chOff x="0" y="0"/>
          <a:chExt cx="0" cy="0"/>
        </a:xfrm>
      </p:grpSpPr>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464" name="Shape 464"/>
        <p:cNvGrpSpPr/>
        <p:nvPr/>
      </p:nvGrpSpPr>
      <p:grpSpPr>
        <a:xfrm>
          <a:off x="0" y="0"/>
          <a:ext cx="0" cy="0"/>
          <a:chOff x="0" y="0"/>
          <a:chExt cx="0" cy="0"/>
        </a:xfrm>
      </p:grpSpPr>
      <p:sp>
        <p:nvSpPr>
          <p:cNvPr id="465" name="Google Shape;465;p4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sp>
        <p:nvSpPr>
          <p:cNvPr id="466" name="Google Shape;466;p42"/>
          <p:cNvSpPr txBox="1"/>
          <p:nvPr>
            <p:ph idx="1" type="subTitle"/>
          </p:nvPr>
        </p:nvSpPr>
        <p:spPr>
          <a:xfrm>
            <a:off x="2917223" y="1661100"/>
            <a:ext cx="4240500" cy="3636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467" name="Google Shape;467;p42"/>
          <p:cNvSpPr txBox="1"/>
          <p:nvPr>
            <p:ph idx="2" type="subTitle"/>
          </p:nvPr>
        </p:nvSpPr>
        <p:spPr>
          <a:xfrm>
            <a:off x="2917223" y="2479450"/>
            <a:ext cx="4240500" cy="3636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468" name="Google Shape;468;p42"/>
          <p:cNvSpPr txBox="1"/>
          <p:nvPr>
            <p:ph idx="3" type="subTitle"/>
          </p:nvPr>
        </p:nvSpPr>
        <p:spPr>
          <a:xfrm>
            <a:off x="2917223" y="3297775"/>
            <a:ext cx="4240500" cy="3636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469" name="Google Shape;469;p42"/>
          <p:cNvSpPr txBox="1"/>
          <p:nvPr>
            <p:ph idx="4" type="subTitle"/>
          </p:nvPr>
        </p:nvSpPr>
        <p:spPr>
          <a:xfrm>
            <a:off x="2917223" y="4116100"/>
            <a:ext cx="4240500" cy="3636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470" name="Google Shape;470;p42"/>
          <p:cNvSpPr txBox="1"/>
          <p:nvPr>
            <p:ph hasCustomPrompt="1" idx="5" type="title"/>
          </p:nvPr>
        </p:nvSpPr>
        <p:spPr>
          <a:xfrm>
            <a:off x="1986273" y="1401350"/>
            <a:ext cx="590400" cy="363600"/>
          </a:xfrm>
          <a:prstGeom prst="rect">
            <a:avLst/>
          </a:prstGeom>
          <a:solidFill>
            <a:schemeClr val="lt2"/>
          </a:solidFill>
        </p:spPr>
        <p:txBody>
          <a:bodyPr anchorCtr="0" anchor="ctr" bIns="91425" lIns="91425" spcFirstLastPara="1" rIns="91425" wrap="square" tIns="91425">
            <a:noAutofit/>
          </a:bodyPr>
          <a:lstStyle>
            <a:lvl1pPr lvl="0" algn="ctr">
              <a:spcBef>
                <a:spcPts val="0"/>
              </a:spcBef>
              <a:spcAft>
                <a:spcPts val="0"/>
              </a:spcAft>
              <a:buSzPts val="3000"/>
              <a:buNone/>
              <a:defRPr sz="2000">
                <a:solidFill>
                  <a:schemeClr val="accent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471" name="Google Shape;471;p42"/>
          <p:cNvSpPr txBox="1"/>
          <p:nvPr>
            <p:ph hasCustomPrompt="1" idx="6" type="title"/>
          </p:nvPr>
        </p:nvSpPr>
        <p:spPr>
          <a:xfrm>
            <a:off x="1986273" y="3037983"/>
            <a:ext cx="590400" cy="363600"/>
          </a:xfrm>
          <a:prstGeom prst="rect">
            <a:avLst/>
          </a:prstGeom>
          <a:solidFill>
            <a:schemeClr val="lt2"/>
          </a:solidFill>
        </p:spPr>
        <p:txBody>
          <a:bodyPr anchorCtr="0" anchor="ctr" bIns="91425" lIns="91425" spcFirstLastPara="1" rIns="91425" wrap="square" tIns="91425">
            <a:noAutofit/>
          </a:bodyPr>
          <a:lstStyle>
            <a:lvl1pPr lvl="0" algn="ctr">
              <a:spcBef>
                <a:spcPts val="0"/>
              </a:spcBef>
              <a:spcAft>
                <a:spcPts val="0"/>
              </a:spcAft>
              <a:buSzPts val="3000"/>
              <a:buNone/>
              <a:defRPr sz="2000">
                <a:solidFill>
                  <a:schemeClr val="accent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472" name="Google Shape;472;p42"/>
          <p:cNvSpPr txBox="1"/>
          <p:nvPr>
            <p:ph hasCustomPrompt="1" idx="7" type="title"/>
          </p:nvPr>
        </p:nvSpPr>
        <p:spPr>
          <a:xfrm>
            <a:off x="1986273" y="2219667"/>
            <a:ext cx="590400" cy="363600"/>
          </a:xfrm>
          <a:prstGeom prst="rect">
            <a:avLst/>
          </a:prstGeom>
          <a:solidFill>
            <a:schemeClr val="lt2"/>
          </a:solidFill>
        </p:spPr>
        <p:txBody>
          <a:bodyPr anchorCtr="0" anchor="ctr" bIns="91425" lIns="91425" spcFirstLastPara="1" rIns="91425" wrap="square" tIns="91425">
            <a:noAutofit/>
          </a:bodyPr>
          <a:lstStyle>
            <a:lvl1pPr lvl="0" algn="ctr">
              <a:spcBef>
                <a:spcPts val="0"/>
              </a:spcBef>
              <a:spcAft>
                <a:spcPts val="0"/>
              </a:spcAft>
              <a:buSzPts val="3000"/>
              <a:buNone/>
              <a:defRPr sz="2000">
                <a:solidFill>
                  <a:schemeClr val="accent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473" name="Google Shape;473;p42"/>
          <p:cNvSpPr txBox="1"/>
          <p:nvPr>
            <p:ph hasCustomPrompt="1" idx="8" type="title"/>
          </p:nvPr>
        </p:nvSpPr>
        <p:spPr>
          <a:xfrm>
            <a:off x="1986273" y="3856300"/>
            <a:ext cx="590400" cy="363600"/>
          </a:xfrm>
          <a:prstGeom prst="rect">
            <a:avLst/>
          </a:prstGeom>
          <a:solidFill>
            <a:schemeClr val="lt2"/>
          </a:solidFill>
        </p:spPr>
        <p:txBody>
          <a:bodyPr anchorCtr="0" anchor="ctr" bIns="91425" lIns="91425" spcFirstLastPara="1" rIns="91425" wrap="square" tIns="91425">
            <a:noAutofit/>
          </a:bodyPr>
          <a:lstStyle>
            <a:lvl1pPr lvl="0" algn="ctr">
              <a:spcBef>
                <a:spcPts val="0"/>
              </a:spcBef>
              <a:spcAft>
                <a:spcPts val="0"/>
              </a:spcAft>
              <a:buSzPts val="3000"/>
              <a:buNone/>
              <a:defRPr sz="2000">
                <a:solidFill>
                  <a:schemeClr val="accent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474" name="Google Shape;474;p42"/>
          <p:cNvSpPr txBox="1"/>
          <p:nvPr>
            <p:ph idx="9" type="subTitle"/>
          </p:nvPr>
        </p:nvSpPr>
        <p:spPr>
          <a:xfrm>
            <a:off x="2917223" y="1401350"/>
            <a:ext cx="4240500" cy="3636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SzPts val="2400"/>
              <a:buFont typeface="Sora"/>
              <a:buNone/>
              <a:defRPr b="1" sz="2000">
                <a:latin typeface="Sora"/>
                <a:ea typeface="Sora"/>
                <a:cs typeface="Sora"/>
                <a:sym typeface="Sora"/>
              </a:defRPr>
            </a:lvl1pPr>
            <a:lvl2pPr lvl="1" algn="ctr">
              <a:lnSpc>
                <a:spcPct val="115000"/>
              </a:lnSpc>
              <a:spcBef>
                <a:spcPts val="0"/>
              </a:spcBef>
              <a:spcAft>
                <a:spcPts val="0"/>
              </a:spcAft>
              <a:buSzPts val="2400"/>
              <a:buFont typeface="Sora"/>
              <a:buNone/>
              <a:defRPr b="1" sz="2400">
                <a:latin typeface="Sora"/>
                <a:ea typeface="Sora"/>
                <a:cs typeface="Sora"/>
                <a:sym typeface="Sora"/>
              </a:defRPr>
            </a:lvl2pPr>
            <a:lvl3pPr lvl="2" algn="ctr">
              <a:lnSpc>
                <a:spcPct val="115000"/>
              </a:lnSpc>
              <a:spcBef>
                <a:spcPts val="0"/>
              </a:spcBef>
              <a:spcAft>
                <a:spcPts val="0"/>
              </a:spcAft>
              <a:buSzPts val="2400"/>
              <a:buFont typeface="Sora"/>
              <a:buNone/>
              <a:defRPr b="1" sz="2400">
                <a:latin typeface="Sora"/>
                <a:ea typeface="Sora"/>
                <a:cs typeface="Sora"/>
                <a:sym typeface="Sora"/>
              </a:defRPr>
            </a:lvl3pPr>
            <a:lvl4pPr lvl="3" algn="ctr">
              <a:lnSpc>
                <a:spcPct val="115000"/>
              </a:lnSpc>
              <a:spcBef>
                <a:spcPts val="0"/>
              </a:spcBef>
              <a:spcAft>
                <a:spcPts val="0"/>
              </a:spcAft>
              <a:buSzPts val="2400"/>
              <a:buFont typeface="Sora"/>
              <a:buNone/>
              <a:defRPr b="1" sz="2400">
                <a:latin typeface="Sora"/>
                <a:ea typeface="Sora"/>
                <a:cs typeface="Sora"/>
                <a:sym typeface="Sora"/>
              </a:defRPr>
            </a:lvl4pPr>
            <a:lvl5pPr lvl="4" algn="ctr">
              <a:lnSpc>
                <a:spcPct val="115000"/>
              </a:lnSpc>
              <a:spcBef>
                <a:spcPts val="0"/>
              </a:spcBef>
              <a:spcAft>
                <a:spcPts val="0"/>
              </a:spcAft>
              <a:buSzPts val="2400"/>
              <a:buFont typeface="Sora"/>
              <a:buNone/>
              <a:defRPr b="1" sz="2400">
                <a:latin typeface="Sora"/>
                <a:ea typeface="Sora"/>
                <a:cs typeface="Sora"/>
                <a:sym typeface="Sora"/>
              </a:defRPr>
            </a:lvl5pPr>
            <a:lvl6pPr lvl="5" algn="ctr">
              <a:lnSpc>
                <a:spcPct val="115000"/>
              </a:lnSpc>
              <a:spcBef>
                <a:spcPts val="0"/>
              </a:spcBef>
              <a:spcAft>
                <a:spcPts val="0"/>
              </a:spcAft>
              <a:buSzPts val="2400"/>
              <a:buFont typeface="Sora"/>
              <a:buNone/>
              <a:defRPr b="1" sz="2400">
                <a:latin typeface="Sora"/>
                <a:ea typeface="Sora"/>
                <a:cs typeface="Sora"/>
                <a:sym typeface="Sora"/>
              </a:defRPr>
            </a:lvl6pPr>
            <a:lvl7pPr lvl="6" algn="ctr">
              <a:lnSpc>
                <a:spcPct val="115000"/>
              </a:lnSpc>
              <a:spcBef>
                <a:spcPts val="0"/>
              </a:spcBef>
              <a:spcAft>
                <a:spcPts val="0"/>
              </a:spcAft>
              <a:buSzPts val="2400"/>
              <a:buFont typeface="Sora"/>
              <a:buNone/>
              <a:defRPr b="1" sz="2400">
                <a:latin typeface="Sora"/>
                <a:ea typeface="Sora"/>
                <a:cs typeface="Sora"/>
                <a:sym typeface="Sora"/>
              </a:defRPr>
            </a:lvl7pPr>
            <a:lvl8pPr lvl="7" algn="ctr">
              <a:lnSpc>
                <a:spcPct val="115000"/>
              </a:lnSpc>
              <a:spcBef>
                <a:spcPts val="0"/>
              </a:spcBef>
              <a:spcAft>
                <a:spcPts val="0"/>
              </a:spcAft>
              <a:buSzPts val="2400"/>
              <a:buFont typeface="Sora"/>
              <a:buNone/>
              <a:defRPr b="1" sz="2400">
                <a:latin typeface="Sora"/>
                <a:ea typeface="Sora"/>
                <a:cs typeface="Sora"/>
                <a:sym typeface="Sora"/>
              </a:defRPr>
            </a:lvl8pPr>
            <a:lvl9pPr lvl="8" algn="ctr">
              <a:lnSpc>
                <a:spcPct val="115000"/>
              </a:lnSpc>
              <a:spcBef>
                <a:spcPts val="0"/>
              </a:spcBef>
              <a:spcAft>
                <a:spcPts val="0"/>
              </a:spcAft>
              <a:buSzPts val="2400"/>
              <a:buFont typeface="Sora"/>
              <a:buNone/>
              <a:defRPr b="1" sz="2400">
                <a:latin typeface="Sora"/>
                <a:ea typeface="Sora"/>
                <a:cs typeface="Sora"/>
                <a:sym typeface="Sora"/>
              </a:defRPr>
            </a:lvl9pPr>
          </a:lstStyle>
          <a:p/>
        </p:txBody>
      </p:sp>
      <p:sp>
        <p:nvSpPr>
          <p:cNvPr id="475" name="Google Shape;475;p42"/>
          <p:cNvSpPr txBox="1"/>
          <p:nvPr>
            <p:ph idx="13" type="subTitle"/>
          </p:nvPr>
        </p:nvSpPr>
        <p:spPr>
          <a:xfrm>
            <a:off x="2917227" y="2219700"/>
            <a:ext cx="4240500" cy="3636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SzPts val="2400"/>
              <a:buFont typeface="Sora"/>
              <a:buNone/>
              <a:defRPr b="1" sz="2000">
                <a:latin typeface="Sora"/>
                <a:ea typeface="Sora"/>
                <a:cs typeface="Sora"/>
                <a:sym typeface="Sora"/>
              </a:defRPr>
            </a:lvl1pPr>
            <a:lvl2pPr lvl="1" algn="ctr">
              <a:lnSpc>
                <a:spcPct val="115000"/>
              </a:lnSpc>
              <a:spcBef>
                <a:spcPts val="0"/>
              </a:spcBef>
              <a:spcAft>
                <a:spcPts val="0"/>
              </a:spcAft>
              <a:buSzPts val="2400"/>
              <a:buFont typeface="Sora"/>
              <a:buNone/>
              <a:defRPr b="1" sz="2400">
                <a:latin typeface="Sora"/>
                <a:ea typeface="Sora"/>
                <a:cs typeface="Sora"/>
                <a:sym typeface="Sora"/>
              </a:defRPr>
            </a:lvl2pPr>
            <a:lvl3pPr lvl="2" algn="ctr">
              <a:lnSpc>
                <a:spcPct val="115000"/>
              </a:lnSpc>
              <a:spcBef>
                <a:spcPts val="0"/>
              </a:spcBef>
              <a:spcAft>
                <a:spcPts val="0"/>
              </a:spcAft>
              <a:buSzPts val="2400"/>
              <a:buFont typeface="Sora"/>
              <a:buNone/>
              <a:defRPr b="1" sz="2400">
                <a:latin typeface="Sora"/>
                <a:ea typeface="Sora"/>
                <a:cs typeface="Sora"/>
                <a:sym typeface="Sora"/>
              </a:defRPr>
            </a:lvl3pPr>
            <a:lvl4pPr lvl="3" algn="ctr">
              <a:lnSpc>
                <a:spcPct val="115000"/>
              </a:lnSpc>
              <a:spcBef>
                <a:spcPts val="0"/>
              </a:spcBef>
              <a:spcAft>
                <a:spcPts val="0"/>
              </a:spcAft>
              <a:buSzPts val="2400"/>
              <a:buFont typeface="Sora"/>
              <a:buNone/>
              <a:defRPr b="1" sz="2400">
                <a:latin typeface="Sora"/>
                <a:ea typeface="Sora"/>
                <a:cs typeface="Sora"/>
                <a:sym typeface="Sora"/>
              </a:defRPr>
            </a:lvl4pPr>
            <a:lvl5pPr lvl="4" algn="ctr">
              <a:lnSpc>
                <a:spcPct val="115000"/>
              </a:lnSpc>
              <a:spcBef>
                <a:spcPts val="0"/>
              </a:spcBef>
              <a:spcAft>
                <a:spcPts val="0"/>
              </a:spcAft>
              <a:buSzPts val="2400"/>
              <a:buFont typeface="Sora"/>
              <a:buNone/>
              <a:defRPr b="1" sz="2400">
                <a:latin typeface="Sora"/>
                <a:ea typeface="Sora"/>
                <a:cs typeface="Sora"/>
                <a:sym typeface="Sora"/>
              </a:defRPr>
            </a:lvl5pPr>
            <a:lvl6pPr lvl="5" algn="ctr">
              <a:lnSpc>
                <a:spcPct val="115000"/>
              </a:lnSpc>
              <a:spcBef>
                <a:spcPts val="0"/>
              </a:spcBef>
              <a:spcAft>
                <a:spcPts val="0"/>
              </a:spcAft>
              <a:buSzPts val="2400"/>
              <a:buFont typeface="Sora"/>
              <a:buNone/>
              <a:defRPr b="1" sz="2400">
                <a:latin typeface="Sora"/>
                <a:ea typeface="Sora"/>
                <a:cs typeface="Sora"/>
                <a:sym typeface="Sora"/>
              </a:defRPr>
            </a:lvl6pPr>
            <a:lvl7pPr lvl="6" algn="ctr">
              <a:lnSpc>
                <a:spcPct val="115000"/>
              </a:lnSpc>
              <a:spcBef>
                <a:spcPts val="0"/>
              </a:spcBef>
              <a:spcAft>
                <a:spcPts val="0"/>
              </a:spcAft>
              <a:buSzPts val="2400"/>
              <a:buFont typeface="Sora"/>
              <a:buNone/>
              <a:defRPr b="1" sz="2400">
                <a:latin typeface="Sora"/>
                <a:ea typeface="Sora"/>
                <a:cs typeface="Sora"/>
                <a:sym typeface="Sora"/>
              </a:defRPr>
            </a:lvl7pPr>
            <a:lvl8pPr lvl="7" algn="ctr">
              <a:lnSpc>
                <a:spcPct val="115000"/>
              </a:lnSpc>
              <a:spcBef>
                <a:spcPts val="0"/>
              </a:spcBef>
              <a:spcAft>
                <a:spcPts val="0"/>
              </a:spcAft>
              <a:buSzPts val="2400"/>
              <a:buFont typeface="Sora"/>
              <a:buNone/>
              <a:defRPr b="1" sz="2400">
                <a:latin typeface="Sora"/>
                <a:ea typeface="Sora"/>
                <a:cs typeface="Sora"/>
                <a:sym typeface="Sora"/>
              </a:defRPr>
            </a:lvl8pPr>
            <a:lvl9pPr lvl="8" algn="ctr">
              <a:lnSpc>
                <a:spcPct val="115000"/>
              </a:lnSpc>
              <a:spcBef>
                <a:spcPts val="0"/>
              </a:spcBef>
              <a:spcAft>
                <a:spcPts val="0"/>
              </a:spcAft>
              <a:buSzPts val="2400"/>
              <a:buFont typeface="Sora"/>
              <a:buNone/>
              <a:defRPr b="1" sz="2400">
                <a:latin typeface="Sora"/>
                <a:ea typeface="Sora"/>
                <a:cs typeface="Sora"/>
                <a:sym typeface="Sora"/>
              </a:defRPr>
            </a:lvl9pPr>
          </a:lstStyle>
          <a:p/>
        </p:txBody>
      </p:sp>
      <p:sp>
        <p:nvSpPr>
          <p:cNvPr id="476" name="Google Shape;476;p42"/>
          <p:cNvSpPr txBox="1"/>
          <p:nvPr>
            <p:ph idx="14" type="subTitle"/>
          </p:nvPr>
        </p:nvSpPr>
        <p:spPr>
          <a:xfrm>
            <a:off x="2917223" y="3037976"/>
            <a:ext cx="4240500" cy="3636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SzPts val="2400"/>
              <a:buFont typeface="Sora"/>
              <a:buNone/>
              <a:defRPr b="1" sz="2000">
                <a:latin typeface="Sora"/>
                <a:ea typeface="Sora"/>
                <a:cs typeface="Sora"/>
                <a:sym typeface="Sora"/>
              </a:defRPr>
            </a:lvl1pPr>
            <a:lvl2pPr lvl="1" algn="ctr">
              <a:lnSpc>
                <a:spcPct val="115000"/>
              </a:lnSpc>
              <a:spcBef>
                <a:spcPts val="0"/>
              </a:spcBef>
              <a:spcAft>
                <a:spcPts val="0"/>
              </a:spcAft>
              <a:buSzPts val="2400"/>
              <a:buFont typeface="Sora"/>
              <a:buNone/>
              <a:defRPr b="1" sz="2400">
                <a:latin typeface="Sora"/>
                <a:ea typeface="Sora"/>
                <a:cs typeface="Sora"/>
                <a:sym typeface="Sora"/>
              </a:defRPr>
            </a:lvl2pPr>
            <a:lvl3pPr lvl="2" algn="ctr">
              <a:lnSpc>
                <a:spcPct val="115000"/>
              </a:lnSpc>
              <a:spcBef>
                <a:spcPts val="0"/>
              </a:spcBef>
              <a:spcAft>
                <a:spcPts val="0"/>
              </a:spcAft>
              <a:buSzPts val="2400"/>
              <a:buFont typeface="Sora"/>
              <a:buNone/>
              <a:defRPr b="1" sz="2400">
                <a:latin typeface="Sora"/>
                <a:ea typeface="Sora"/>
                <a:cs typeface="Sora"/>
                <a:sym typeface="Sora"/>
              </a:defRPr>
            </a:lvl3pPr>
            <a:lvl4pPr lvl="3" algn="ctr">
              <a:lnSpc>
                <a:spcPct val="115000"/>
              </a:lnSpc>
              <a:spcBef>
                <a:spcPts val="0"/>
              </a:spcBef>
              <a:spcAft>
                <a:spcPts val="0"/>
              </a:spcAft>
              <a:buSzPts val="2400"/>
              <a:buFont typeface="Sora"/>
              <a:buNone/>
              <a:defRPr b="1" sz="2400">
                <a:latin typeface="Sora"/>
                <a:ea typeface="Sora"/>
                <a:cs typeface="Sora"/>
                <a:sym typeface="Sora"/>
              </a:defRPr>
            </a:lvl4pPr>
            <a:lvl5pPr lvl="4" algn="ctr">
              <a:lnSpc>
                <a:spcPct val="115000"/>
              </a:lnSpc>
              <a:spcBef>
                <a:spcPts val="0"/>
              </a:spcBef>
              <a:spcAft>
                <a:spcPts val="0"/>
              </a:spcAft>
              <a:buSzPts val="2400"/>
              <a:buFont typeface="Sora"/>
              <a:buNone/>
              <a:defRPr b="1" sz="2400">
                <a:latin typeface="Sora"/>
                <a:ea typeface="Sora"/>
                <a:cs typeface="Sora"/>
                <a:sym typeface="Sora"/>
              </a:defRPr>
            </a:lvl5pPr>
            <a:lvl6pPr lvl="5" algn="ctr">
              <a:lnSpc>
                <a:spcPct val="115000"/>
              </a:lnSpc>
              <a:spcBef>
                <a:spcPts val="0"/>
              </a:spcBef>
              <a:spcAft>
                <a:spcPts val="0"/>
              </a:spcAft>
              <a:buSzPts val="2400"/>
              <a:buFont typeface="Sora"/>
              <a:buNone/>
              <a:defRPr b="1" sz="2400">
                <a:latin typeface="Sora"/>
                <a:ea typeface="Sora"/>
                <a:cs typeface="Sora"/>
                <a:sym typeface="Sora"/>
              </a:defRPr>
            </a:lvl6pPr>
            <a:lvl7pPr lvl="6" algn="ctr">
              <a:lnSpc>
                <a:spcPct val="115000"/>
              </a:lnSpc>
              <a:spcBef>
                <a:spcPts val="0"/>
              </a:spcBef>
              <a:spcAft>
                <a:spcPts val="0"/>
              </a:spcAft>
              <a:buSzPts val="2400"/>
              <a:buFont typeface="Sora"/>
              <a:buNone/>
              <a:defRPr b="1" sz="2400">
                <a:latin typeface="Sora"/>
                <a:ea typeface="Sora"/>
                <a:cs typeface="Sora"/>
                <a:sym typeface="Sora"/>
              </a:defRPr>
            </a:lvl7pPr>
            <a:lvl8pPr lvl="7" algn="ctr">
              <a:lnSpc>
                <a:spcPct val="115000"/>
              </a:lnSpc>
              <a:spcBef>
                <a:spcPts val="0"/>
              </a:spcBef>
              <a:spcAft>
                <a:spcPts val="0"/>
              </a:spcAft>
              <a:buSzPts val="2400"/>
              <a:buFont typeface="Sora"/>
              <a:buNone/>
              <a:defRPr b="1" sz="2400">
                <a:latin typeface="Sora"/>
                <a:ea typeface="Sora"/>
                <a:cs typeface="Sora"/>
                <a:sym typeface="Sora"/>
              </a:defRPr>
            </a:lvl8pPr>
            <a:lvl9pPr lvl="8" algn="ctr">
              <a:lnSpc>
                <a:spcPct val="115000"/>
              </a:lnSpc>
              <a:spcBef>
                <a:spcPts val="0"/>
              </a:spcBef>
              <a:spcAft>
                <a:spcPts val="0"/>
              </a:spcAft>
              <a:buSzPts val="2400"/>
              <a:buFont typeface="Sora"/>
              <a:buNone/>
              <a:defRPr b="1" sz="2400">
                <a:latin typeface="Sora"/>
                <a:ea typeface="Sora"/>
                <a:cs typeface="Sora"/>
                <a:sym typeface="Sora"/>
              </a:defRPr>
            </a:lvl9pPr>
          </a:lstStyle>
          <a:p/>
        </p:txBody>
      </p:sp>
      <p:sp>
        <p:nvSpPr>
          <p:cNvPr id="477" name="Google Shape;477;p42"/>
          <p:cNvSpPr txBox="1"/>
          <p:nvPr>
            <p:ph idx="15" type="subTitle"/>
          </p:nvPr>
        </p:nvSpPr>
        <p:spPr>
          <a:xfrm>
            <a:off x="2917227" y="3856301"/>
            <a:ext cx="4240500" cy="3636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SzPts val="2400"/>
              <a:buFont typeface="Sora"/>
              <a:buNone/>
              <a:defRPr b="1" sz="2000">
                <a:latin typeface="Sora"/>
                <a:ea typeface="Sora"/>
                <a:cs typeface="Sora"/>
                <a:sym typeface="Sora"/>
              </a:defRPr>
            </a:lvl1pPr>
            <a:lvl2pPr lvl="1" algn="ctr">
              <a:lnSpc>
                <a:spcPct val="115000"/>
              </a:lnSpc>
              <a:spcBef>
                <a:spcPts val="0"/>
              </a:spcBef>
              <a:spcAft>
                <a:spcPts val="0"/>
              </a:spcAft>
              <a:buSzPts val="2400"/>
              <a:buFont typeface="Sora"/>
              <a:buNone/>
              <a:defRPr b="1" sz="2400">
                <a:latin typeface="Sora"/>
                <a:ea typeface="Sora"/>
                <a:cs typeface="Sora"/>
                <a:sym typeface="Sora"/>
              </a:defRPr>
            </a:lvl2pPr>
            <a:lvl3pPr lvl="2" algn="ctr">
              <a:lnSpc>
                <a:spcPct val="115000"/>
              </a:lnSpc>
              <a:spcBef>
                <a:spcPts val="0"/>
              </a:spcBef>
              <a:spcAft>
                <a:spcPts val="0"/>
              </a:spcAft>
              <a:buSzPts val="2400"/>
              <a:buFont typeface="Sora"/>
              <a:buNone/>
              <a:defRPr b="1" sz="2400">
                <a:latin typeface="Sora"/>
                <a:ea typeface="Sora"/>
                <a:cs typeface="Sora"/>
                <a:sym typeface="Sora"/>
              </a:defRPr>
            </a:lvl3pPr>
            <a:lvl4pPr lvl="3" algn="ctr">
              <a:lnSpc>
                <a:spcPct val="115000"/>
              </a:lnSpc>
              <a:spcBef>
                <a:spcPts val="0"/>
              </a:spcBef>
              <a:spcAft>
                <a:spcPts val="0"/>
              </a:spcAft>
              <a:buSzPts val="2400"/>
              <a:buFont typeface="Sora"/>
              <a:buNone/>
              <a:defRPr b="1" sz="2400">
                <a:latin typeface="Sora"/>
                <a:ea typeface="Sora"/>
                <a:cs typeface="Sora"/>
                <a:sym typeface="Sora"/>
              </a:defRPr>
            </a:lvl4pPr>
            <a:lvl5pPr lvl="4" algn="ctr">
              <a:lnSpc>
                <a:spcPct val="115000"/>
              </a:lnSpc>
              <a:spcBef>
                <a:spcPts val="0"/>
              </a:spcBef>
              <a:spcAft>
                <a:spcPts val="0"/>
              </a:spcAft>
              <a:buSzPts val="2400"/>
              <a:buFont typeface="Sora"/>
              <a:buNone/>
              <a:defRPr b="1" sz="2400">
                <a:latin typeface="Sora"/>
                <a:ea typeface="Sora"/>
                <a:cs typeface="Sora"/>
                <a:sym typeface="Sora"/>
              </a:defRPr>
            </a:lvl5pPr>
            <a:lvl6pPr lvl="5" algn="ctr">
              <a:lnSpc>
                <a:spcPct val="115000"/>
              </a:lnSpc>
              <a:spcBef>
                <a:spcPts val="0"/>
              </a:spcBef>
              <a:spcAft>
                <a:spcPts val="0"/>
              </a:spcAft>
              <a:buSzPts val="2400"/>
              <a:buFont typeface="Sora"/>
              <a:buNone/>
              <a:defRPr b="1" sz="2400">
                <a:latin typeface="Sora"/>
                <a:ea typeface="Sora"/>
                <a:cs typeface="Sora"/>
                <a:sym typeface="Sora"/>
              </a:defRPr>
            </a:lvl6pPr>
            <a:lvl7pPr lvl="6" algn="ctr">
              <a:lnSpc>
                <a:spcPct val="115000"/>
              </a:lnSpc>
              <a:spcBef>
                <a:spcPts val="0"/>
              </a:spcBef>
              <a:spcAft>
                <a:spcPts val="0"/>
              </a:spcAft>
              <a:buSzPts val="2400"/>
              <a:buFont typeface="Sora"/>
              <a:buNone/>
              <a:defRPr b="1" sz="2400">
                <a:latin typeface="Sora"/>
                <a:ea typeface="Sora"/>
                <a:cs typeface="Sora"/>
                <a:sym typeface="Sora"/>
              </a:defRPr>
            </a:lvl7pPr>
            <a:lvl8pPr lvl="7" algn="ctr">
              <a:lnSpc>
                <a:spcPct val="115000"/>
              </a:lnSpc>
              <a:spcBef>
                <a:spcPts val="0"/>
              </a:spcBef>
              <a:spcAft>
                <a:spcPts val="0"/>
              </a:spcAft>
              <a:buSzPts val="2400"/>
              <a:buFont typeface="Sora"/>
              <a:buNone/>
              <a:defRPr b="1" sz="2400">
                <a:latin typeface="Sora"/>
                <a:ea typeface="Sora"/>
                <a:cs typeface="Sora"/>
                <a:sym typeface="Sora"/>
              </a:defRPr>
            </a:lvl8pPr>
            <a:lvl9pPr lvl="8" algn="ctr">
              <a:lnSpc>
                <a:spcPct val="115000"/>
              </a:lnSpc>
              <a:spcBef>
                <a:spcPts val="0"/>
              </a:spcBef>
              <a:spcAft>
                <a:spcPts val="0"/>
              </a:spcAft>
              <a:buSzPts val="2400"/>
              <a:buFont typeface="Sora"/>
              <a:buNone/>
              <a:defRPr b="1" sz="2400">
                <a:latin typeface="Sora"/>
                <a:ea typeface="Sora"/>
                <a:cs typeface="Sora"/>
                <a:sym typeface="Sora"/>
              </a:defRPr>
            </a:lvl9pPr>
          </a:lstStyle>
          <a:p/>
        </p:txBody>
      </p:sp>
      <p:grpSp>
        <p:nvGrpSpPr>
          <p:cNvPr id="478" name="Google Shape;478;p42"/>
          <p:cNvGrpSpPr/>
          <p:nvPr/>
        </p:nvGrpSpPr>
        <p:grpSpPr>
          <a:xfrm>
            <a:off x="8113600" y="227500"/>
            <a:ext cx="882599" cy="403555"/>
            <a:chOff x="7884075" y="238975"/>
            <a:chExt cx="882599" cy="403555"/>
          </a:xfrm>
        </p:grpSpPr>
        <p:sp>
          <p:nvSpPr>
            <p:cNvPr id="479" name="Google Shape;479;p42"/>
            <p:cNvSpPr/>
            <p:nvPr/>
          </p:nvSpPr>
          <p:spPr>
            <a:xfrm>
              <a:off x="8255437" y="436475"/>
              <a:ext cx="206055" cy="206055"/>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42"/>
            <p:cNvSpPr/>
            <p:nvPr/>
          </p:nvSpPr>
          <p:spPr>
            <a:xfrm>
              <a:off x="7884075" y="238975"/>
              <a:ext cx="139874" cy="139874"/>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42"/>
            <p:cNvSpPr/>
            <p:nvPr/>
          </p:nvSpPr>
          <p:spPr>
            <a:xfrm>
              <a:off x="8626800" y="378850"/>
              <a:ext cx="139874" cy="139874"/>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82" name="Google Shape;482;p42"/>
          <p:cNvGrpSpPr/>
          <p:nvPr/>
        </p:nvGrpSpPr>
        <p:grpSpPr>
          <a:xfrm>
            <a:off x="378100" y="-216500"/>
            <a:ext cx="8131200" cy="5239200"/>
            <a:chOff x="378100" y="-216500"/>
            <a:chExt cx="8131200" cy="5239200"/>
          </a:xfrm>
        </p:grpSpPr>
        <p:cxnSp>
          <p:nvCxnSpPr>
            <p:cNvPr id="483" name="Google Shape;483;p42"/>
            <p:cNvCxnSpPr/>
            <p:nvPr/>
          </p:nvCxnSpPr>
          <p:spPr>
            <a:xfrm>
              <a:off x="378100" y="-216500"/>
              <a:ext cx="7978800" cy="5086800"/>
            </a:xfrm>
            <a:prstGeom prst="bentConnector3">
              <a:avLst>
                <a:gd fmla="val -970" name="adj1"/>
              </a:avLst>
            </a:prstGeom>
            <a:noFill/>
            <a:ln cap="flat" cmpd="sng" w="19050">
              <a:solidFill>
                <a:schemeClr val="lt2"/>
              </a:solidFill>
              <a:prstDash val="solid"/>
              <a:round/>
              <a:headEnd len="med" w="med" type="none"/>
              <a:tailEnd len="med" w="med" type="oval"/>
            </a:ln>
          </p:spPr>
        </p:cxnSp>
        <p:cxnSp>
          <p:nvCxnSpPr>
            <p:cNvPr id="484" name="Google Shape;484;p42"/>
            <p:cNvCxnSpPr/>
            <p:nvPr/>
          </p:nvCxnSpPr>
          <p:spPr>
            <a:xfrm>
              <a:off x="530500" y="-64100"/>
              <a:ext cx="7978800" cy="5086800"/>
            </a:xfrm>
            <a:prstGeom prst="bentConnector3">
              <a:avLst>
                <a:gd fmla="val -970" name="adj1"/>
              </a:avLst>
            </a:prstGeom>
            <a:noFill/>
            <a:ln cap="flat" cmpd="sng" w="19050">
              <a:solidFill>
                <a:schemeClr val="lt2"/>
              </a:solidFill>
              <a:prstDash val="solid"/>
              <a:round/>
              <a:headEnd len="med" w="med" type="none"/>
              <a:tailEnd len="med" w="med" type="oval"/>
            </a:ln>
          </p:spPr>
        </p:cxn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0">
    <p:spTree>
      <p:nvGrpSpPr>
        <p:cNvPr id="485" name="Shape 485"/>
        <p:cNvGrpSpPr/>
        <p:nvPr/>
      </p:nvGrpSpPr>
      <p:grpSpPr>
        <a:xfrm>
          <a:off x="0" y="0"/>
          <a:ext cx="0" cy="0"/>
          <a:chOff x="0" y="0"/>
          <a:chExt cx="0" cy="0"/>
        </a:xfrm>
      </p:grpSpPr>
      <p:sp>
        <p:nvSpPr>
          <p:cNvPr id="486" name="Google Shape;486;p4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grpSp>
        <p:nvGrpSpPr>
          <p:cNvPr id="487" name="Google Shape;487;p43"/>
          <p:cNvGrpSpPr/>
          <p:nvPr/>
        </p:nvGrpSpPr>
        <p:grpSpPr>
          <a:xfrm>
            <a:off x="199188" y="123990"/>
            <a:ext cx="422946" cy="368845"/>
            <a:chOff x="8576588" y="4496315"/>
            <a:chExt cx="422946" cy="368845"/>
          </a:xfrm>
        </p:grpSpPr>
        <p:sp>
          <p:nvSpPr>
            <p:cNvPr id="488" name="Google Shape;488;p43"/>
            <p:cNvSpPr/>
            <p:nvPr/>
          </p:nvSpPr>
          <p:spPr>
            <a:xfrm rot="-5400000">
              <a:off x="8576580" y="4720848"/>
              <a:ext cx="144320" cy="144304"/>
            </a:xfrm>
            <a:custGeom>
              <a:rect b="b" l="l" r="r" t="t"/>
              <a:pathLst>
                <a:path extrusionOk="0" h="3298" w="3298">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43"/>
            <p:cNvSpPr/>
            <p:nvPr/>
          </p:nvSpPr>
          <p:spPr>
            <a:xfrm rot="-5400000">
              <a:off x="8775019" y="4496328"/>
              <a:ext cx="224528" cy="224503"/>
            </a:xfrm>
            <a:custGeom>
              <a:rect b="b" l="l" r="r" t="t"/>
              <a:pathLst>
                <a:path extrusionOk="0" h="3298" w="3298">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0" name="Google Shape;490;p43"/>
          <p:cNvGrpSpPr/>
          <p:nvPr/>
        </p:nvGrpSpPr>
        <p:grpSpPr>
          <a:xfrm rot="10800000">
            <a:off x="25225" y="282300"/>
            <a:ext cx="9157800" cy="5003500"/>
            <a:chOff x="-116175" y="-984534"/>
            <a:chExt cx="9157800" cy="5003500"/>
          </a:xfrm>
        </p:grpSpPr>
        <p:cxnSp>
          <p:nvCxnSpPr>
            <p:cNvPr id="491" name="Google Shape;491;p43"/>
            <p:cNvCxnSpPr/>
            <p:nvPr/>
          </p:nvCxnSpPr>
          <p:spPr>
            <a:xfrm>
              <a:off x="-116175" y="-605834"/>
              <a:ext cx="9157800" cy="4624800"/>
            </a:xfrm>
            <a:prstGeom prst="bentConnector3">
              <a:avLst>
                <a:gd fmla="val 3258" name="adj1"/>
              </a:avLst>
            </a:prstGeom>
            <a:noFill/>
            <a:ln cap="flat" cmpd="sng" w="19050">
              <a:solidFill>
                <a:schemeClr val="lt2"/>
              </a:solidFill>
              <a:prstDash val="solid"/>
              <a:round/>
              <a:headEnd len="med" w="med" type="none"/>
              <a:tailEnd len="med" w="med" type="oval"/>
            </a:ln>
          </p:spPr>
        </p:cxnSp>
        <p:cxnSp>
          <p:nvCxnSpPr>
            <p:cNvPr id="492" name="Google Shape;492;p43"/>
            <p:cNvCxnSpPr/>
            <p:nvPr/>
          </p:nvCxnSpPr>
          <p:spPr>
            <a:xfrm flipH="1" rot="-5400000">
              <a:off x="-2164550" y="1408116"/>
              <a:ext cx="4877100" cy="91800"/>
            </a:xfrm>
            <a:prstGeom prst="bentConnector3">
              <a:avLst>
                <a:gd fmla="val 50000" name="adj1"/>
              </a:avLst>
            </a:prstGeom>
            <a:noFill/>
            <a:ln cap="flat" cmpd="sng" w="19050">
              <a:solidFill>
                <a:schemeClr val="lt2"/>
              </a:solidFill>
              <a:prstDash val="solid"/>
              <a:round/>
              <a:headEnd len="med" w="med" type="none"/>
              <a:tailEnd len="med" w="med" type="oval"/>
            </a:ln>
          </p:spPr>
        </p:cxn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0_1">
    <p:spTree>
      <p:nvGrpSpPr>
        <p:cNvPr id="493" name="Shape 493"/>
        <p:cNvGrpSpPr/>
        <p:nvPr/>
      </p:nvGrpSpPr>
      <p:grpSpPr>
        <a:xfrm>
          <a:off x="0" y="0"/>
          <a:ext cx="0" cy="0"/>
          <a:chOff x="0" y="0"/>
          <a:chExt cx="0" cy="0"/>
        </a:xfrm>
      </p:grpSpPr>
      <p:sp>
        <p:nvSpPr>
          <p:cNvPr id="494" name="Google Shape;494;p4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grpSp>
        <p:nvGrpSpPr>
          <p:cNvPr id="495" name="Google Shape;495;p44"/>
          <p:cNvGrpSpPr/>
          <p:nvPr/>
        </p:nvGrpSpPr>
        <p:grpSpPr>
          <a:xfrm>
            <a:off x="8430763" y="-10"/>
            <a:ext cx="422946" cy="368845"/>
            <a:chOff x="8576588" y="4496315"/>
            <a:chExt cx="422946" cy="368845"/>
          </a:xfrm>
        </p:grpSpPr>
        <p:sp>
          <p:nvSpPr>
            <p:cNvPr id="496" name="Google Shape;496;p44"/>
            <p:cNvSpPr/>
            <p:nvPr/>
          </p:nvSpPr>
          <p:spPr>
            <a:xfrm rot="-5400000">
              <a:off x="8576580" y="4720848"/>
              <a:ext cx="144320" cy="144304"/>
            </a:xfrm>
            <a:custGeom>
              <a:rect b="b" l="l" r="r" t="t"/>
              <a:pathLst>
                <a:path extrusionOk="0" h="3298" w="3298">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44"/>
            <p:cNvSpPr/>
            <p:nvPr/>
          </p:nvSpPr>
          <p:spPr>
            <a:xfrm rot="-5400000">
              <a:off x="8775019" y="4496328"/>
              <a:ext cx="224528" cy="224503"/>
            </a:xfrm>
            <a:custGeom>
              <a:rect b="b" l="l" r="r" t="t"/>
              <a:pathLst>
                <a:path extrusionOk="0" h="3298" w="3298">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98" name="Google Shape;498;p44"/>
          <p:cNvGrpSpPr/>
          <p:nvPr/>
        </p:nvGrpSpPr>
        <p:grpSpPr>
          <a:xfrm flipH="1" rot="10800000">
            <a:off x="25325" y="282383"/>
            <a:ext cx="8974200" cy="5003417"/>
            <a:chOff x="67325" y="-984534"/>
            <a:chExt cx="8974200" cy="5003417"/>
          </a:xfrm>
        </p:grpSpPr>
        <p:cxnSp>
          <p:nvCxnSpPr>
            <p:cNvPr id="499" name="Google Shape;499;p44"/>
            <p:cNvCxnSpPr/>
            <p:nvPr/>
          </p:nvCxnSpPr>
          <p:spPr>
            <a:xfrm>
              <a:off x="67325" y="-592117"/>
              <a:ext cx="8974200" cy="4611000"/>
            </a:xfrm>
            <a:prstGeom prst="bentConnector3">
              <a:avLst>
                <a:gd fmla="val 4347" name="adj1"/>
              </a:avLst>
            </a:prstGeom>
            <a:noFill/>
            <a:ln cap="flat" cmpd="sng" w="19050">
              <a:solidFill>
                <a:schemeClr val="lt2"/>
              </a:solidFill>
              <a:prstDash val="solid"/>
              <a:round/>
              <a:headEnd len="med" w="med" type="none"/>
              <a:tailEnd len="med" w="med" type="oval"/>
            </a:ln>
          </p:spPr>
        </p:cxnSp>
        <p:cxnSp>
          <p:nvCxnSpPr>
            <p:cNvPr id="500" name="Google Shape;500;p44"/>
            <p:cNvCxnSpPr/>
            <p:nvPr/>
          </p:nvCxnSpPr>
          <p:spPr>
            <a:xfrm flipH="1" rot="-5400000">
              <a:off x="-2164550" y="1408116"/>
              <a:ext cx="4877100" cy="91800"/>
            </a:xfrm>
            <a:prstGeom prst="bentConnector3">
              <a:avLst>
                <a:gd fmla="val 50000" name="adj1"/>
              </a:avLst>
            </a:prstGeom>
            <a:noFill/>
            <a:ln cap="flat" cmpd="sng" w="19050">
              <a:solidFill>
                <a:schemeClr val="lt2"/>
              </a:solidFill>
              <a:prstDash val="solid"/>
              <a:round/>
              <a:headEnd len="med" w="med" type="none"/>
              <a:tailEnd len="med" w="med" type="oval"/>
            </a:ln>
          </p:spPr>
        </p:cxn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501" name="Shape 501"/>
        <p:cNvGrpSpPr/>
        <p:nvPr/>
      </p:nvGrpSpPr>
      <p:grpSpPr>
        <a:xfrm>
          <a:off x="0" y="0"/>
          <a:ext cx="0" cy="0"/>
          <a:chOff x="0" y="0"/>
          <a:chExt cx="0" cy="0"/>
        </a:xfrm>
      </p:grpSpPr>
      <p:sp>
        <p:nvSpPr>
          <p:cNvPr id="502" name="Google Shape;502;p45"/>
          <p:cNvSpPr txBox="1"/>
          <p:nvPr>
            <p:ph type="title"/>
          </p:nvPr>
        </p:nvSpPr>
        <p:spPr>
          <a:xfrm>
            <a:off x="1851163" y="3797875"/>
            <a:ext cx="3233100" cy="365700"/>
          </a:xfrm>
          <a:prstGeom prst="rect">
            <a:avLst/>
          </a:prstGeom>
          <a:solidFill>
            <a:schemeClr val="lt2"/>
          </a:solidFill>
        </p:spPr>
        <p:txBody>
          <a:bodyPr anchorCtr="0" anchor="ctr" bIns="91425" lIns="91425" spcFirstLastPara="1" rIns="91425" wrap="square" tIns="91425">
            <a:noAutofit/>
          </a:bodyPr>
          <a:lstStyle>
            <a:lvl1pPr lvl="0" algn="r">
              <a:spcBef>
                <a:spcPts val="0"/>
              </a:spcBef>
              <a:spcAft>
                <a:spcPts val="0"/>
              </a:spcAft>
              <a:buSzPts val="2000"/>
              <a:buNone/>
              <a:defRPr sz="2000">
                <a:solidFill>
                  <a:schemeClr val="accent5"/>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p:txBody>
      </p:sp>
      <p:sp>
        <p:nvSpPr>
          <p:cNvPr id="503" name="Google Shape;503;p45"/>
          <p:cNvSpPr txBox="1"/>
          <p:nvPr>
            <p:ph idx="1" type="subTitle"/>
          </p:nvPr>
        </p:nvSpPr>
        <p:spPr>
          <a:xfrm>
            <a:off x="713225" y="945625"/>
            <a:ext cx="4371300" cy="2741700"/>
          </a:xfrm>
          <a:prstGeom prst="rect">
            <a:avLst/>
          </a:prstGeom>
        </p:spPr>
        <p:txBody>
          <a:bodyPr anchorCtr="0" anchor="b" bIns="91425" lIns="91425" spcFirstLastPara="1" rIns="91425" wrap="square" tIns="91425">
            <a:noAutofit/>
          </a:bodyPr>
          <a:lstStyle>
            <a:lvl1pPr lvl="0" algn="r">
              <a:lnSpc>
                <a:spcPct val="115000"/>
              </a:lnSpc>
              <a:spcBef>
                <a:spcPts val="0"/>
              </a:spcBef>
              <a:spcAft>
                <a:spcPts val="0"/>
              </a:spcAft>
              <a:buSzPts val="3000"/>
              <a:buNone/>
              <a:defRPr sz="3000"/>
            </a:lvl1pPr>
            <a:lvl2pPr lvl="1" algn="ctr">
              <a:lnSpc>
                <a:spcPct val="115000"/>
              </a:lnSpc>
              <a:spcBef>
                <a:spcPts val="0"/>
              </a:spcBef>
              <a:spcAft>
                <a:spcPts val="0"/>
              </a:spcAft>
              <a:buSzPts val="3000"/>
              <a:buNone/>
              <a:defRPr sz="3000"/>
            </a:lvl2pPr>
            <a:lvl3pPr lvl="2" algn="ctr">
              <a:lnSpc>
                <a:spcPct val="115000"/>
              </a:lnSpc>
              <a:spcBef>
                <a:spcPts val="0"/>
              </a:spcBef>
              <a:spcAft>
                <a:spcPts val="0"/>
              </a:spcAft>
              <a:buSzPts val="3000"/>
              <a:buNone/>
              <a:defRPr sz="3000"/>
            </a:lvl3pPr>
            <a:lvl4pPr lvl="3" algn="ctr">
              <a:lnSpc>
                <a:spcPct val="115000"/>
              </a:lnSpc>
              <a:spcBef>
                <a:spcPts val="0"/>
              </a:spcBef>
              <a:spcAft>
                <a:spcPts val="0"/>
              </a:spcAft>
              <a:buSzPts val="3000"/>
              <a:buNone/>
              <a:defRPr sz="3000"/>
            </a:lvl4pPr>
            <a:lvl5pPr lvl="4" algn="ctr">
              <a:lnSpc>
                <a:spcPct val="115000"/>
              </a:lnSpc>
              <a:spcBef>
                <a:spcPts val="0"/>
              </a:spcBef>
              <a:spcAft>
                <a:spcPts val="0"/>
              </a:spcAft>
              <a:buSzPts val="3000"/>
              <a:buNone/>
              <a:defRPr sz="3000"/>
            </a:lvl5pPr>
            <a:lvl6pPr lvl="5" algn="ctr">
              <a:lnSpc>
                <a:spcPct val="115000"/>
              </a:lnSpc>
              <a:spcBef>
                <a:spcPts val="0"/>
              </a:spcBef>
              <a:spcAft>
                <a:spcPts val="0"/>
              </a:spcAft>
              <a:buSzPts val="3000"/>
              <a:buNone/>
              <a:defRPr sz="3000"/>
            </a:lvl6pPr>
            <a:lvl7pPr lvl="6" algn="ctr">
              <a:lnSpc>
                <a:spcPct val="115000"/>
              </a:lnSpc>
              <a:spcBef>
                <a:spcPts val="0"/>
              </a:spcBef>
              <a:spcAft>
                <a:spcPts val="0"/>
              </a:spcAft>
              <a:buSzPts val="3000"/>
              <a:buNone/>
              <a:defRPr sz="3000"/>
            </a:lvl7pPr>
            <a:lvl8pPr lvl="7" algn="ctr">
              <a:lnSpc>
                <a:spcPct val="115000"/>
              </a:lnSpc>
              <a:spcBef>
                <a:spcPts val="0"/>
              </a:spcBef>
              <a:spcAft>
                <a:spcPts val="0"/>
              </a:spcAft>
              <a:buSzPts val="3000"/>
              <a:buNone/>
              <a:defRPr sz="3000"/>
            </a:lvl8pPr>
            <a:lvl9pPr lvl="8" algn="ctr">
              <a:lnSpc>
                <a:spcPct val="115000"/>
              </a:lnSpc>
              <a:spcBef>
                <a:spcPts val="0"/>
              </a:spcBef>
              <a:spcAft>
                <a:spcPts val="0"/>
              </a:spcAft>
              <a:buSzPts val="3000"/>
              <a:buNone/>
              <a:defRPr sz="3000"/>
            </a:lvl9pPr>
          </a:lstStyle>
          <a:p/>
        </p:txBody>
      </p:sp>
      <p:grpSp>
        <p:nvGrpSpPr>
          <p:cNvPr id="504" name="Google Shape;504;p45"/>
          <p:cNvGrpSpPr/>
          <p:nvPr/>
        </p:nvGrpSpPr>
        <p:grpSpPr>
          <a:xfrm>
            <a:off x="259568" y="1973966"/>
            <a:ext cx="6622142" cy="3013471"/>
            <a:chOff x="7553711" y="-2334286"/>
            <a:chExt cx="7534579" cy="3428684"/>
          </a:xfrm>
        </p:grpSpPr>
        <p:sp>
          <p:nvSpPr>
            <p:cNvPr id="505" name="Google Shape;505;p45"/>
            <p:cNvSpPr/>
            <p:nvPr/>
          </p:nvSpPr>
          <p:spPr>
            <a:xfrm>
              <a:off x="7728940" y="-1977361"/>
              <a:ext cx="280396" cy="280396"/>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45"/>
            <p:cNvSpPr/>
            <p:nvPr/>
          </p:nvSpPr>
          <p:spPr>
            <a:xfrm>
              <a:off x="14882235" y="888343"/>
              <a:ext cx="206055" cy="206055"/>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45"/>
            <p:cNvSpPr/>
            <p:nvPr/>
          </p:nvSpPr>
          <p:spPr>
            <a:xfrm>
              <a:off x="7553711" y="-2334286"/>
              <a:ext cx="151325" cy="151325"/>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8" name="Google Shape;508;p45"/>
          <p:cNvGrpSpPr/>
          <p:nvPr/>
        </p:nvGrpSpPr>
        <p:grpSpPr>
          <a:xfrm>
            <a:off x="458900" y="-674125"/>
            <a:ext cx="10001150" cy="5624875"/>
            <a:chOff x="458900" y="-674125"/>
            <a:chExt cx="10001150" cy="5624875"/>
          </a:xfrm>
        </p:grpSpPr>
        <p:cxnSp>
          <p:nvCxnSpPr>
            <p:cNvPr id="509" name="Google Shape;509;p45"/>
            <p:cNvCxnSpPr/>
            <p:nvPr/>
          </p:nvCxnSpPr>
          <p:spPr>
            <a:xfrm rot="5400000">
              <a:off x="-510550" y="295325"/>
              <a:ext cx="2648100" cy="709200"/>
            </a:xfrm>
            <a:prstGeom prst="bentConnector3">
              <a:avLst>
                <a:gd fmla="val 40711" name="adj1"/>
              </a:avLst>
            </a:prstGeom>
            <a:noFill/>
            <a:ln cap="flat" cmpd="sng" w="19050">
              <a:solidFill>
                <a:schemeClr val="lt2"/>
              </a:solidFill>
              <a:prstDash val="solid"/>
              <a:round/>
              <a:headEnd len="med" w="med" type="none"/>
              <a:tailEnd len="med" w="med" type="oval"/>
            </a:ln>
          </p:spPr>
        </p:cxnSp>
        <p:cxnSp>
          <p:nvCxnSpPr>
            <p:cNvPr id="510" name="Google Shape;510;p45"/>
            <p:cNvCxnSpPr/>
            <p:nvPr/>
          </p:nvCxnSpPr>
          <p:spPr>
            <a:xfrm rot="5400000">
              <a:off x="-358150" y="447725"/>
              <a:ext cx="2648100" cy="709200"/>
            </a:xfrm>
            <a:prstGeom prst="bentConnector3">
              <a:avLst>
                <a:gd fmla="val 40711" name="adj1"/>
              </a:avLst>
            </a:prstGeom>
            <a:noFill/>
            <a:ln cap="flat" cmpd="sng" w="19050">
              <a:solidFill>
                <a:schemeClr val="lt2"/>
              </a:solidFill>
              <a:prstDash val="solid"/>
              <a:round/>
              <a:headEnd len="med" w="med" type="none"/>
              <a:tailEnd len="med" w="med" type="oval"/>
            </a:ln>
          </p:spPr>
        </p:cxnSp>
        <p:cxnSp>
          <p:nvCxnSpPr>
            <p:cNvPr id="511" name="Google Shape;511;p45"/>
            <p:cNvCxnSpPr/>
            <p:nvPr/>
          </p:nvCxnSpPr>
          <p:spPr>
            <a:xfrm flipH="1">
              <a:off x="6956600" y="3734250"/>
              <a:ext cx="3431400" cy="987000"/>
            </a:xfrm>
            <a:prstGeom prst="bentConnector3">
              <a:avLst>
                <a:gd fmla="val 45484" name="adj1"/>
              </a:avLst>
            </a:prstGeom>
            <a:noFill/>
            <a:ln cap="flat" cmpd="sng" w="19050">
              <a:solidFill>
                <a:schemeClr val="lt2"/>
              </a:solidFill>
              <a:prstDash val="solid"/>
              <a:round/>
              <a:headEnd len="med" w="med" type="none"/>
              <a:tailEnd len="med" w="med" type="oval"/>
            </a:ln>
          </p:spPr>
        </p:cxnSp>
        <p:cxnSp>
          <p:nvCxnSpPr>
            <p:cNvPr id="512" name="Google Shape;512;p45"/>
            <p:cNvCxnSpPr/>
            <p:nvPr/>
          </p:nvCxnSpPr>
          <p:spPr>
            <a:xfrm flipH="1">
              <a:off x="7656850" y="3932550"/>
              <a:ext cx="2803200" cy="1018200"/>
            </a:xfrm>
            <a:prstGeom prst="bentConnector3">
              <a:avLst>
                <a:gd fmla="val 50000" name="adj1"/>
              </a:avLst>
            </a:prstGeom>
            <a:noFill/>
            <a:ln cap="flat" cmpd="sng" w="19050">
              <a:solidFill>
                <a:schemeClr val="lt2"/>
              </a:solidFill>
              <a:prstDash val="solid"/>
              <a:round/>
              <a:headEnd len="med" w="med" type="none"/>
              <a:tailEnd len="med" w="med" type="oval"/>
            </a:ln>
          </p:spPr>
        </p:cxnSp>
      </p:gr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ONE_COLUMN_TEXT_1">
    <p:spTree>
      <p:nvGrpSpPr>
        <p:cNvPr id="513" name="Shape 513"/>
        <p:cNvGrpSpPr/>
        <p:nvPr/>
      </p:nvGrpSpPr>
      <p:grpSpPr>
        <a:xfrm>
          <a:off x="0" y="0"/>
          <a:ext cx="0" cy="0"/>
          <a:chOff x="0" y="0"/>
          <a:chExt cx="0" cy="0"/>
        </a:xfrm>
      </p:grpSpPr>
      <p:sp>
        <p:nvSpPr>
          <p:cNvPr id="514" name="Google Shape;514;p4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sp>
        <p:nvSpPr>
          <p:cNvPr id="515" name="Google Shape;515;p46"/>
          <p:cNvSpPr txBox="1"/>
          <p:nvPr>
            <p:ph idx="1" type="subTitle"/>
          </p:nvPr>
        </p:nvSpPr>
        <p:spPr>
          <a:xfrm>
            <a:off x="4827974" y="1602925"/>
            <a:ext cx="3318600" cy="19215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516" name="Google Shape;516;p46"/>
          <p:cNvSpPr txBox="1"/>
          <p:nvPr>
            <p:ph idx="2" type="subTitle"/>
          </p:nvPr>
        </p:nvSpPr>
        <p:spPr>
          <a:xfrm>
            <a:off x="997425" y="1602925"/>
            <a:ext cx="3318600" cy="19215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grpSp>
        <p:nvGrpSpPr>
          <p:cNvPr id="517" name="Google Shape;517;p46"/>
          <p:cNvGrpSpPr/>
          <p:nvPr/>
        </p:nvGrpSpPr>
        <p:grpSpPr>
          <a:xfrm>
            <a:off x="-320650" y="-762725"/>
            <a:ext cx="9327075" cy="7125850"/>
            <a:chOff x="-320650" y="-762725"/>
            <a:chExt cx="9327075" cy="7125850"/>
          </a:xfrm>
        </p:grpSpPr>
        <p:cxnSp>
          <p:nvCxnSpPr>
            <p:cNvPr id="518" name="Google Shape;518;p46"/>
            <p:cNvCxnSpPr/>
            <p:nvPr/>
          </p:nvCxnSpPr>
          <p:spPr>
            <a:xfrm flipH="1" rot="-5400000">
              <a:off x="6857075" y="1775500"/>
              <a:ext cx="4097100" cy="187800"/>
            </a:xfrm>
            <a:prstGeom prst="bentConnector3">
              <a:avLst>
                <a:gd fmla="val 50000" name="adj1"/>
              </a:avLst>
            </a:prstGeom>
            <a:noFill/>
            <a:ln cap="flat" cmpd="sng" w="19050">
              <a:solidFill>
                <a:schemeClr val="lt2"/>
              </a:solidFill>
              <a:prstDash val="solid"/>
              <a:round/>
              <a:headEnd len="med" w="med" type="none"/>
              <a:tailEnd len="med" w="med" type="oval"/>
            </a:ln>
          </p:spPr>
        </p:cxnSp>
        <p:cxnSp>
          <p:nvCxnSpPr>
            <p:cNvPr id="519" name="Google Shape;519;p46"/>
            <p:cNvCxnSpPr/>
            <p:nvPr/>
          </p:nvCxnSpPr>
          <p:spPr>
            <a:xfrm flipH="1" rot="10800000">
              <a:off x="667900" y="4271400"/>
              <a:ext cx="2765700" cy="963900"/>
            </a:xfrm>
            <a:prstGeom prst="bentConnector3">
              <a:avLst>
                <a:gd fmla="val 50000" name="adj1"/>
              </a:avLst>
            </a:prstGeom>
            <a:noFill/>
            <a:ln cap="flat" cmpd="sng" w="19050">
              <a:solidFill>
                <a:schemeClr val="lt2"/>
              </a:solidFill>
              <a:prstDash val="solid"/>
              <a:round/>
              <a:headEnd len="med" w="med" type="none"/>
              <a:tailEnd len="med" w="med" type="oval"/>
            </a:ln>
          </p:spPr>
        </p:cxnSp>
        <p:cxnSp>
          <p:nvCxnSpPr>
            <p:cNvPr id="520" name="Google Shape;520;p46"/>
            <p:cNvCxnSpPr/>
            <p:nvPr/>
          </p:nvCxnSpPr>
          <p:spPr>
            <a:xfrm flipH="1" rot="5400000">
              <a:off x="7318025" y="3907700"/>
              <a:ext cx="3045000" cy="331800"/>
            </a:xfrm>
            <a:prstGeom prst="bentConnector3">
              <a:avLst>
                <a:gd fmla="val 50000" name="adj1"/>
              </a:avLst>
            </a:prstGeom>
            <a:noFill/>
            <a:ln cap="flat" cmpd="sng" w="19050">
              <a:solidFill>
                <a:schemeClr val="lt2"/>
              </a:solidFill>
              <a:prstDash val="solid"/>
              <a:round/>
              <a:headEnd len="med" w="med" type="none"/>
              <a:tailEnd len="med" w="med" type="oval"/>
            </a:ln>
          </p:spPr>
        </p:cxnSp>
        <p:cxnSp>
          <p:nvCxnSpPr>
            <p:cNvPr id="521" name="Google Shape;521;p46"/>
            <p:cNvCxnSpPr/>
            <p:nvPr/>
          </p:nvCxnSpPr>
          <p:spPr>
            <a:xfrm flipH="1" rot="5400000">
              <a:off x="7083950" y="4541675"/>
              <a:ext cx="3325500" cy="317400"/>
            </a:xfrm>
            <a:prstGeom prst="bentConnector3">
              <a:avLst>
                <a:gd fmla="val 64575" name="adj1"/>
              </a:avLst>
            </a:prstGeom>
            <a:noFill/>
            <a:ln cap="flat" cmpd="sng" w="19050">
              <a:solidFill>
                <a:schemeClr val="lt2"/>
              </a:solidFill>
              <a:prstDash val="solid"/>
              <a:round/>
              <a:headEnd len="med" w="med" type="none"/>
              <a:tailEnd len="med" w="med" type="oval"/>
            </a:ln>
          </p:spPr>
        </p:cxnSp>
        <p:cxnSp>
          <p:nvCxnSpPr>
            <p:cNvPr id="522" name="Google Shape;522;p46"/>
            <p:cNvCxnSpPr/>
            <p:nvPr/>
          </p:nvCxnSpPr>
          <p:spPr>
            <a:xfrm flipH="1" rot="10800000">
              <a:off x="-320650" y="4087825"/>
              <a:ext cx="5808300" cy="878700"/>
            </a:xfrm>
            <a:prstGeom prst="bentConnector3">
              <a:avLst>
                <a:gd fmla="val 50000" name="adj1"/>
              </a:avLst>
            </a:prstGeom>
            <a:noFill/>
            <a:ln cap="flat" cmpd="sng" w="19050">
              <a:solidFill>
                <a:schemeClr val="lt2"/>
              </a:solidFill>
              <a:prstDash val="solid"/>
              <a:round/>
              <a:headEnd len="med" w="med" type="none"/>
              <a:tailEnd len="med" w="med" type="oval"/>
            </a:ln>
          </p:spPr>
        </p:cxnSp>
        <p:cxnSp>
          <p:nvCxnSpPr>
            <p:cNvPr id="523" name="Google Shape;523;p46"/>
            <p:cNvCxnSpPr/>
            <p:nvPr/>
          </p:nvCxnSpPr>
          <p:spPr>
            <a:xfrm rot="5400000">
              <a:off x="-237850" y="2225"/>
              <a:ext cx="2082300" cy="729600"/>
            </a:xfrm>
            <a:prstGeom prst="bentConnector3">
              <a:avLst>
                <a:gd fmla="val 43507" name="adj1"/>
              </a:avLst>
            </a:prstGeom>
            <a:noFill/>
            <a:ln cap="flat" cmpd="sng" w="19050">
              <a:solidFill>
                <a:schemeClr val="lt2"/>
              </a:solidFill>
              <a:prstDash val="solid"/>
              <a:round/>
              <a:headEnd len="med" w="med" type="none"/>
              <a:tailEnd len="med" w="med" type="oval"/>
            </a:ln>
          </p:spPr>
        </p:cxnSp>
        <p:cxnSp>
          <p:nvCxnSpPr>
            <p:cNvPr id="524" name="Google Shape;524;p46"/>
            <p:cNvCxnSpPr/>
            <p:nvPr/>
          </p:nvCxnSpPr>
          <p:spPr>
            <a:xfrm rot="5400000">
              <a:off x="-317750" y="-132725"/>
              <a:ext cx="1866600" cy="606600"/>
            </a:xfrm>
            <a:prstGeom prst="bentConnector3">
              <a:avLst>
                <a:gd fmla="val 50000" name="adj1"/>
              </a:avLst>
            </a:prstGeom>
            <a:noFill/>
            <a:ln cap="flat" cmpd="sng" w="19050">
              <a:solidFill>
                <a:schemeClr val="lt2"/>
              </a:solidFill>
              <a:prstDash val="solid"/>
              <a:round/>
              <a:headEnd len="med" w="med" type="none"/>
              <a:tailEnd len="med" w="med" type="oval"/>
            </a:ln>
          </p:spPr>
        </p:cxnSp>
      </p:grpSp>
      <p:grpSp>
        <p:nvGrpSpPr>
          <p:cNvPr id="525" name="Google Shape;525;p46"/>
          <p:cNvGrpSpPr/>
          <p:nvPr/>
        </p:nvGrpSpPr>
        <p:grpSpPr>
          <a:xfrm>
            <a:off x="179243" y="1771891"/>
            <a:ext cx="400449" cy="2933146"/>
            <a:chOff x="7553711" y="-2334286"/>
            <a:chExt cx="455625" cy="3337292"/>
          </a:xfrm>
        </p:grpSpPr>
        <p:sp>
          <p:nvSpPr>
            <p:cNvPr id="526" name="Google Shape;526;p46"/>
            <p:cNvSpPr/>
            <p:nvPr/>
          </p:nvSpPr>
          <p:spPr>
            <a:xfrm>
              <a:off x="7728940" y="-1977361"/>
              <a:ext cx="280396" cy="280396"/>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46"/>
            <p:cNvSpPr/>
            <p:nvPr/>
          </p:nvSpPr>
          <p:spPr>
            <a:xfrm>
              <a:off x="7766124" y="796950"/>
              <a:ext cx="206055" cy="206055"/>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46"/>
            <p:cNvSpPr/>
            <p:nvPr/>
          </p:nvSpPr>
          <p:spPr>
            <a:xfrm>
              <a:off x="7553711" y="-2334286"/>
              <a:ext cx="151325" cy="151325"/>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529" name="Shape 529"/>
        <p:cNvGrpSpPr/>
        <p:nvPr/>
      </p:nvGrpSpPr>
      <p:grpSpPr>
        <a:xfrm>
          <a:off x="0" y="0"/>
          <a:ext cx="0" cy="0"/>
          <a:chOff x="0" y="0"/>
          <a:chExt cx="0" cy="0"/>
        </a:xfrm>
      </p:grpSpPr>
      <p:sp>
        <p:nvSpPr>
          <p:cNvPr id="530" name="Google Shape;530;p47"/>
          <p:cNvSpPr txBox="1"/>
          <p:nvPr>
            <p:ph type="title"/>
          </p:nvPr>
        </p:nvSpPr>
        <p:spPr>
          <a:xfrm>
            <a:off x="720000" y="1784150"/>
            <a:ext cx="3597900" cy="6654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531" name="Google Shape;531;p47"/>
          <p:cNvSpPr txBox="1"/>
          <p:nvPr>
            <p:ph idx="1" type="subTitle"/>
          </p:nvPr>
        </p:nvSpPr>
        <p:spPr>
          <a:xfrm>
            <a:off x="720000" y="2449450"/>
            <a:ext cx="3597900" cy="9099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532" name="Google Shape;532;p47"/>
          <p:cNvGrpSpPr/>
          <p:nvPr/>
        </p:nvGrpSpPr>
        <p:grpSpPr>
          <a:xfrm>
            <a:off x="-313975" y="-235500"/>
            <a:ext cx="8764375" cy="5229850"/>
            <a:chOff x="-313975" y="-235500"/>
            <a:chExt cx="8764375" cy="5229850"/>
          </a:xfrm>
        </p:grpSpPr>
        <p:cxnSp>
          <p:nvCxnSpPr>
            <p:cNvPr id="533" name="Google Shape;533;p47"/>
            <p:cNvCxnSpPr/>
            <p:nvPr/>
          </p:nvCxnSpPr>
          <p:spPr>
            <a:xfrm>
              <a:off x="-122100" y="-123950"/>
              <a:ext cx="8572500" cy="5118300"/>
            </a:xfrm>
            <a:prstGeom prst="bentConnector3">
              <a:avLst>
                <a:gd fmla="val 5355" name="adj1"/>
              </a:avLst>
            </a:prstGeom>
            <a:noFill/>
            <a:ln cap="flat" cmpd="sng" w="19050">
              <a:solidFill>
                <a:schemeClr val="lt2"/>
              </a:solidFill>
              <a:prstDash val="solid"/>
              <a:round/>
              <a:headEnd len="med" w="med" type="none"/>
              <a:tailEnd len="med" w="med" type="oval"/>
            </a:ln>
          </p:spPr>
        </p:cxnSp>
        <p:cxnSp>
          <p:nvCxnSpPr>
            <p:cNvPr id="534" name="Google Shape;534;p47"/>
            <p:cNvCxnSpPr/>
            <p:nvPr/>
          </p:nvCxnSpPr>
          <p:spPr>
            <a:xfrm>
              <a:off x="-313975" y="-235500"/>
              <a:ext cx="8572500" cy="5118300"/>
            </a:xfrm>
            <a:prstGeom prst="bentConnector3">
              <a:avLst>
                <a:gd fmla="val 5355" name="adj1"/>
              </a:avLst>
            </a:prstGeom>
            <a:noFill/>
            <a:ln cap="flat" cmpd="sng" w="19050">
              <a:solidFill>
                <a:schemeClr val="lt2"/>
              </a:solidFill>
              <a:prstDash val="solid"/>
              <a:round/>
              <a:headEnd len="med" w="med" type="none"/>
              <a:tailEnd len="med" w="med" type="oval"/>
            </a:ln>
          </p:spPr>
        </p:cxnSp>
      </p:grpSp>
      <p:grpSp>
        <p:nvGrpSpPr>
          <p:cNvPr id="535" name="Google Shape;535;p47"/>
          <p:cNvGrpSpPr/>
          <p:nvPr/>
        </p:nvGrpSpPr>
        <p:grpSpPr>
          <a:xfrm>
            <a:off x="8576588" y="4496315"/>
            <a:ext cx="422946" cy="368845"/>
            <a:chOff x="8576588" y="4496315"/>
            <a:chExt cx="422946" cy="368845"/>
          </a:xfrm>
        </p:grpSpPr>
        <p:sp>
          <p:nvSpPr>
            <p:cNvPr id="536" name="Google Shape;536;p47"/>
            <p:cNvSpPr/>
            <p:nvPr/>
          </p:nvSpPr>
          <p:spPr>
            <a:xfrm rot="-5400000">
              <a:off x="8576580" y="4720848"/>
              <a:ext cx="144320" cy="144304"/>
            </a:xfrm>
            <a:custGeom>
              <a:rect b="b" l="l" r="r" t="t"/>
              <a:pathLst>
                <a:path extrusionOk="0" h="3298" w="3298">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47"/>
            <p:cNvSpPr/>
            <p:nvPr/>
          </p:nvSpPr>
          <p:spPr>
            <a:xfrm rot="-5400000">
              <a:off x="8775019" y="4496328"/>
              <a:ext cx="224528" cy="224503"/>
            </a:xfrm>
            <a:custGeom>
              <a:rect b="b" l="l" r="r" t="t"/>
              <a:pathLst>
                <a:path extrusionOk="0" h="3298" w="3298">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538" name="Shape 538"/>
        <p:cNvGrpSpPr/>
        <p:nvPr/>
      </p:nvGrpSpPr>
      <p:grpSpPr>
        <a:xfrm>
          <a:off x="0" y="0"/>
          <a:ext cx="0" cy="0"/>
          <a:chOff x="0" y="0"/>
          <a:chExt cx="0" cy="0"/>
        </a:xfrm>
      </p:grpSpPr>
      <p:sp>
        <p:nvSpPr>
          <p:cNvPr id="539" name="Google Shape;539;p4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540" name="Google Shape;540;p48"/>
          <p:cNvSpPr txBox="1"/>
          <p:nvPr>
            <p:ph idx="1" type="subTitle"/>
          </p:nvPr>
        </p:nvSpPr>
        <p:spPr>
          <a:xfrm>
            <a:off x="720000" y="1268825"/>
            <a:ext cx="7704000" cy="803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541" name="Google Shape;541;p48"/>
          <p:cNvGrpSpPr/>
          <p:nvPr/>
        </p:nvGrpSpPr>
        <p:grpSpPr>
          <a:xfrm>
            <a:off x="8217450" y="-781975"/>
            <a:ext cx="1124700" cy="6431700"/>
            <a:chOff x="8217450" y="-781975"/>
            <a:chExt cx="1124700" cy="6431700"/>
          </a:xfrm>
        </p:grpSpPr>
        <p:cxnSp>
          <p:nvCxnSpPr>
            <p:cNvPr id="542" name="Google Shape;542;p48"/>
            <p:cNvCxnSpPr/>
            <p:nvPr/>
          </p:nvCxnSpPr>
          <p:spPr>
            <a:xfrm rot="5400000">
              <a:off x="7864150" y="-105625"/>
              <a:ext cx="2082300" cy="729600"/>
            </a:xfrm>
            <a:prstGeom prst="bentConnector3">
              <a:avLst>
                <a:gd fmla="val 43507" name="adj1"/>
              </a:avLst>
            </a:prstGeom>
            <a:noFill/>
            <a:ln cap="flat" cmpd="sng" w="19050">
              <a:solidFill>
                <a:schemeClr val="lt2"/>
              </a:solidFill>
              <a:prstDash val="solid"/>
              <a:round/>
              <a:headEnd len="med" w="med" type="none"/>
              <a:tailEnd len="med" w="med" type="oval"/>
            </a:ln>
          </p:spPr>
        </p:cxnSp>
        <p:cxnSp>
          <p:nvCxnSpPr>
            <p:cNvPr id="543" name="Google Shape;543;p48"/>
            <p:cNvCxnSpPr/>
            <p:nvPr/>
          </p:nvCxnSpPr>
          <p:spPr>
            <a:xfrm rot="5400000">
              <a:off x="8105550" y="-44125"/>
              <a:ext cx="1866600" cy="606600"/>
            </a:xfrm>
            <a:prstGeom prst="bentConnector3">
              <a:avLst>
                <a:gd fmla="val 50000" name="adj1"/>
              </a:avLst>
            </a:prstGeom>
            <a:noFill/>
            <a:ln cap="flat" cmpd="sng" w="19050">
              <a:solidFill>
                <a:schemeClr val="lt2"/>
              </a:solidFill>
              <a:prstDash val="solid"/>
              <a:round/>
              <a:headEnd len="med" w="med" type="none"/>
              <a:tailEnd len="med" w="med" type="oval"/>
            </a:ln>
          </p:spPr>
        </p:cxnSp>
        <p:cxnSp>
          <p:nvCxnSpPr>
            <p:cNvPr id="544" name="Google Shape;544;p48"/>
            <p:cNvCxnSpPr/>
            <p:nvPr/>
          </p:nvCxnSpPr>
          <p:spPr>
            <a:xfrm rot="-5400000">
              <a:off x="7613150" y="4243775"/>
              <a:ext cx="2082300" cy="729600"/>
            </a:xfrm>
            <a:prstGeom prst="bentConnector3">
              <a:avLst>
                <a:gd fmla="val 43507" name="adj1"/>
              </a:avLst>
            </a:prstGeom>
            <a:noFill/>
            <a:ln cap="flat" cmpd="sng" w="19050">
              <a:solidFill>
                <a:schemeClr val="lt2"/>
              </a:solidFill>
              <a:prstDash val="solid"/>
              <a:round/>
              <a:headEnd len="med" w="med" type="none"/>
              <a:tailEnd len="med" w="med" type="oval"/>
            </a:ln>
          </p:spPr>
        </p:cxnSp>
        <p:cxnSp>
          <p:nvCxnSpPr>
            <p:cNvPr id="545" name="Google Shape;545;p48"/>
            <p:cNvCxnSpPr/>
            <p:nvPr/>
          </p:nvCxnSpPr>
          <p:spPr>
            <a:xfrm rot="-5400000">
              <a:off x="7587450" y="4305275"/>
              <a:ext cx="1866600" cy="606600"/>
            </a:xfrm>
            <a:prstGeom prst="bentConnector3">
              <a:avLst>
                <a:gd fmla="val 50000" name="adj1"/>
              </a:avLst>
            </a:prstGeom>
            <a:noFill/>
            <a:ln cap="flat" cmpd="sng" w="19050">
              <a:solidFill>
                <a:schemeClr val="lt2"/>
              </a:solidFill>
              <a:prstDash val="solid"/>
              <a:round/>
              <a:headEnd len="med" w="med" type="none"/>
              <a:tailEnd len="med" w="med" type="oval"/>
            </a:ln>
          </p:spPr>
        </p:cxnSp>
      </p:grpSp>
      <p:grpSp>
        <p:nvGrpSpPr>
          <p:cNvPr id="546" name="Google Shape;546;p48"/>
          <p:cNvGrpSpPr/>
          <p:nvPr/>
        </p:nvGrpSpPr>
        <p:grpSpPr>
          <a:xfrm>
            <a:off x="8618643" y="1192466"/>
            <a:ext cx="400449" cy="2933146"/>
            <a:chOff x="7553711" y="-2334286"/>
            <a:chExt cx="455625" cy="3337292"/>
          </a:xfrm>
        </p:grpSpPr>
        <p:sp>
          <p:nvSpPr>
            <p:cNvPr id="547" name="Google Shape;547;p48"/>
            <p:cNvSpPr/>
            <p:nvPr/>
          </p:nvSpPr>
          <p:spPr>
            <a:xfrm>
              <a:off x="7728940" y="-1977361"/>
              <a:ext cx="280396" cy="280396"/>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48"/>
            <p:cNvSpPr/>
            <p:nvPr/>
          </p:nvSpPr>
          <p:spPr>
            <a:xfrm>
              <a:off x="7766124" y="796950"/>
              <a:ext cx="206055" cy="206055"/>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48"/>
            <p:cNvSpPr/>
            <p:nvPr/>
          </p:nvSpPr>
          <p:spPr>
            <a:xfrm>
              <a:off x="7553711" y="-2334286"/>
              <a:ext cx="151325" cy="151325"/>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550" name="Shape 550"/>
        <p:cNvGrpSpPr/>
        <p:nvPr/>
      </p:nvGrpSpPr>
      <p:grpSpPr>
        <a:xfrm>
          <a:off x="0" y="0"/>
          <a:ext cx="0" cy="0"/>
          <a:chOff x="0" y="0"/>
          <a:chExt cx="0" cy="0"/>
        </a:xfrm>
      </p:grpSpPr>
      <p:sp>
        <p:nvSpPr>
          <p:cNvPr id="551" name="Google Shape;551;p4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552" name="Google Shape;552;p49"/>
          <p:cNvSpPr txBox="1"/>
          <p:nvPr>
            <p:ph idx="1" type="subTitle"/>
          </p:nvPr>
        </p:nvSpPr>
        <p:spPr>
          <a:xfrm>
            <a:off x="2185575" y="2009825"/>
            <a:ext cx="5249100" cy="6066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SzPts val="2800"/>
              <a:buNone/>
              <a:defRPr sz="1400"/>
            </a:lvl1pPr>
            <a:lvl2pPr lvl="1">
              <a:lnSpc>
                <a:spcPct val="115000"/>
              </a:lnSpc>
              <a:spcBef>
                <a:spcPts val="0"/>
              </a:spcBef>
              <a:spcAft>
                <a:spcPts val="0"/>
              </a:spcAft>
              <a:buSzPts val="2800"/>
              <a:buNone/>
              <a:defRPr sz="2800"/>
            </a:lvl2pPr>
            <a:lvl3pPr lvl="2">
              <a:lnSpc>
                <a:spcPct val="115000"/>
              </a:lnSpc>
              <a:spcBef>
                <a:spcPts val="0"/>
              </a:spcBef>
              <a:spcAft>
                <a:spcPts val="0"/>
              </a:spcAft>
              <a:buSzPts val="2800"/>
              <a:buNone/>
              <a:defRPr sz="2800"/>
            </a:lvl3pPr>
            <a:lvl4pPr lvl="3">
              <a:lnSpc>
                <a:spcPct val="115000"/>
              </a:lnSpc>
              <a:spcBef>
                <a:spcPts val="0"/>
              </a:spcBef>
              <a:spcAft>
                <a:spcPts val="0"/>
              </a:spcAft>
              <a:buSzPts val="2800"/>
              <a:buNone/>
              <a:defRPr sz="2800"/>
            </a:lvl4pPr>
            <a:lvl5pPr lvl="4">
              <a:lnSpc>
                <a:spcPct val="115000"/>
              </a:lnSpc>
              <a:spcBef>
                <a:spcPts val="0"/>
              </a:spcBef>
              <a:spcAft>
                <a:spcPts val="0"/>
              </a:spcAft>
              <a:buSzPts val="2800"/>
              <a:buNone/>
              <a:defRPr sz="2800"/>
            </a:lvl5pPr>
            <a:lvl6pPr lvl="5">
              <a:lnSpc>
                <a:spcPct val="115000"/>
              </a:lnSpc>
              <a:spcBef>
                <a:spcPts val="0"/>
              </a:spcBef>
              <a:spcAft>
                <a:spcPts val="0"/>
              </a:spcAft>
              <a:buSzPts val="2800"/>
              <a:buNone/>
              <a:defRPr sz="2800"/>
            </a:lvl6pPr>
            <a:lvl7pPr lvl="6">
              <a:lnSpc>
                <a:spcPct val="115000"/>
              </a:lnSpc>
              <a:spcBef>
                <a:spcPts val="0"/>
              </a:spcBef>
              <a:spcAft>
                <a:spcPts val="0"/>
              </a:spcAft>
              <a:buSzPts val="2800"/>
              <a:buNone/>
              <a:defRPr sz="2800"/>
            </a:lvl7pPr>
            <a:lvl8pPr lvl="7">
              <a:lnSpc>
                <a:spcPct val="115000"/>
              </a:lnSpc>
              <a:spcBef>
                <a:spcPts val="0"/>
              </a:spcBef>
              <a:spcAft>
                <a:spcPts val="0"/>
              </a:spcAft>
              <a:buSzPts val="2800"/>
              <a:buNone/>
              <a:defRPr sz="2800"/>
            </a:lvl8pPr>
            <a:lvl9pPr lvl="8">
              <a:lnSpc>
                <a:spcPct val="115000"/>
              </a:lnSpc>
              <a:spcBef>
                <a:spcPts val="0"/>
              </a:spcBef>
              <a:spcAft>
                <a:spcPts val="0"/>
              </a:spcAft>
              <a:buSzPts val="2800"/>
              <a:buNone/>
              <a:defRPr sz="2800"/>
            </a:lvl9pPr>
          </a:lstStyle>
          <a:p/>
        </p:txBody>
      </p:sp>
      <p:sp>
        <p:nvSpPr>
          <p:cNvPr id="553" name="Google Shape;553;p49"/>
          <p:cNvSpPr txBox="1"/>
          <p:nvPr>
            <p:ph idx="2" type="subTitle"/>
          </p:nvPr>
        </p:nvSpPr>
        <p:spPr>
          <a:xfrm>
            <a:off x="2185575" y="3459225"/>
            <a:ext cx="5249100" cy="6426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SzPts val="2800"/>
              <a:buNone/>
              <a:defRPr sz="1400"/>
            </a:lvl1pPr>
            <a:lvl2pPr lvl="1">
              <a:lnSpc>
                <a:spcPct val="115000"/>
              </a:lnSpc>
              <a:spcBef>
                <a:spcPts val="0"/>
              </a:spcBef>
              <a:spcAft>
                <a:spcPts val="0"/>
              </a:spcAft>
              <a:buSzPts val="2800"/>
              <a:buNone/>
              <a:defRPr sz="2800"/>
            </a:lvl2pPr>
            <a:lvl3pPr lvl="2">
              <a:lnSpc>
                <a:spcPct val="115000"/>
              </a:lnSpc>
              <a:spcBef>
                <a:spcPts val="0"/>
              </a:spcBef>
              <a:spcAft>
                <a:spcPts val="0"/>
              </a:spcAft>
              <a:buSzPts val="2800"/>
              <a:buNone/>
              <a:defRPr sz="2800"/>
            </a:lvl3pPr>
            <a:lvl4pPr lvl="3">
              <a:lnSpc>
                <a:spcPct val="115000"/>
              </a:lnSpc>
              <a:spcBef>
                <a:spcPts val="0"/>
              </a:spcBef>
              <a:spcAft>
                <a:spcPts val="0"/>
              </a:spcAft>
              <a:buSzPts val="2800"/>
              <a:buNone/>
              <a:defRPr sz="2800"/>
            </a:lvl4pPr>
            <a:lvl5pPr lvl="4">
              <a:lnSpc>
                <a:spcPct val="115000"/>
              </a:lnSpc>
              <a:spcBef>
                <a:spcPts val="0"/>
              </a:spcBef>
              <a:spcAft>
                <a:spcPts val="0"/>
              </a:spcAft>
              <a:buSzPts val="2800"/>
              <a:buNone/>
              <a:defRPr sz="2800"/>
            </a:lvl5pPr>
            <a:lvl6pPr lvl="5">
              <a:lnSpc>
                <a:spcPct val="115000"/>
              </a:lnSpc>
              <a:spcBef>
                <a:spcPts val="0"/>
              </a:spcBef>
              <a:spcAft>
                <a:spcPts val="0"/>
              </a:spcAft>
              <a:buSzPts val="2800"/>
              <a:buNone/>
              <a:defRPr sz="2800"/>
            </a:lvl6pPr>
            <a:lvl7pPr lvl="6">
              <a:lnSpc>
                <a:spcPct val="115000"/>
              </a:lnSpc>
              <a:spcBef>
                <a:spcPts val="0"/>
              </a:spcBef>
              <a:spcAft>
                <a:spcPts val="0"/>
              </a:spcAft>
              <a:buSzPts val="2800"/>
              <a:buNone/>
              <a:defRPr sz="2800"/>
            </a:lvl7pPr>
            <a:lvl8pPr lvl="7">
              <a:lnSpc>
                <a:spcPct val="115000"/>
              </a:lnSpc>
              <a:spcBef>
                <a:spcPts val="0"/>
              </a:spcBef>
              <a:spcAft>
                <a:spcPts val="0"/>
              </a:spcAft>
              <a:buSzPts val="2800"/>
              <a:buNone/>
              <a:defRPr sz="2800"/>
            </a:lvl8pPr>
            <a:lvl9pPr lvl="8">
              <a:lnSpc>
                <a:spcPct val="115000"/>
              </a:lnSpc>
              <a:spcBef>
                <a:spcPts val="0"/>
              </a:spcBef>
              <a:spcAft>
                <a:spcPts val="0"/>
              </a:spcAft>
              <a:buSzPts val="2800"/>
              <a:buNone/>
              <a:defRPr sz="2800"/>
            </a:lvl9pPr>
          </a:lstStyle>
          <a:p/>
        </p:txBody>
      </p:sp>
      <p:sp>
        <p:nvSpPr>
          <p:cNvPr id="554" name="Google Shape;554;p49"/>
          <p:cNvSpPr txBox="1"/>
          <p:nvPr>
            <p:ph idx="3" type="subTitle"/>
          </p:nvPr>
        </p:nvSpPr>
        <p:spPr>
          <a:xfrm>
            <a:off x="2185575" y="1636925"/>
            <a:ext cx="5249100" cy="3699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SzPts val="2400"/>
              <a:buFont typeface="Sora"/>
              <a:buNone/>
              <a:defRPr b="1" sz="2000">
                <a:latin typeface="Sora"/>
                <a:ea typeface="Sora"/>
                <a:cs typeface="Sora"/>
                <a:sym typeface="Sora"/>
              </a:defRPr>
            </a:lvl1pPr>
            <a:lvl2pPr lvl="1">
              <a:lnSpc>
                <a:spcPct val="115000"/>
              </a:lnSpc>
              <a:spcBef>
                <a:spcPts val="0"/>
              </a:spcBef>
              <a:spcAft>
                <a:spcPts val="0"/>
              </a:spcAft>
              <a:buSzPts val="2400"/>
              <a:buFont typeface="Sora"/>
              <a:buNone/>
              <a:defRPr b="1" sz="2400">
                <a:latin typeface="Sora"/>
                <a:ea typeface="Sora"/>
                <a:cs typeface="Sora"/>
                <a:sym typeface="Sora"/>
              </a:defRPr>
            </a:lvl2pPr>
            <a:lvl3pPr lvl="2">
              <a:lnSpc>
                <a:spcPct val="115000"/>
              </a:lnSpc>
              <a:spcBef>
                <a:spcPts val="0"/>
              </a:spcBef>
              <a:spcAft>
                <a:spcPts val="0"/>
              </a:spcAft>
              <a:buSzPts val="2400"/>
              <a:buFont typeface="Sora"/>
              <a:buNone/>
              <a:defRPr b="1" sz="2400">
                <a:latin typeface="Sora"/>
                <a:ea typeface="Sora"/>
                <a:cs typeface="Sora"/>
                <a:sym typeface="Sora"/>
              </a:defRPr>
            </a:lvl3pPr>
            <a:lvl4pPr lvl="3">
              <a:lnSpc>
                <a:spcPct val="115000"/>
              </a:lnSpc>
              <a:spcBef>
                <a:spcPts val="0"/>
              </a:spcBef>
              <a:spcAft>
                <a:spcPts val="0"/>
              </a:spcAft>
              <a:buSzPts val="2400"/>
              <a:buFont typeface="Sora"/>
              <a:buNone/>
              <a:defRPr b="1" sz="2400">
                <a:latin typeface="Sora"/>
                <a:ea typeface="Sora"/>
                <a:cs typeface="Sora"/>
                <a:sym typeface="Sora"/>
              </a:defRPr>
            </a:lvl4pPr>
            <a:lvl5pPr lvl="4">
              <a:lnSpc>
                <a:spcPct val="115000"/>
              </a:lnSpc>
              <a:spcBef>
                <a:spcPts val="0"/>
              </a:spcBef>
              <a:spcAft>
                <a:spcPts val="0"/>
              </a:spcAft>
              <a:buSzPts val="2400"/>
              <a:buFont typeface="Sora"/>
              <a:buNone/>
              <a:defRPr b="1" sz="2400">
                <a:latin typeface="Sora"/>
                <a:ea typeface="Sora"/>
                <a:cs typeface="Sora"/>
                <a:sym typeface="Sora"/>
              </a:defRPr>
            </a:lvl5pPr>
            <a:lvl6pPr lvl="5">
              <a:lnSpc>
                <a:spcPct val="115000"/>
              </a:lnSpc>
              <a:spcBef>
                <a:spcPts val="0"/>
              </a:spcBef>
              <a:spcAft>
                <a:spcPts val="0"/>
              </a:spcAft>
              <a:buSzPts val="2400"/>
              <a:buFont typeface="Sora"/>
              <a:buNone/>
              <a:defRPr b="1" sz="2400">
                <a:latin typeface="Sora"/>
                <a:ea typeface="Sora"/>
                <a:cs typeface="Sora"/>
                <a:sym typeface="Sora"/>
              </a:defRPr>
            </a:lvl6pPr>
            <a:lvl7pPr lvl="6">
              <a:lnSpc>
                <a:spcPct val="115000"/>
              </a:lnSpc>
              <a:spcBef>
                <a:spcPts val="0"/>
              </a:spcBef>
              <a:spcAft>
                <a:spcPts val="0"/>
              </a:spcAft>
              <a:buSzPts val="2400"/>
              <a:buFont typeface="Sora"/>
              <a:buNone/>
              <a:defRPr b="1" sz="2400">
                <a:latin typeface="Sora"/>
                <a:ea typeface="Sora"/>
                <a:cs typeface="Sora"/>
                <a:sym typeface="Sora"/>
              </a:defRPr>
            </a:lvl7pPr>
            <a:lvl8pPr lvl="7">
              <a:lnSpc>
                <a:spcPct val="115000"/>
              </a:lnSpc>
              <a:spcBef>
                <a:spcPts val="0"/>
              </a:spcBef>
              <a:spcAft>
                <a:spcPts val="0"/>
              </a:spcAft>
              <a:buSzPts val="2400"/>
              <a:buFont typeface="Sora"/>
              <a:buNone/>
              <a:defRPr b="1" sz="2400">
                <a:latin typeface="Sora"/>
                <a:ea typeface="Sora"/>
                <a:cs typeface="Sora"/>
                <a:sym typeface="Sora"/>
              </a:defRPr>
            </a:lvl8pPr>
            <a:lvl9pPr lvl="8">
              <a:lnSpc>
                <a:spcPct val="115000"/>
              </a:lnSpc>
              <a:spcBef>
                <a:spcPts val="0"/>
              </a:spcBef>
              <a:spcAft>
                <a:spcPts val="0"/>
              </a:spcAft>
              <a:buSzPts val="2400"/>
              <a:buFont typeface="Sora"/>
              <a:buNone/>
              <a:defRPr b="1" sz="2400">
                <a:latin typeface="Sora"/>
                <a:ea typeface="Sora"/>
                <a:cs typeface="Sora"/>
                <a:sym typeface="Sora"/>
              </a:defRPr>
            </a:lvl9pPr>
          </a:lstStyle>
          <a:p/>
        </p:txBody>
      </p:sp>
      <p:sp>
        <p:nvSpPr>
          <p:cNvPr id="555" name="Google Shape;555;p49"/>
          <p:cNvSpPr txBox="1"/>
          <p:nvPr>
            <p:ph idx="4" type="subTitle"/>
          </p:nvPr>
        </p:nvSpPr>
        <p:spPr>
          <a:xfrm>
            <a:off x="2185575" y="3089325"/>
            <a:ext cx="5249100" cy="3699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SzPts val="2400"/>
              <a:buFont typeface="Sora"/>
              <a:buNone/>
              <a:defRPr b="1" sz="2000">
                <a:latin typeface="Sora"/>
                <a:ea typeface="Sora"/>
                <a:cs typeface="Sora"/>
                <a:sym typeface="Sora"/>
              </a:defRPr>
            </a:lvl1pPr>
            <a:lvl2pPr lvl="1">
              <a:lnSpc>
                <a:spcPct val="115000"/>
              </a:lnSpc>
              <a:spcBef>
                <a:spcPts val="0"/>
              </a:spcBef>
              <a:spcAft>
                <a:spcPts val="0"/>
              </a:spcAft>
              <a:buSzPts val="2400"/>
              <a:buFont typeface="Sora"/>
              <a:buNone/>
              <a:defRPr b="1" sz="2400">
                <a:latin typeface="Sora"/>
                <a:ea typeface="Sora"/>
                <a:cs typeface="Sora"/>
                <a:sym typeface="Sora"/>
              </a:defRPr>
            </a:lvl2pPr>
            <a:lvl3pPr lvl="2">
              <a:lnSpc>
                <a:spcPct val="115000"/>
              </a:lnSpc>
              <a:spcBef>
                <a:spcPts val="0"/>
              </a:spcBef>
              <a:spcAft>
                <a:spcPts val="0"/>
              </a:spcAft>
              <a:buSzPts val="2400"/>
              <a:buFont typeface="Sora"/>
              <a:buNone/>
              <a:defRPr b="1" sz="2400">
                <a:latin typeface="Sora"/>
                <a:ea typeface="Sora"/>
                <a:cs typeface="Sora"/>
                <a:sym typeface="Sora"/>
              </a:defRPr>
            </a:lvl3pPr>
            <a:lvl4pPr lvl="3">
              <a:lnSpc>
                <a:spcPct val="115000"/>
              </a:lnSpc>
              <a:spcBef>
                <a:spcPts val="0"/>
              </a:spcBef>
              <a:spcAft>
                <a:spcPts val="0"/>
              </a:spcAft>
              <a:buSzPts val="2400"/>
              <a:buFont typeface="Sora"/>
              <a:buNone/>
              <a:defRPr b="1" sz="2400">
                <a:latin typeface="Sora"/>
                <a:ea typeface="Sora"/>
                <a:cs typeface="Sora"/>
                <a:sym typeface="Sora"/>
              </a:defRPr>
            </a:lvl4pPr>
            <a:lvl5pPr lvl="4">
              <a:lnSpc>
                <a:spcPct val="115000"/>
              </a:lnSpc>
              <a:spcBef>
                <a:spcPts val="0"/>
              </a:spcBef>
              <a:spcAft>
                <a:spcPts val="0"/>
              </a:spcAft>
              <a:buSzPts val="2400"/>
              <a:buFont typeface="Sora"/>
              <a:buNone/>
              <a:defRPr b="1" sz="2400">
                <a:latin typeface="Sora"/>
                <a:ea typeface="Sora"/>
                <a:cs typeface="Sora"/>
                <a:sym typeface="Sora"/>
              </a:defRPr>
            </a:lvl5pPr>
            <a:lvl6pPr lvl="5">
              <a:lnSpc>
                <a:spcPct val="115000"/>
              </a:lnSpc>
              <a:spcBef>
                <a:spcPts val="0"/>
              </a:spcBef>
              <a:spcAft>
                <a:spcPts val="0"/>
              </a:spcAft>
              <a:buSzPts val="2400"/>
              <a:buFont typeface="Sora"/>
              <a:buNone/>
              <a:defRPr b="1" sz="2400">
                <a:latin typeface="Sora"/>
                <a:ea typeface="Sora"/>
                <a:cs typeface="Sora"/>
                <a:sym typeface="Sora"/>
              </a:defRPr>
            </a:lvl6pPr>
            <a:lvl7pPr lvl="6">
              <a:lnSpc>
                <a:spcPct val="115000"/>
              </a:lnSpc>
              <a:spcBef>
                <a:spcPts val="0"/>
              </a:spcBef>
              <a:spcAft>
                <a:spcPts val="0"/>
              </a:spcAft>
              <a:buSzPts val="2400"/>
              <a:buFont typeface="Sora"/>
              <a:buNone/>
              <a:defRPr b="1" sz="2400">
                <a:latin typeface="Sora"/>
                <a:ea typeface="Sora"/>
                <a:cs typeface="Sora"/>
                <a:sym typeface="Sora"/>
              </a:defRPr>
            </a:lvl7pPr>
            <a:lvl8pPr lvl="7">
              <a:lnSpc>
                <a:spcPct val="115000"/>
              </a:lnSpc>
              <a:spcBef>
                <a:spcPts val="0"/>
              </a:spcBef>
              <a:spcAft>
                <a:spcPts val="0"/>
              </a:spcAft>
              <a:buSzPts val="2400"/>
              <a:buFont typeface="Sora"/>
              <a:buNone/>
              <a:defRPr b="1" sz="2400">
                <a:latin typeface="Sora"/>
                <a:ea typeface="Sora"/>
                <a:cs typeface="Sora"/>
                <a:sym typeface="Sora"/>
              </a:defRPr>
            </a:lvl8pPr>
            <a:lvl9pPr lvl="8">
              <a:lnSpc>
                <a:spcPct val="115000"/>
              </a:lnSpc>
              <a:spcBef>
                <a:spcPts val="0"/>
              </a:spcBef>
              <a:spcAft>
                <a:spcPts val="0"/>
              </a:spcAft>
              <a:buSzPts val="2400"/>
              <a:buFont typeface="Sora"/>
              <a:buNone/>
              <a:defRPr b="1" sz="2400">
                <a:latin typeface="Sora"/>
                <a:ea typeface="Sora"/>
                <a:cs typeface="Sora"/>
                <a:sym typeface="Sora"/>
              </a:defRPr>
            </a:lvl9pPr>
          </a:lstStyle>
          <a:p/>
        </p:txBody>
      </p:sp>
      <p:grpSp>
        <p:nvGrpSpPr>
          <p:cNvPr id="556" name="Google Shape;556;p49"/>
          <p:cNvGrpSpPr/>
          <p:nvPr/>
        </p:nvGrpSpPr>
        <p:grpSpPr>
          <a:xfrm>
            <a:off x="-215750" y="-592117"/>
            <a:ext cx="9367675" cy="5637900"/>
            <a:chOff x="-215750" y="-592117"/>
            <a:chExt cx="9367675" cy="5637900"/>
          </a:xfrm>
        </p:grpSpPr>
        <p:grpSp>
          <p:nvGrpSpPr>
            <p:cNvPr id="557" name="Google Shape;557;p49"/>
            <p:cNvGrpSpPr/>
            <p:nvPr/>
          </p:nvGrpSpPr>
          <p:grpSpPr>
            <a:xfrm>
              <a:off x="-215750" y="-592117"/>
              <a:ext cx="9215275" cy="5485500"/>
              <a:chOff x="-215750" y="-592117"/>
              <a:chExt cx="9215275" cy="5485500"/>
            </a:xfrm>
          </p:grpSpPr>
          <p:cxnSp>
            <p:nvCxnSpPr>
              <p:cNvPr id="558" name="Google Shape;558;p49"/>
              <p:cNvCxnSpPr/>
              <p:nvPr/>
            </p:nvCxnSpPr>
            <p:spPr>
              <a:xfrm>
                <a:off x="67325" y="-592117"/>
                <a:ext cx="8932200" cy="5485500"/>
              </a:xfrm>
              <a:prstGeom prst="bentConnector3">
                <a:avLst>
                  <a:gd fmla="val 814" name="adj1"/>
                </a:avLst>
              </a:prstGeom>
              <a:noFill/>
              <a:ln cap="flat" cmpd="sng" w="19050">
                <a:solidFill>
                  <a:schemeClr val="lt2"/>
                </a:solidFill>
                <a:prstDash val="solid"/>
                <a:round/>
                <a:headEnd len="med" w="med" type="none"/>
                <a:tailEnd len="med" w="med" type="oval"/>
              </a:ln>
            </p:spPr>
          </p:cxnSp>
          <p:cxnSp>
            <p:nvCxnSpPr>
              <p:cNvPr id="559" name="Google Shape;559;p49"/>
              <p:cNvCxnSpPr/>
              <p:nvPr/>
            </p:nvCxnSpPr>
            <p:spPr>
              <a:xfrm>
                <a:off x="-215750" y="165250"/>
                <a:ext cx="9111900" cy="126000"/>
              </a:xfrm>
              <a:prstGeom prst="bentConnector3">
                <a:avLst>
                  <a:gd fmla="val 50000" name="adj1"/>
                </a:avLst>
              </a:prstGeom>
              <a:noFill/>
              <a:ln cap="flat" cmpd="sng" w="19050">
                <a:solidFill>
                  <a:schemeClr val="lt2"/>
                </a:solidFill>
                <a:prstDash val="solid"/>
                <a:round/>
                <a:headEnd len="med" w="med" type="none"/>
                <a:tailEnd len="med" w="med" type="oval"/>
              </a:ln>
            </p:spPr>
          </p:cxnSp>
        </p:grpSp>
        <p:cxnSp>
          <p:nvCxnSpPr>
            <p:cNvPr id="560" name="Google Shape;560;p49"/>
            <p:cNvCxnSpPr/>
            <p:nvPr/>
          </p:nvCxnSpPr>
          <p:spPr>
            <a:xfrm>
              <a:off x="-63350" y="317650"/>
              <a:ext cx="9111900" cy="126000"/>
            </a:xfrm>
            <a:prstGeom prst="bentConnector3">
              <a:avLst>
                <a:gd fmla="val 46942" name="adj1"/>
              </a:avLst>
            </a:prstGeom>
            <a:noFill/>
            <a:ln cap="flat" cmpd="sng" w="19050">
              <a:solidFill>
                <a:schemeClr val="lt2"/>
              </a:solidFill>
              <a:prstDash val="solid"/>
              <a:round/>
              <a:headEnd len="med" w="med" type="none"/>
              <a:tailEnd len="med" w="med" type="oval"/>
            </a:ln>
          </p:spPr>
        </p:cxnSp>
        <p:cxnSp>
          <p:nvCxnSpPr>
            <p:cNvPr id="561" name="Google Shape;561;p49"/>
            <p:cNvCxnSpPr/>
            <p:nvPr/>
          </p:nvCxnSpPr>
          <p:spPr>
            <a:xfrm>
              <a:off x="219725" y="-439717"/>
              <a:ext cx="8932200" cy="5485500"/>
            </a:xfrm>
            <a:prstGeom prst="bentConnector3">
              <a:avLst>
                <a:gd fmla="val 814" name="adj1"/>
              </a:avLst>
            </a:prstGeom>
            <a:noFill/>
            <a:ln cap="flat" cmpd="sng" w="19050">
              <a:solidFill>
                <a:schemeClr val="lt2"/>
              </a:solidFill>
              <a:prstDash val="solid"/>
              <a:round/>
              <a:headEnd len="med" w="med" type="none"/>
              <a:tailEnd len="med" w="med" type="oval"/>
            </a:ln>
          </p:spPr>
        </p:cxnSp>
      </p:grpSp>
      <p:grpSp>
        <p:nvGrpSpPr>
          <p:cNvPr id="562" name="Google Shape;562;p49"/>
          <p:cNvGrpSpPr/>
          <p:nvPr/>
        </p:nvGrpSpPr>
        <p:grpSpPr>
          <a:xfrm>
            <a:off x="8430781" y="-10172"/>
            <a:ext cx="568753" cy="4875332"/>
            <a:chOff x="8430781" y="-10172"/>
            <a:chExt cx="568753" cy="4875332"/>
          </a:xfrm>
        </p:grpSpPr>
        <p:grpSp>
          <p:nvGrpSpPr>
            <p:cNvPr id="563" name="Google Shape;563;p49"/>
            <p:cNvGrpSpPr/>
            <p:nvPr/>
          </p:nvGrpSpPr>
          <p:grpSpPr>
            <a:xfrm>
              <a:off x="8576588" y="4496315"/>
              <a:ext cx="422946" cy="368845"/>
              <a:chOff x="8576588" y="4496315"/>
              <a:chExt cx="422946" cy="368845"/>
            </a:xfrm>
          </p:grpSpPr>
          <p:sp>
            <p:nvSpPr>
              <p:cNvPr id="564" name="Google Shape;564;p49"/>
              <p:cNvSpPr/>
              <p:nvPr/>
            </p:nvSpPr>
            <p:spPr>
              <a:xfrm rot="-5400000">
                <a:off x="8576580" y="4720848"/>
                <a:ext cx="144320" cy="144304"/>
              </a:xfrm>
              <a:custGeom>
                <a:rect b="b" l="l" r="r" t="t"/>
                <a:pathLst>
                  <a:path extrusionOk="0" h="3298" w="3298">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49"/>
              <p:cNvSpPr/>
              <p:nvPr/>
            </p:nvSpPr>
            <p:spPr>
              <a:xfrm rot="-5400000">
                <a:off x="8775019" y="4496328"/>
                <a:ext cx="224528" cy="224503"/>
              </a:xfrm>
              <a:custGeom>
                <a:rect b="b" l="l" r="r" t="t"/>
                <a:pathLst>
                  <a:path extrusionOk="0" h="3298" w="3298">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6" name="Google Shape;566;p49"/>
            <p:cNvGrpSpPr/>
            <p:nvPr/>
          </p:nvGrpSpPr>
          <p:grpSpPr>
            <a:xfrm>
              <a:off x="8430781" y="-10172"/>
              <a:ext cx="290111" cy="925970"/>
              <a:chOff x="8430781" y="3939190"/>
              <a:chExt cx="290111" cy="925970"/>
            </a:xfrm>
          </p:grpSpPr>
          <p:sp>
            <p:nvSpPr>
              <p:cNvPr id="567" name="Google Shape;567;p49"/>
              <p:cNvSpPr/>
              <p:nvPr/>
            </p:nvSpPr>
            <p:spPr>
              <a:xfrm rot="-5400000">
                <a:off x="8576580" y="4720848"/>
                <a:ext cx="144320" cy="144304"/>
              </a:xfrm>
              <a:custGeom>
                <a:rect b="b" l="l" r="r" t="t"/>
                <a:pathLst>
                  <a:path extrusionOk="0" h="3298" w="3298">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49"/>
              <p:cNvSpPr/>
              <p:nvPr/>
            </p:nvSpPr>
            <p:spPr>
              <a:xfrm rot="-5400000">
                <a:off x="8430769" y="3939203"/>
                <a:ext cx="224528" cy="224503"/>
              </a:xfrm>
              <a:custGeom>
                <a:rect b="b" l="l" r="r" t="t"/>
                <a:pathLst>
                  <a:path extrusionOk="0" h="3298" w="3298">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569" name="Shape 569"/>
        <p:cNvGrpSpPr/>
        <p:nvPr/>
      </p:nvGrpSpPr>
      <p:grpSpPr>
        <a:xfrm>
          <a:off x="0" y="0"/>
          <a:ext cx="0" cy="0"/>
          <a:chOff x="0" y="0"/>
          <a:chExt cx="0" cy="0"/>
        </a:xfrm>
      </p:grpSpPr>
      <p:sp>
        <p:nvSpPr>
          <p:cNvPr id="570" name="Google Shape;570;p5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571" name="Google Shape;571;p50"/>
          <p:cNvSpPr txBox="1"/>
          <p:nvPr>
            <p:ph idx="1" type="subTitle"/>
          </p:nvPr>
        </p:nvSpPr>
        <p:spPr>
          <a:xfrm>
            <a:off x="946900" y="1391225"/>
            <a:ext cx="3655800" cy="2788500"/>
          </a:xfrm>
          <a:prstGeom prst="rect">
            <a:avLst/>
          </a:prstGeom>
        </p:spPr>
        <p:txBody>
          <a:bodyPr anchorCtr="0" anchor="t" bIns="91425" lIns="91425" spcFirstLastPara="1" rIns="91425" wrap="square" tIns="91425">
            <a:noAutofit/>
          </a:bodyPr>
          <a:lstStyle>
            <a:lvl1pPr lvl="0">
              <a:spcBef>
                <a:spcPts val="0"/>
              </a:spcBef>
              <a:spcAft>
                <a:spcPts val="0"/>
              </a:spcAft>
              <a:buSzPts val="1400"/>
              <a:buChar char="●"/>
              <a:defRPr/>
            </a:lvl1pPr>
            <a:lvl2pPr lvl="1" algn="ctr">
              <a:lnSpc>
                <a:spcPct val="100000"/>
              </a:lnSpc>
              <a:spcBef>
                <a:spcPts val="0"/>
              </a:spcBef>
              <a:spcAft>
                <a:spcPts val="0"/>
              </a:spcAft>
              <a:buSzPts val="1400"/>
              <a:buChar char="○"/>
              <a:defRPr/>
            </a:lvl2pPr>
            <a:lvl3pPr lvl="2" algn="ctr">
              <a:lnSpc>
                <a:spcPct val="100000"/>
              </a:lnSpc>
              <a:spcBef>
                <a:spcPts val="0"/>
              </a:spcBef>
              <a:spcAft>
                <a:spcPts val="0"/>
              </a:spcAft>
              <a:buSzPts val="1400"/>
              <a:buChar char="■"/>
              <a:defRPr/>
            </a:lvl3pPr>
            <a:lvl4pPr lvl="3" algn="ctr">
              <a:lnSpc>
                <a:spcPct val="100000"/>
              </a:lnSpc>
              <a:spcBef>
                <a:spcPts val="0"/>
              </a:spcBef>
              <a:spcAft>
                <a:spcPts val="0"/>
              </a:spcAft>
              <a:buSzPts val="1400"/>
              <a:buChar char="●"/>
              <a:defRPr/>
            </a:lvl4pPr>
            <a:lvl5pPr lvl="4" algn="ctr">
              <a:lnSpc>
                <a:spcPct val="100000"/>
              </a:lnSpc>
              <a:spcBef>
                <a:spcPts val="0"/>
              </a:spcBef>
              <a:spcAft>
                <a:spcPts val="0"/>
              </a:spcAft>
              <a:buSzPts val="1400"/>
              <a:buChar char="○"/>
              <a:defRPr/>
            </a:lvl5pPr>
            <a:lvl6pPr lvl="5" algn="ctr">
              <a:lnSpc>
                <a:spcPct val="100000"/>
              </a:lnSpc>
              <a:spcBef>
                <a:spcPts val="0"/>
              </a:spcBef>
              <a:spcAft>
                <a:spcPts val="0"/>
              </a:spcAft>
              <a:buSzPts val="1400"/>
              <a:buChar char="■"/>
              <a:defRPr/>
            </a:lvl6pPr>
            <a:lvl7pPr lvl="6" algn="ctr">
              <a:lnSpc>
                <a:spcPct val="100000"/>
              </a:lnSpc>
              <a:spcBef>
                <a:spcPts val="0"/>
              </a:spcBef>
              <a:spcAft>
                <a:spcPts val="0"/>
              </a:spcAft>
              <a:buSzPts val="1400"/>
              <a:buChar char="●"/>
              <a:defRPr/>
            </a:lvl7pPr>
            <a:lvl8pPr lvl="7" algn="ctr">
              <a:lnSpc>
                <a:spcPct val="100000"/>
              </a:lnSpc>
              <a:spcBef>
                <a:spcPts val="0"/>
              </a:spcBef>
              <a:spcAft>
                <a:spcPts val="0"/>
              </a:spcAft>
              <a:buSzPts val="1400"/>
              <a:buChar char="○"/>
              <a:defRPr/>
            </a:lvl8pPr>
            <a:lvl9pPr lvl="8" algn="ctr">
              <a:lnSpc>
                <a:spcPct val="100000"/>
              </a:lnSpc>
              <a:spcBef>
                <a:spcPts val="0"/>
              </a:spcBef>
              <a:spcAft>
                <a:spcPts val="0"/>
              </a:spcAft>
              <a:buSzPts val="1400"/>
              <a:buChar char="■"/>
              <a:defRPr/>
            </a:lvl9pPr>
          </a:lstStyle>
          <a:p/>
        </p:txBody>
      </p:sp>
      <p:sp>
        <p:nvSpPr>
          <p:cNvPr id="572" name="Google Shape;572;p50"/>
          <p:cNvSpPr txBox="1"/>
          <p:nvPr>
            <p:ph idx="2" type="subTitle"/>
          </p:nvPr>
        </p:nvSpPr>
        <p:spPr>
          <a:xfrm>
            <a:off x="4768200" y="1391225"/>
            <a:ext cx="3655800" cy="2788500"/>
          </a:xfrm>
          <a:prstGeom prst="rect">
            <a:avLst/>
          </a:prstGeom>
        </p:spPr>
        <p:txBody>
          <a:bodyPr anchorCtr="0" anchor="t" bIns="91425" lIns="91425" spcFirstLastPara="1" rIns="91425" wrap="square" tIns="91425">
            <a:noAutofit/>
          </a:bodyPr>
          <a:lstStyle>
            <a:lvl1pPr lvl="0">
              <a:spcBef>
                <a:spcPts val="0"/>
              </a:spcBef>
              <a:spcAft>
                <a:spcPts val="0"/>
              </a:spcAft>
              <a:buSzPts val="1400"/>
              <a:buChar char="●"/>
              <a:defRPr b="1"/>
            </a:lvl1pPr>
            <a:lvl2pPr lvl="1" algn="ctr">
              <a:lnSpc>
                <a:spcPct val="100000"/>
              </a:lnSpc>
              <a:spcBef>
                <a:spcPts val="0"/>
              </a:spcBef>
              <a:spcAft>
                <a:spcPts val="0"/>
              </a:spcAft>
              <a:buSzPts val="1400"/>
              <a:buChar char="○"/>
              <a:defRPr/>
            </a:lvl2pPr>
            <a:lvl3pPr lvl="2" algn="ctr">
              <a:lnSpc>
                <a:spcPct val="100000"/>
              </a:lnSpc>
              <a:spcBef>
                <a:spcPts val="0"/>
              </a:spcBef>
              <a:spcAft>
                <a:spcPts val="0"/>
              </a:spcAft>
              <a:buSzPts val="1400"/>
              <a:buChar char="■"/>
              <a:defRPr/>
            </a:lvl3pPr>
            <a:lvl4pPr lvl="3" algn="ctr">
              <a:lnSpc>
                <a:spcPct val="100000"/>
              </a:lnSpc>
              <a:spcBef>
                <a:spcPts val="0"/>
              </a:spcBef>
              <a:spcAft>
                <a:spcPts val="0"/>
              </a:spcAft>
              <a:buSzPts val="1400"/>
              <a:buChar char="●"/>
              <a:defRPr/>
            </a:lvl4pPr>
            <a:lvl5pPr lvl="4" algn="ctr">
              <a:lnSpc>
                <a:spcPct val="100000"/>
              </a:lnSpc>
              <a:spcBef>
                <a:spcPts val="0"/>
              </a:spcBef>
              <a:spcAft>
                <a:spcPts val="0"/>
              </a:spcAft>
              <a:buSzPts val="1400"/>
              <a:buChar char="○"/>
              <a:defRPr/>
            </a:lvl5pPr>
            <a:lvl6pPr lvl="5" algn="ctr">
              <a:lnSpc>
                <a:spcPct val="100000"/>
              </a:lnSpc>
              <a:spcBef>
                <a:spcPts val="0"/>
              </a:spcBef>
              <a:spcAft>
                <a:spcPts val="0"/>
              </a:spcAft>
              <a:buSzPts val="1400"/>
              <a:buChar char="■"/>
              <a:defRPr/>
            </a:lvl6pPr>
            <a:lvl7pPr lvl="6" algn="ctr">
              <a:lnSpc>
                <a:spcPct val="100000"/>
              </a:lnSpc>
              <a:spcBef>
                <a:spcPts val="0"/>
              </a:spcBef>
              <a:spcAft>
                <a:spcPts val="0"/>
              </a:spcAft>
              <a:buSzPts val="1400"/>
              <a:buChar char="●"/>
              <a:defRPr/>
            </a:lvl7pPr>
            <a:lvl8pPr lvl="7" algn="ctr">
              <a:lnSpc>
                <a:spcPct val="100000"/>
              </a:lnSpc>
              <a:spcBef>
                <a:spcPts val="0"/>
              </a:spcBef>
              <a:spcAft>
                <a:spcPts val="0"/>
              </a:spcAft>
              <a:buSzPts val="1400"/>
              <a:buChar char="○"/>
              <a:defRPr/>
            </a:lvl8pPr>
            <a:lvl9pPr lvl="8" algn="ctr">
              <a:lnSpc>
                <a:spcPct val="100000"/>
              </a:lnSpc>
              <a:spcBef>
                <a:spcPts val="0"/>
              </a:spcBef>
              <a:spcAft>
                <a:spcPts val="0"/>
              </a:spcAft>
              <a:buSzPts val="1400"/>
              <a:buChar char="■"/>
              <a:defRPr/>
            </a:lvl9pPr>
          </a:lstStyle>
          <a:p/>
        </p:txBody>
      </p:sp>
      <p:grpSp>
        <p:nvGrpSpPr>
          <p:cNvPr id="573" name="Google Shape;573;p50"/>
          <p:cNvGrpSpPr/>
          <p:nvPr/>
        </p:nvGrpSpPr>
        <p:grpSpPr>
          <a:xfrm>
            <a:off x="151350" y="-3269025"/>
            <a:ext cx="9343200" cy="7939700"/>
            <a:chOff x="151350" y="-3269025"/>
            <a:chExt cx="9343200" cy="7939700"/>
          </a:xfrm>
        </p:grpSpPr>
        <p:cxnSp>
          <p:nvCxnSpPr>
            <p:cNvPr id="574" name="Google Shape;574;p50"/>
            <p:cNvCxnSpPr/>
            <p:nvPr/>
          </p:nvCxnSpPr>
          <p:spPr>
            <a:xfrm rot="5400000">
              <a:off x="7864150" y="-105625"/>
              <a:ext cx="2082300" cy="729600"/>
            </a:xfrm>
            <a:prstGeom prst="bentConnector3">
              <a:avLst>
                <a:gd fmla="val 43507" name="adj1"/>
              </a:avLst>
            </a:prstGeom>
            <a:noFill/>
            <a:ln cap="flat" cmpd="sng" w="19050">
              <a:solidFill>
                <a:schemeClr val="lt2"/>
              </a:solidFill>
              <a:prstDash val="solid"/>
              <a:round/>
              <a:headEnd len="med" w="med" type="none"/>
              <a:tailEnd len="med" w="med" type="oval"/>
            </a:ln>
          </p:spPr>
        </p:cxnSp>
        <p:cxnSp>
          <p:nvCxnSpPr>
            <p:cNvPr id="575" name="Google Shape;575;p50"/>
            <p:cNvCxnSpPr/>
            <p:nvPr/>
          </p:nvCxnSpPr>
          <p:spPr>
            <a:xfrm rot="5400000">
              <a:off x="8105550" y="-44125"/>
              <a:ext cx="1866600" cy="606600"/>
            </a:xfrm>
            <a:prstGeom prst="bentConnector3">
              <a:avLst>
                <a:gd fmla="val 50000" name="adj1"/>
              </a:avLst>
            </a:prstGeom>
            <a:noFill/>
            <a:ln cap="flat" cmpd="sng" w="19050">
              <a:solidFill>
                <a:schemeClr val="lt2"/>
              </a:solidFill>
              <a:prstDash val="solid"/>
              <a:round/>
              <a:headEnd len="med" w="med" type="none"/>
              <a:tailEnd len="med" w="med" type="oval"/>
            </a:ln>
          </p:spPr>
        </p:cxnSp>
        <p:cxnSp>
          <p:nvCxnSpPr>
            <p:cNvPr id="576" name="Google Shape;576;p50"/>
            <p:cNvCxnSpPr/>
            <p:nvPr/>
          </p:nvCxnSpPr>
          <p:spPr>
            <a:xfrm flipH="1" rot="-5400000">
              <a:off x="6680600" y="1389250"/>
              <a:ext cx="3956400" cy="30300"/>
            </a:xfrm>
            <a:prstGeom prst="bentConnector3">
              <a:avLst>
                <a:gd fmla="val 50000" name="adj1"/>
              </a:avLst>
            </a:prstGeom>
            <a:noFill/>
            <a:ln cap="flat" cmpd="sng" w="19050">
              <a:solidFill>
                <a:schemeClr val="lt2"/>
              </a:solidFill>
              <a:prstDash val="solid"/>
              <a:round/>
              <a:headEnd len="med" w="med" type="none"/>
              <a:tailEnd len="med" w="med" type="oval"/>
            </a:ln>
          </p:spPr>
        </p:cxnSp>
        <p:cxnSp>
          <p:nvCxnSpPr>
            <p:cNvPr id="577" name="Google Shape;577;p50"/>
            <p:cNvCxnSpPr/>
            <p:nvPr/>
          </p:nvCxnSpPr>
          <p:spPr>
            <a:xfrm rot="5400000">
              <a:off x="6559050" y="1735175"/>
              <a:ext cx="5192400" cy="678600"/>
            </a:xfrm>
            <a:prstGeom prst="bentConnector3">
              <a:avLst>
                <a:gd fmla="val 35464" name="adj1"/>
              </a:avLst>
            </a:prstGeom>
            <a:noFill/>
            <a:ln cap="flat" cmpd="sng" w="19050">
              <a:solidFill>
                <a:schemeClr val="lt2"/>
              </a:solidFill>
              <a:prstDash val="solid"/>
              <a:round/>
              <a:headEnd len="med" w="med" type="none"/>
              <a:tailEnd len="med" w="med" type="oval"/>
            </a:ln>
          </p:spPr>
        </p:cxnSp>
        <p:cxnSp>
          <p:nvCxnSpPr>
            <p:cNvPr id="578" name="Google Shape;578;p50"/>
            <p:cNvCxnSpPr/>
            <p:nvPr/>
          </p:nvCxnSpPr>
          <p:spPr>
            <a:xfrm rot="5400000">
              <a:off x="-1267400" y="-1712325"/>
              <a:ext cx="3789900" cy="676500"/>
            </a:xfrm>
            <a:prstGeom prst="bentConnector3">
              <a:avLst>
                <a:gd fmla="val 50000" name="adj1"/>
              </a:avLst>
            </a:prstGeom>
            <a:noFill/>
            <a:ln cap="flat" cmpd="sng" w="19050">
              <a:solidFill>
                <a:schemeClr val="lt2"/>
              </a:solidFill>
              <a:prstDash val="solid"/>
              <a:round/>
              <a:headEnd len="med" w="med" type="none"/>
              <a:tailEnd len="med" w="med" type="oval"/>
            </a:ln>
          </p:spPr>
        </p:cxnSp>
        <p:cxnSp>
          <p:nvCxnSpPr>
            <p:cNvPr id="579" name="Google Shape;579;p50"/>
            <p:cNvCxnSpPr/>
            <p:nvPr/>
          </p:nvCxnSpPr>
          <p:spPr>
            <a:xfrm rot="5400000">
              <a:off x="-1476000" y="-1533825"/>
              <a:ext cx="4141200" cy="886500"/>
            </a:xfrm>
            <a:prstGeom prst="bentConnector3">
              <a:avLst>
                <a:gd fmla="val 50000" name="adj1"/>
              </a:avLst>
            </a:prstGeom>
            <a:noFill/>
            <a:ln cap="flat" cmpd="sng" w="19050">
              <a:solidFill>
                <a:schemeClr val="lt2"/>
              </a:solidFill>
              <a:prstDash val="solid"/>
              <a:round/>
              <a:headEnd len="med" w="med" type="none"/>
              <a:tailEnd len="med" w="med" type="oval"/>
            </a:ln>
          </p:spPr>
        </p:cxnSp>
        <p:cxnSp>
          <p:nvCxnSpPr>
            <p:cNvPr id="580" name="Google Shape;580;p50"/>
            <p:cNvCxnSpPr/>
            <p:nvPr/>
          </p:nvCxnSpPr>
          <p:spPr>
            <a:xfrm flipH="1" rot="-5400000">
              <a:off x="-1623700" y="-1097800"/>
              <a:ext cx="3956400" cy="30300"/>
            </a:xfrm>
            <a:prstGeom prst="bentConnector3">
              <a:avLst>
                <a:gd fmla="val 50000" name="adj1"/>
              </a:avLst>
            </a:prstGeom>
            <a:noFill/>
            <a:ln cap="flat" cmpd="sng" w="19050">
              <a:solidFill>
                <a:schemeClr val="lt2"/>
              </a:solidFill>
              <a:prstDash val="solid"/>
              <a:round/>
              <a:headEnd len="med" w="med" type="none"/>
              <a:tailEnd len="med" w="med" type="oval"/>
            </a:ln>
          </p:spPr>
        </p:cxnSp>
        <p:cxnSp>
          <p:nvCxnSpPr>
            <p:cNvPr id="581" name="Google Shape;581;p50"/>
            <p:cNvCxnSpPr/>
            <p:nvPr/>
          </p:nvCxnSpPr>
          <p:spPr>
            <a:xfrm rot="5400000">
              <a:off x="-1745250" y="-751875"/>
              <a:ext cx="5192400" cy="678600"/>
            </a:xfrm>
            <a:prstGeom prst="bentConnector3">
              <a:avLst>
                <a:gd fmla="val 35464" name="adj1"/>
              </a:avLst>
            </a:prstGeom>
            <a:noFill/>
            <a:ln cap="flat" cmpd="sng" w="19050">
              <a:solidFill>
                <a:schemeClr val="lt2"/>
              </a:solidFill>
              <a:prstDash val="solid"/>
              <a:round/>
              <a:headEnd len="med" w="med" type="none"/>
              <a:tailEnd len="med" w="med" type="oval"/>
            </a:ln>
          </p:spPr>
        </p:cxnSp>
      </p:grpSp>
      <p:grpSp>
        <p:nvGrpSpPr>
          <p:cNvPr id="582" name="Google Shape;582;p50"/>
          <p:cNvGrpSpPr/>
          <p:nvPr/>
        </p:nvGrpSpPr>
        <p:grpSpPr>
          <a:xfrm>
            <a:off x="151475" y="1703025"/>
            <a:ext cx="8644525" cy="3344075"/>
            <a:chOff x="151475" y="1703025"/>
            <a:chExt cx="8644525" cy="3344075"/>
          </a:xfrm>
        </p:grpSpPr>
        <p:sp>
          <p:nvSpPr>
            <p:cNvPr id="583" name="Google Shape;583;p50"/>
            <p:cNvSpPr/>
            <p:nvPr/>
          </p:nvSpPr>
          <p:spPr>
            <a:xfrm>
              <a:off x="151475" y="1703025"/>
              <a:ext cx="183600" cy="1836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84" name="Google Shape;584;p50"/>
            <p:cNvSpPr/>
            <p:nvPr/>
          </p:nvSpPr>
          <p:spPr>
            <a:xfrm>
              <a:off x="335075" y="2612825"/>
              <a:ext cx="83400" cy="834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85" name="Google Shape;585;p50"/>
            <p:cNvSpPr/>
            <p:nvPr/>
          </p:nvSpPr>
          <p:spPr>
            <a:xfrm>
              <a:off x="235000" y="2880000"/>
              <a:ext cx="183600" cy="183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86" name="Google Shape;586;p50"/>
            <p:cNvSpPr/>
            <p:nvPr/>
          </p:nvSpPr>
          <p:spPr>
            <a:xfrm>
              <a:off x="335075" y="3371175"/>
              <a:ext cx="83400" cy="834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587" name="Google Shape;587;p50"/>
            <p:cNvSpPr/>
            <p:nvPr/>
          </p:nvSpPr>
          <p:spPr>
            <a:xfrm>
              <a:off x="8612400" y="4863500"/>
              <a:ext cx="183600" cy="183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588" name="Shape 588"/>
        <p:cNvGrpSpPr/>
        <p:nvPr/>
      </p:nvGrpSpPr>
      <p:grpSpPr>
        <a:xfrm>
          <a:off x="0" y="0"/>
          <a:ext cx="0" cy="0"/>
          <a:chOff x="0" y="0"/>
          <a:chExt cx="0" cy="0"/>
        </a:xfrm>
      </p:grpSpPr>
      <p:sp>
        <p:nvSpPr>
          <p:cNvPr id="589" name="Google Shape;589;p51"/>
          <p:cNvSpPr txBox="1"/>
          <p:nvPr>
            <p:ph idx="1" type="subTitle"/>
          </p:nvPr>
        </p:nvSpPr>
        <p:spPr>
          <a:xfrm>
            <a:off x="937700" y="3138773"/>
            <a:ext cx="2175300" cy="861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SzPts val="1400"/>
              <a:buNone/>
              <a:defRPr sz="1400"/>
            </a:lvl1pPr>
            <a:lvl2pPr lvl="1">
              <a:lnSpc>
                <a:spcPct val="115000"/>
              </a:lnSpc>
              <a:spcBef>
                <a:spcPts val="0"/>
              </a:spcBef>
              <a:spcAft>
                <a:spcPts val="0"/>
              </a:spcAft>
              <a:buSzPts val="1400"/>
              <a:buNone/>
              <a:defRPr/>
            </a:lvl2pPr>
            <a:lvl3pPr lvl="2">
              <a:lnSpc>
                <a:spcPct val="115000"/>
              </a:lnSpc>
              <a:spcBef>
                <a:spcPts val="0"/>
              </a:spcBef>
              <a:spcAft>
                <a:spcPts val="0"/>
              </a:spcAft>
              <a:buSzPts val="1400"/>
              <a:buNone/>
              <a:defRPr/>
            </a:lvl3pPr>
            <a:lvl4pPr lvl="3">
              <a:lnSpc>
                <a:spcPct val="115000"/>
              </a:lnSpc>
              <a:spcBef>
                <a:spcPts val="0"/>
              </a:spcBef>
              <a:spcAft>
                <a:spcPts val="0"/>
              </a:spcAft>
              <a:buSzPts val="1400"/>
              <a:buNone/>
              <a:defRPr/>
            </a:lvl4pPr>
            <a:lvl5pPr lvl="4">
              <a:lnSpc>
                <a:spcPct val="115000"/>
              </a:lnSpc>
              <a:spcBef>
                <a:spcPts val="0"/>
              </a:spcBef>
              <a:spcAft>
                <a:spcPts val="0"/>
              </a:spcAft>
              <a:buSzPts val="1400"/>
              <a:buNone/>
              <a:defRPr/>
            </a:lvl5pPr>
            <a:lvl6pPr lvl="5">
              <a:lnSpc>
                <a:spcPct val="115000"/>
              </a:lnSpc>
              <a:spcBef>
                <a:spcPts val="0"/>
              </a:spcBef>
              <a:spcAft>
                <a:spcPts val="0"/>
              </a:spcAft>
              <a:buSzPts val="1400"/>
              <a:buNone/>
              <a:defRPr/>
            </a:lvl6pPr>
            <a:lvl7pPr lvl="6">
              <a:lnSpc>
                <a:spcPct val="115000"/>
              </a:lnSpc>
              <a:spcBef>
                <a:spcPts val="0"/>
              </a:spcBef>
              <a:spcAft>
                <a:spcPts val="0"/>
              </a:spcAft>
              <a:buSzPts val="1400"/>
              <a:buNone/>
              <a:defRPr/>
            </a:lvl7pPr>
            <a:lvl8pPr lvl="7">
              <a:lnSpc>
                <a:spcPct val="115000"/>
              </a:lnSpc>
              <a:spcBef>
                <a:spcPts val="0"/>
              </a:spcBef>
              <a:spcAft>
                <a:spcPts val="0"/>
              </a:spcAft>
              <a:buSzPts val="1400"/>
              <a:buNone/>
              <a:defRPr/>
            </a:lvl8pPr>
            <a:lvl9pPr lvl="8">
              <a:lnSpc>
                <a:spcPct val="115000"/>
              </a:lnSpc>
              <a:spcBef>
                <a:spcPts val="0"/>
              </a:spcBef>
              <a:spcAft>
                <a:spcPts val="0"/>
              </a:spcAft>
              <a:buSzPts val="1400"/>
              <a:buNone/>
              <a:defRPr/>
            </a:lvl9pPr>
          </a:lstStyle>
          <a:p/>
        </p:txBody>
      </p:sp>
      <p:sp>
        <p:nvSpPr>
          <p:cNvPr id="590" name="Google Shape;590;p51"/>
          <p:cNvSpPr txBox="1"/>
          <p:nvPr>
            <p:ph idx="2" type="subTitle"/>
          </p:nvPr>
        </p:nvSpPr>
        <p:spPr>
          <a:xfrm>
            <a:off x="3484422" y="3138773"/>
            <a:ext cx="2175300" cy="861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SzPts val="1400"/>
              <a:buNone/>
              <a:defRPr sz="1400"/>
            </a:lvl1pPr>
            <a:lvl2pPr lvl="1">
              <a:lnSpc>
                <a:spcPct val="115000"/>
              </a:lnSpc>
              <a:spcBef>
                <a:spcPts val="0"/>
              </a:spcBef>
              <a:spcAft>
                <a:spcPts val="0"/>
              </a:spcAft>
              <a:buSzPts val="1400"/>
              <a:buNone/>
              <a:defRPr/>
            </a:lvl2pPr>
            <a:lvl3pPr lvl="2">
              <a:lnSpc>
                <a:spcPct val="115000"/>
              </a:lnSpc>
              <a:spcBef>
                <a:spcPts val="0"/>
              </a:spcBef>
              <a:spcAft>
                <a:spcPts val="0"/>
              </a:spcAft>
              <a:buSzPts val="1400"/>
              <a:buNone/>
              <a:defRPr/>
            </a:lvl3pPr>
            <a:lvl4pPr lvl="3">
              <a:lnSpc>
                <a:spcPct val="115000"/>
              </a:lnSpc>
              <a:spcBef>
                <a:spcPts val="0"/>
              </a:spcBef>
              <a:spcAft>
                <a:spcPts val="0"/>
              </a:spcAft>
              <a:buSzPts val="1400"/>
              <a:buNone/>
              <a:defRPr/>
            </a:lvl4pPr>
            <a:lvl5pPr lvl="4">
              <a:lnSpc>
                <a:spcPct val="115000"/>
              </a:lnSpc>
              <a:spcBef>
                <a:spcPts val="0"/>
              </a:spcBef>
              <a:spcAft>
                <a:spcPts val="0"/>
              </a:spcAft>
              <a:buSzPts val="1400"/>
              <a:buNone/>
              <a:defRPr/>
            </a:lvl5pPr>
            <a:lvl6pPr lvl="5">
              <a:lnSpc>
                <a:spcPct val="115000"/>
              </a:lnSpc>
              <a:spcBef>
                <a:spcPts val="0"/>
              </a:spcBef>
              <a:spcAft>
                <a:spcPts val="0"/>
              </a:spcAft>
              <a:buSzPts val="1400"/>
              <a:buNone/>
              <a:defRPr/>
            </a:lvl6pPr>
            <a:lvl7pPr lvl="6">
              <a:lnSpc>
                <a:spcPct val="115000"/>
              </a:lnSpc>
              <a:spcBef>
                <a:spcPts val="0"/>
              </a:spcBef>
              <a:spcAft>
                <a:spcPts val="0"/>
              </a:spcAft>
              <a:buSzPts val="1400"/>
              <a:buNone/>
              <a:defRPr/>
            </a:lvl7pPr>
            <a:lvl8pPr lvl="7">
              <a:lnSpc>
                <a:spcPct val="115000"/>
              </a:lnSpc>
              <a:spcBef>
                <a:spcPts val="0"/>
              </a:spcBef>
              <a:spcAft>
                <a:spcPts val="0"/>
              </a:spcAft>
              <a:buSzPts val="1400"/>
              <a:buNone/>
              <a:defRPr/>
            </a:lvl8pPr>
            <a:lvl9pPr lvl="8">
              <a:lnSpc>
                <a:spcPct val="115000"/>
              </a:lnSpc>
              <a:spcBef>
                <a:spcPts val="0"/>
              </a:spcBef>
              <a:spcAft>
                <a:spcPts val="0"/>
              </a:spcAft>
              <a:buSzPts val="1400"/>
              <a:buNone/>
              <a:defRPr/>
            </a:lvl9pPr>
          </a:lstStyle>
          <a:p/>
        </p:txBody>
      </p:sp>
      <p:sp>
        <p:nvSpPr>
          <p:cNvPr id="591" name="Google Shape;591;p51"/>
          <p:cNvSpPr txBox="1"/>
          <p:nvPr>
            <p:ph idx="3" type="subTitle"/>
          </p:nvPr>
        </p:nvSpPr>
        <p:spPr>
          <a:xfrm>
            <a:off x="6031150" y="3138773"/>
            <a:ext cx="2175300" cy="861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SzPts val="1400"/>
              <a:buNone/>
              <a:defRPr sz="1400"/>
            </a:lvl1pPr>
            <a:lvl2pPr lvl="1">
              <a:lnSpc>
                <a:spcPct val="115000"/>
              </a:lnSpc>
              <a:spcBef>
                <a:spcPts val="0"/>
              </a:spcBef>
              <a:spcAft>
                <a:spcPts val="0"/>
              </a:spcAft>
              <a:buSzPts val="1400"/>
              <a:buNone/>
              <a:defRPr/>
            </a:lvl2pPr>
            <a:lvl3pPr lvl="2">
              <a:lnSpc>
                <a:spcPct val="115000"/>
              </a:lnSpc>
              <a:spcBef>
                <a:spcPts val="0"/>
              </a:spcBef>
              <a:spcAft>
                <a:spcPts val="0"/>
              </a:spcAft>
              <a:buSzPts val="1400"/>
              <a:buNone/>
              <a:defRPr/>
            </a:lvl3pPr>
            <a:lvl4pPr lvl="3">
              <a:lnSpc>
                <a:spcPct val="115000"/>
              </a:lnSpc>
              <a:spcBef>
                <a:spcPts val="0"/>
              </a:spcBef>
              <a:spcAft>
                <a:spcPts val="0"/>
              </a:spcAft>
              <a:buSzPts val="1400"/>
              <a:buNone/>
              <a:defRPr/>
            </a:lvl4pPr>
            <a:lvl5pPr lvl="4">
              <a:lnSpc>
                <a:spcPct val="115000"/>
              </a:lnSpc>
              <a:spcBef>
                <a:spcPts val="0"/>
              </a:spcBef>
              <a:spcAft>
                <a:spcPts val="0"/>
              </a:spcAft>
              <a:buSzPts val="1400"/>
              <a:buNone/>
              <a:defRPr/>
            </a:lvl5pPr>
            <a:lvl6pPr lvl="5">
              <a:lnSpc>
                <a:spcPct val="115000"/>
              </a:lnSpc>
              <a:spcBef>
                <a:spcPts val="0"/>
              </a:spcBef>
              <a:spcAft>
                <a:spcPts val="0"/>
              </a:spcAft>
              <a:buSzPts val="1400"/>
              <a:buNone/>
              <a:defRPr/>
            </a:lvl6pPr>
            <a:lvl7pPr lvl="6">
              <a:lnSpc>
                <a:spcPct val="115000"/>
              </a:lnSpc>
              <a:spcBef>
                <a:spcPts val="0"/>
              </a:spcBef>
              <a:spcAft>
                <a:spcPts val="0"/>
              </a:spcAft>
              <a:buSzPts val="1400"/>
              <a:buNone/>
              <a:defRPr/>
            </a:lvl7pPr>
            <a:lvl8pPr lvl="7">
              <a:lnSpc>
                <a:spcPct val="115000"/>
              </a:lnSpc>
              <a:spcBef>
                <a:spcPts val="0"/>
              </a:spcBef>
              <a:spcAft>
                <a:spcPts val="0"/>
              </a:spcAft>
              <a:buSzPts val="1400"/>
              <a:buNone/>
              <a:defRPr/>
            </a:lvl8pPr>
            <a:lvl9pPr lvl="8">
              <a:lnSpc>
                <a:spcPct val="115000"/>
              </a:lnSpc>
              <a:spcBef>
                <a:spcPts val="0"/>
              </a:spcBef>
              <a:spcAft>
                <a:spcPts val="0"/>
              </a:spcAft>
              <a:buSzPts val="1400"/>
              <a:buNone/>
              <a:defRPr/>
            </a:lvl9pPr>
          </a:lstStyle>
          <a:p/>
        </p:txBody>
      </p:sp>
      <p:sp>
        <p:nvSpPr>
          <p:cNvPr id="592" name="Google Shape;592;p5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593" name="Google Shape;593;p51"/>
          <p:cNvSpPr txBox="1"/>
          <p:nvPr>
            <p:ph idx="4" type="subTitle"/>
          </p:nvPr>
        </p:nvSpPr>
        <p:spPr>
          <a:xfrm>
            <a:off x="937700" y="2828225"/>
            <a:ext cx="2175300" cy="3942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SzPts val="2400"/>
              <a:buFont typeface="Sora"/>
              <a:buNone/>
              <a:defRPr b="1" sz="2000">
                <a:latin typeface="Sora"/>
                <a:ea typeface="Sora"/>
                <a:cs typeface="Sora"/>
                <a:sym typeface="Sora"/>
              </a:defRPr>
            </a:lvl1pPr>
            <a:lvl2pPr lvl="1">
              <a:lnSpc>
                <a:spcPct val="115000"/>
              </a:lnSpc>
              <a:spcBef>
                <a:spcPts val="0"/>
              </a:spcBef>
              <a:spcAft>
                <a:spcPts val="0"/>
              </a:spcAft>
              <a:buSzPts val="2400"/>
              <a:buFont typeface="Sora"/>
              <a:buNone/>
              <a:defRPr b="1" sz="2400">
                <a:latin typeface="Sora"/>
                <a:ea typeface="Sora"/>
                <a:cs typeface="Sora"/>
                <a:sym typeface="Sora"/>
              </a:defRPr>
            </a:lvl2pPr>
            <a:lvl3pPr lvl="2">
              <a:lnSpc>
                <a:spcPct val="115000"/>
              </a:lnSpc>
              <a:spcBef>
                <a:spcPts val="0"/>
              </a:spcBef>
              <a:spcAft>
                <a:spcPts val="0"/>
              </a:spcAft>
              <a:buSzPts val="2400"/>
              <a:buFont typeface="Sora"/>
              <a:buNone/>
              <a:defRPr b="1" sz="2400">
                <a:latin typeface="Sora"/>
                <a:ea typeface="Sora"/>
                <a:cs typeface="Sora"/>
                <a:sym typeface="Sora"/>
              </a:defRPr>
            </a:lvl3pPr>
            <a:lvl4pPr lvl="3">
              <a:lnSpc>
                <a:spcPct val="115000"/>
              </a:lnSpc>
              <a:spcBef>
                <a:spcPts val="0"/>
              </a:spcBef>
              <a:spcAft>
                <a:spcPts val="0"/>
              </a:spcAft>
              <a:buSzPts val="2400"/>
              <a:buFont typeface="Sora"/>
              <a:buNone/>
              <a:defRPr b="1" sz="2400">
                <a:latin typeface="Sora"/>
                <a:ea typeface="Sora"/>
                <a:cs typeface="Sora"/>
                <a:sym typeface="Sora"/>
              </a:defRPr>
            </a:lvl4pPr>
            <a:lvl5pPr lvl="4">
              <a:lnSpc>
                <a:spcPct val="115000"/>
              </a:lnSpc>
              <a:spcBef>
                <a:spcPts val="0"/>
              </a:spcBef>
              <a:spcAft>
                <a:spcPts val="0"/>
              </a:spcAft>
              <a:buSzPts val="2400"/>
              <a:buFont typeface="Sora"/>
              <a:buNone/>
              <a:defRPr b="1" sz="2400">
                <a:latin typeface="Sora"/>
                <a:ea typeface="Sora"/>
                <a:cs typeface="Sora"/>
                <a:sym typeface="Sora"/>
              </a:defRPr>
            </a:lvl5pPr>
            <a:lvl6pPr lvl="5">
              <a:lnSpc>
                <a:spcPct val="115000"/>
              </a:lnSpc>
              <a:spcBef>
                <a:spcPts val="0"/>
              </a:spcBef>
              <a:spcAft>
                <a:spcPts val="0"/>
              </a:spcAft>
              <a:buSzPts val="2400"/>
              <a:buFont typeface="Sora"/>
              <a:buNone/>
              <a:defRPr b="1" sz="2400">
                <a:latin typeface="Sora"/>
                <a:ea typeface="Sora"/>
                <a:cs typeface="Sora"/>
                <a:sym typeface="Sora"/>
              </a:defRPr>
            </a:lvl6pPr>
            <a:lvl7pPr lvl="6">
              <a:lnSpc>
                <a:spcPct val="115000"/>
              </a:lnSpc>
              <a:spcBef>
                <a:spcPts val="0"/>
              </a:spcBef>
              <a:spcAft>
                <a:spcPts val="0"/>
              </a:spcAft>
              <a:buSzPts val="2400"/>
              <a:buFont typeface="Sora"/>
              <a:buNone/>
              <a:defRPr b="1" sz="2400">
                <a:latin typeface="Sora"/>
                <a:ea typeface="Sora"/>
                <a:cs typeface="Sora"/>
                <a:sym typeface="Sora"/>
              </a:defRPr>
            </a:lvl7pPr>
            <a:lvl8pPr lvl="7">
              <a:lnSpc>
                <a:spcPct val="115000"/>
              </a:lnSpc>
              <a:spcBef>
                <a:spcPts val="0"/>
              </a:spcBef>
              <a:spcAft>
                <a:spcPts val="0"/>
              </a:spcAft>
              <a:buSzPts val="2400"/>
              <a:buFont typeface="Sora"/>
              <a:buNone/>
              <a:defRPr b="1" sz="2400">
                <a:latin typeface="Sora"/>
                <a:ea typeface="Sora"/>
                <a:cs typeface="Sora"/>
                <a:sym typeface="Sora"/>
              </a:defRPr>
            </a:lvl8pPr>
            <a:lvl9pPr lvl="8">
              <a:lnSpc>
                <a:spcPct val="115000"/>
              </a:lnSpc>
              <a:spcBef>
                <a:spcPts val="0"/>
              </a:spcBef>
              <a:spcAft>
                <a:spcPts val="0"/>
              </a:spcAft>
              <a:buSzPts val="2400"/>
              <a:buFont typeface="Sora"/>
              <a:buNone/>
              <a:defRPr b="1" sz="2400">
                <a:latin typeface="Sora"/>
                <a:ea typeface="Sora"/>
                <a:cs typeface="Sora"/>
                <a:sym typeface="Sora"/>
              </a:defRPr>
            </a:lvl9pPr>
          </a:lstStyle>
          <a:p/>
        </p:txBody>
      </p:sp>
      <p:sp>
        <p:nvSpPr>
          <p:cNvPr id="594" name="Google Shape;594;p51"/>
          <p:cNvSpPr txBox="1"/>
          <p:nvPr>
            <p:ph idx="5" type="subTitle"/>
          </p:nvPr>
        </p:nvSpPr>
        <p:spPr>
          <a:xfrm>
            <a:off x="3484422" y="2828225"/>
            <a:ext cx="2175300" cy="3942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SzPts val="2400"/>
              <a:buFont typeface="Sora"/>
              <a:buNone/>
              <a:defRPr b="1" sz="2000">
                <a:latin typeface="Sora"/>
                <a:ea typeface="Sora"/>
                <a:cs typeface="Sora"/>
                <a:sym typeface="Sora"/>
              </a:defRPr>
            </a:lvl1pPr>
            <a:lvl2pPr lvl="1">
              <a:lnSpc>
                <a:spcPct val="115000"/>
              </a:lnSpc>
              <a:spcBef>
                <a:spcPts val="0"/>
              </a:spcBef>
              <a:spcAft>
                <a:spcPts val="0"/>
              </a:spcAft>
              <a:buSzPts val="2400"/>
              <a:buFont typeface="Sora"/>
              <a:buNone/>
              <a:defRPr b="1" sz="2400">
                <a:latin typeface="Sora"/>
                <a:ea typeface="Sora"/>
                <a:cs typeface="Sora"/>
                <a:sym typeface="Sora"/>
              </a:defRPr>
            </a:lvl2pPr>
            <a:lvl3pPr lvl="2">
              <a:lnSpc>
                <a:spcPct val="115000"/>
              </a:lnSpc>
              <a:spcBef>
                <a:spcPts val="0"/>
              </a:spcBef>
              <a:spcAft>
                <a:spcPts val="0"/>
              </a:spcAft>
              <a:buSzPts val="2400"/>
              <a:buFont typeface="Sora"/>
              <a:buNone/>
              <a:defRPr b="1" sz="2400">
                <a:latin typeface="Sora"/>
                <a:ea typeface="Sora"/>
                <a:cs typeface="Sora"/>
                <a:sym typeface="Sora"/>
              </a:defRPr>
            </a:lvl3pPr>
            <a:lvl4pPr lvl="3">
              <a:lnSpc>
                <a:spcPct val="115000"/>
              </a:lnSpc>
              <a:spcBef>
                <a:spcPts val="0"/>
              </a:spcBef>
              <a:spcAft>
                <a:spcPts val="0"/>
              </a:spcAft>
              <a:buSzPts val="2400"/>
              <a:buFont typeface="Sora"/>
              <a:buNone/>
              <a:defRPr b="1" sz="2400">
                <a:latin typeface="Sora"/>
                <a:ea typeface="Sora"/>
                <a:cs typeface="Sora"/>
                <a:sym typeface="Sora"/>
              </a:defRPr>
            </a:lvl4pPr>
            <a:lvl5pPr lvl="4">
              <a:lnSpc>
                <a:spcPct val="115000"/>
              </a:lnSpc>
              <a:spcBef>
                <a:spcPts val="0"/>
              </a:spcBef>
              <a:spcAft>
                <a:spcPts val="0"/>
              </a:spcAft>
              <a:buSzPts val="2400"/>
              <a:buFont typeface="Sora"/>
              <a:buNone/>
              <a:defRPr b="1" sz="2400">
                <a:latin typeface="Sora"/>
                <a:ea typeface="Sora"/>
                <a:cs typeface="Sora"/>
                <a:sym typeface="Sora"/>
              </a:defRPr>
            </a:lvl5pPr>
            <a:lvl6pPr lvl="5">
              <a:lnSpc>
                <a:spcPct val="115000"/>
              </a:lnSpc>
              <a:spcBef>
                <a:spcPts val="0"/>
              </a:spcBef>
              <a:spcAft>
                <a:spcPts val="0"/>
              </a:spcAft>
              <a:buSzPts val="2400"/>
              <a:buFont typeface="Sora"/>
              <a:buNone/>
              <a:defRPr b="1" sz="2400">
                <a:latin typeface="Sora"/>
                <a:ea typeface="Sora"/>
                <a:cs typeface="Sora"/>
                <a:sym typeface="Sora"/>
              </a:defRPr>
            </a:lvl6pPr>
            <a:lvl7pPr lvl="6">
              <a:lnSpc>
                <a:spcPct val="115000"/>
              </a:lnSpc>
              <a:spcBef>
                <a:spcPts val="0"/>
              </a:spcBef>
              <a:spcAft>
                <a:spcPts val="0"/>
              </a:spcAft>
              <a:buSzPts val="2400"/>
              <a:buFont typeface="Sora"/>
              <a:buNone/>
              <a:defRPr b="1" sz="2400">
                <a:latin typeface="Sora"/>
                <a:ea typeface="Sora"/>
                <a:cs typeface="Sora"/>
                <a:sym typeface="Sora"/>
              </a:defRPr>
            </a:lvl7pPr>
            <a:lvl8pPr lvl="7">
              <a:lnSpc>
                <a:spcPct val="115000"/>
              </a:lnSpc>
              <a:spcBef>
                <a:spcPts val="0"/>
              </a:spcBef>
              <a:spcAft>
                <a:spcPts val="0"/>
              </a:spcAft>
              <a:buSzPts val="2400"/>
              <a:buFont typeface="Sora"/>
              <a:buNone/>
              <a:defRPr b="1" sz="2400">
                <a:latin typeface="Sora"/>
                <a:ea typeface="Sora"/>
                <a:cs typeface="Sora"/>
                <a:sym typeface="Sora"/>
              </a:defRPr>
            </a:lvl8pPr>
            <a:lvl9pPr lvl="8">
              <a:lnSpc>
                <a:spcPct val="115000"/>
              </a:lnSpc>
              <a:spcBef>
                <a:spcPts val="0"/>
              </a:spcBef>
              <a:spcAft>
                <a:spcPts val="0"/>
              </a:spcAft>
              <a:buSzPts val="2400"/>
              <a:buFont typeface="Sora"/>
              <a:buNone/>
              <a:defRPr b="1" sz="2400">
                <a:latin typeface="Sora"/>
                <a:ea typeface="Sora"/>
                <a:cs typeface="Sora"/>
                <a:sym typeface="Sora"/>
              </a:defRPr>
            </a:lvl9pPr>
          </a:lstStyle>
          <a:p/>
        </p:txBody>
      </p:sp>
      <p:sp>
        <p:nvSpPr>
          <p:cNvPr id="595" name="Google Shape;595;p51"/>
          <p:cNvSpPr txBox="1"/>
          <p:nvPr>
            <p:ph idx="6" type="subTitle"/>
          </p:nvPr>
        </p:nvSpPr>
        <p:spPr>
          <a:xfrm>
            <a:off x="6031150" y="2828225"/>
            <a:ext cx="2175300" cy="3942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SzPts val="2400"/>
              <a:buFont typeface="Sora"/>
              <a:buNone/>
              <a:defRPr b="1" sz="2000">
                <a:latin typeface="Sora"/>
                <a:ea typeface="Sora"/>
                <a:cs typeface="Sora"/>
                <a:sym typeface="Sora"/>
              </a:defRPr>
            </a:lvl1pPr>
            <a:lvl2pPr lvl="1">
              <a:lnSpc>
                <a:spcPct val="115000"/>
              </a:lnSpc>
              <a:spcBef>
                <a:spcPts val="0"/>
              </a:spcBef>
              <a:spcAft>
                <a:spcPts val="0"/>
              </a:spcAft>
              <a:buSzPts val="2400"/>
              <a:buFont typeface="Sora"/>
              <a:buNone/>
              <a:defRPr b="1" sz="2400">
                <a:latin typeface="Sora"/>
                <a:ea typeface="Sora"/>
                <a:cs typeface="Sora"/>
                <a:sym typeface="Sora"/>
              </a:defRPr>
            </a:lvl2pPr>
            <a:lvl3pPr lvl="2">
              <a:lnSpc>
                <a:spcPct val="115000"/>
              </a:lnSpc>
              <a:spcBef>
                <a:spcPts val="0"/>
              </a:spcBef>
              <a:spcAft>
                <a:spcPts val="0"/>
              </a:spcAft>
              <a:buSzPts val="2400"/>
              <a:buFont typeface="Sora"/>
              <a:buNone/>
              <a:defRPr b="1" sz="2400">
                <a:latin typeface="Sora"/>
                <a:ea typeface="Sora"/>
                <a:cs typeface="Sora"/>
                <a:sym typeface="Sora"/>
              </a:defRPr>
            </a:lvl3pPr>
            <a:lvl4pPr lvl="3">
              <a:lnSpc>
                <a:spcPct val="115000"/>
              </a:lnSpc>
              <a:spcBef>
                <a:spcPts val="0"/>
              </a:spcBef>
              <a:spcAft>
                <a:spcPts val="0"/>
              </a:spcAft>
              <a:buSzPts val="2400"/>
              <a:buFont typeface="Sora"/>
              <a:buNone/>
              <a:defRPr b="1" sz="2400">
                <a:latin typeface="Sora"/>
                <a:ea typeface="Sora"/>
                <a:cs typeface="Sora"/>
                <a:sym typeface="Sora"/>
              </a:defRPr>
            </a:lvl4pPr>
            <a:lvl5pPr lvl="4">
              <a:lnSpc>
                <a:spcPct val="115000"/>
              </a:lnSpc>
              <a:spcBef>
                <a:spcPts val="0"/>
              </a:spcBef>
              <a:spcAft>
                <a:spcPts val="0"/>
              </a:spcAft>
              <a:buSzPts val="2400"/>
              <a:buFont typeface="Sora"/>
              <a:buNone/>
              <a:defRPr b="1" sz="2400">
                <a:latin typeface="Sora"/>
                <a:ea typeface="Sora"/>
                <a:cs typeface="Sora"/>
                <a:sym typeface="Sora"/>
              </a:defRPr>
            </a:lvl5pPr>
            <a:lvl6pPr lvl="5">
              <a:lnSpc>
                <a:spcPct val="115000"/>
              </a:lnSpc>
              <a:spcBef>
                <a:spcPts val="0"/>
              </a:spcBef>
              <a:spcAft>
                <a:spcPts val="0"/>
              </a:spcAft>
              <a:buSzPts val="2400"/>
              <a:buFont typeface="Sora"/>
              <a:buNone/>
              <a:defRPr b="1" sz="2400">
                <a:latin typeface="Sora"/>
                <a:ea typeface="Sora"/>
                <a:cs typeface="Sora"/>
                <a:sym typeface="Sora"/>
              </a:defRPr>
            </a:lvl6pPr>
            <a:lvl7pPr lvl="6">
              <a:lnSpc>
                <a:spcPct val="115000"/>
              </a:lnSpc>
              <a:spcBef>
                <a:spcPts val="0"/>
              </a:spcBef>
              <a:spcAft>
                <a:spcPts val="0"/>
              </a:spcAft>
              <a:buSzPts val="2400"/>
              <a:buFont typeface="Sora"/>
              <a:buNone/>
              <a:defRPr b="1" sz="2400">
                <a:latin typeface="Sora"/>
                <a:ea typeface="Sora"/>
                <a:cs typeface="Sora"/>
                <a:sym typeface="Sora"/>
              </a:defRPr>
            </a:lvl7pPr>
            <a:lvl8pPr lvl="7">
              <a:lnSpc>
                <a:spcPct val="115000"/>
              </a:lnSpc>
              <a:spcBef>
                <a:spcPts val="0"/>
              </a:spcBef>
              <a:spcAft>
                <a:spcPts val="0"/>
              </a:spcAft>
              <a:buSzPts val="2400"/>
              <a:buFont typeface="Sora"/>
              <a:buNone/>
              <a:defRPr b="1" sz="2400">
                <a:latin typeface="Sora"/>
                <a:ea typeface="Sora"/>
                <a:cs typeface="Sora"/>
                <a:sym typeface="Sora"/>
              </a:defRPr>
            </a:lvl8pPr>
            <a:lvl9pPr lvl="8">
              <a:lnSpc>
                <a:spcPct val="115000"/>
              </a:lnSpc>
              <a:spcBef>
                <a:spcPts val="0"/>
              </a:spcBef>
              <a:spcAft>
                <a:spcPts val="0"/>
              </a:spcAft>
              <a:buSzPts val="2400"/>
              <a:buFont typeface="Sora"/>
              <a:buNone/>
              <a:defRPr b="1" sz="2400">
                <a:latin typeface="Sora"/>
                <a:ea typeface="Sora"/>
                <a:cs typeface="Sora"/>
                <a:sym typeface="Sora"/>
              </a:defRPr>
            </a:lvl9pPr>
          </a:lstStyle>
          <a:p/>
        </p:txBody>
      </p:sp>
      <p:grpSp>
        <p:nvGrpSpPr>
          <p:cNvPr id="596" name="Google Shape;596;p51"/>
          <p:cNvGrpSpPr/>
          <p:nvPr/>
        </p:nvGrpSpPr>
        <p:grpSpPr>
          <a:xfrm>
            <a:off x="4047014" y="42573"/>
            <a:ext cx="4967892" cy="427565"/>
            <a:chOff x="4047014" y="42573"/>
            <a:chExt cx="4967892" cy="427565"/>
          </a:xfrm>
        </p:grpSpPr>
        <p:sp>
          <p:nvSpPr>
            <p:cNvPr id="597" name="Google Shape;597;p51"/>
            <p:cNvSpPr/>
            <p:nvPr/>
          </p:nvSpPr>
          <p:spPr>
            <a:xfrm rot="-5400000">
              <a:off x="4047014" y="223696"/>
              <a:ext cx="246441" cy="246441"/>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51"/>
            <p:cNvSpPr/>
            <p:nvPr/>
          </p:nvSpPr>
          <p:spPr>
            <a:xfrm rot="-5400000">
              <a:off x="5047357" y="42573"/>
              <a:ext cx="181108" cy="181108"/>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51"/>
            <p:cNvSpPr/>
            <p:nvPr/>
          </p:nvSpPr>
          <p:spPr>
            <a:xfrm rot="-5400000">
              <a:off x="8881913" y="280415"/>
              <a:ext cx="132993" cy="132993"/>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0" name="Google Shape;600;p51"/>
          <p:cNvGrpSpPr/>
          <p:nvPr/>
        </p:nvGrpSpPr>
        <p:grpSpPr>
          <a:xfrm>
            <a:off x="-491175" y="145189"/>
            <a:ext cx="10284997" cy="4769636"/>
            <a:chOff x="-491175" y="145189"/>
            <a:chExt cx="10284997" cy="4769636"/>
          </a:xfrm>
        </p:grpSpPr>
        <p:cxnSp>
          <p:nvCxnSpPr>
            <p:cNvPr id="601" name="Google Shape;601;p51"/>
            <p:cNvCxnSpPr/>
            <p:nvPr/>
          </p:nvCxnSpPr>
          <p:spPr>
            <a:xfrm rot="10800000">
              <a:off x="4978547" y="271239"/>
              <a:ext cx="4686900" cy="546300"/>
            </a:xfrm>
            <a:prstGeom prst="bentConnector3">
              <a:avLst>
                <a:gd fmla="val 18882" name="adj1"/>
              </a:avLst>
            </a:prstGeom>
            <a:noFill/>
            <a:ln cap="flat" cmpd="sng" w="19050">
              <a:solidFill>
                <a:schemeClr val="lt2"/>
              </a:solidFill>
              <a:prstDash val="solid"/>
              <a:round/>
              <a:headEnd len="med" w="med" type="none"/>
              <a:tailEnd len="med" w="med" type="oval"/>
            </a:ln>
          </p:spPr>
        </p:cxnSp>
        <p:cxnSp>
          <p:nvCxnSpPr>
            <p:cNvPr id="602" name="Google Shape;602;p51"/>
            <p:cNvCxnSpPr/>
            <p:nvPr/>
          </p:nvCxnSpPr>
          <p:spPr>
            <a:xfrm rot="10800000">
              <a:off x="5653822" y="145189"/>
              <a:ext cx="4140000" cy="606600"/>
            </a:xfrm>
            <a:prstGeom prst="bentConnector3">
              <a:avLst>
                <a:gd fmla="val 32793" name="adj1"/>
              </a:avLst>
            </a:prstGeom>
            <a:noFill/>
            <a:ln cap="flat" cmpd="sng" w="19050">
              <a:solidFill>
                <a:schemeClr val="lt2"/>
              </a:solidFill>
              <a:prstDash val="solid"/>
              <a:round/>
              <a:headEnd len="med" w="med" type="none"/>
              <a:tailEnd len="med" w="med" type="oval"/>
            </a:ln>
          </p:spPr>
        </p:cxnSp>
        <p:cxnSp>
          <p:nvCxnSpPr>
            <p:cNvPr id="603" name="Google Shape;603;p51"/>
            <p:cNvCxnSpPr/>
            <p:nvPr/>
          </p:nvCxnSpPr>
          <p:spPr>
            <a:xfrm>
              <a:off x="-491175" y="4640850"/>
              <a:ext cx="8531100" cy="213900"/>
            </a:xfrm>
            <a:prstGeom prst="bentConnector3">
              <a:avLst>
                <a:gd fmla="val 50000" name="adj1"/>
              </a:avLst>
            </a:prstGeom>
            <a:noFill/>
            <a:ln cap="flat" cmpd="sng" w="19050">
              <a:solidFill>
                <a:schemeClr val="lt2"/>
              </a:solidFill>
              <a:prstDash val="solid"/>
              <a:round/>
              <a:headEnd len="med" w="med" type="none"/>
              <a:tailEnd len="med" w="med" type="oval"/>
            </a:ln>
          </p:spPr>
        </p:cxnSp>
        <p:cxnSp>
          <p:nvCxnSpPr>
            <p:cNvPr id="604" name="Google Shape;604;p51"/>
            <p:cNvCxnSpPr/>
            <p:nvPr/>
          </p:nvCxnSpPr>
          <p:spPr>
            <a:xfrm>
              <a:off x="-399350" y="4560525"/>
              <a:ext cx="6630600" cy="354300"/>
            </a:xfrm>
            <a:prstGeom prst="bentConnector3">
              <a:avLst>
                <a:gd fmla="val 50000" name="adj1"/>
              </a:avLst>
            </a:prstGeom>
            <a:noFill/>
            <a:ln cap="flat" cmpd="sng" w="19050">
              <a:solidFill>
                <a:schemeClr val="lt2"/>
              </a:solidFill>
              <a:prstDash val="solid"/>
              <a:round/>
              <a:headEnd len="med" w="med" type="none"/>
              <a:tailEnd len="med" w="med" type="oval"/>
            </a:ln>
          </p:spPr>
        </p:cxnSp>
      </p:gr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6_1">
    <p:spTree>
      <p:nvGrpSpPr>
        <p:cNvPr id="605" name="Shape 605"/>
        <p:cNvGrpSpPr/>
        <p:nvPr/>
      </p:nvGrpSpPr>
      <p:grpSpPr>
        <a:xfrm>
          <a:off x="0" y="0"/>
          <a:ext cx="0" cy="0"/>
          <a:chOff x="0" y="0"/>
          <a:chExt cx="0" cy="0"/>
        </a:xfrm>
      </p:grpSpPr>
      <p:sp>
        <p:nvSpPr>
          <p:cNvPr id="606" name="Google Shape;606;p52"/>
          <p:cNvSpPr txBox="1"/>
          <p:nvPr>
            <p:ph idx="1" type="subTitle"/>
          </p:nvPr>
        </p:nvSpPr>
        <p:spPr>
          <a:xfrm>
            <a:off x="937700" y="3701348"/>
            <a:ext cx="2175300" cy="861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SzPts val="1400"/>
              <a:buNone/>
              <a:defRPr sz="1400"/>
            </a:lvl1pPr>
            <a:lvl2pPr lvl="1">
              <a:lnSpc>
                <a:spcPct val="115000"/>
              </a:lnSpc>
              <a:spcBef>
                <a:spcPts val="0"/>
              </a:spcBef>
              <a:spcAft>
                <a:spcPts val="0"/>
              </a:spcAft>
              <a:buSzPts val="1400"/>
              <a:buNone/>
              <a:defRPr/>
            </a:lvl2pPr>
            <a:lvl3pPr lvl="2">
              <a:lnSpc>
                <a:spcPct val="115000"/>
              </a:lnSpc>
              <a:spcBef>
                <a:spcPts val="0"/>
              </a:spcBef>
              <a:spcAft>
                <a:spcPts val="0"/>
              </a:spcAft>
              <a:buSzPts val="1400"/>
              <a:buNone/>
              <a:defRPr/>
            </a:lvl3pPr>
            <a:lvl4pPr lvl="3">
              <a:lnSpc>
                <a:spcPct val="115000"/>
              </a:lnSpc>
              <a:spcBef>
                <a:spcPts val="0"/>
              </a:spcBef>
              <a:spcAft>
                <a:spcPts val="0"/>
              </a:spcAft>
              <a:buSzPts val="1400"/>
              <a:buNone/>
              <a:defRPr/>
            </a:lvl4pPr>
            <a:lvl5pPr lvl="4">
              <a:lnSpc>
                <a:spcPct val="115000"/>
              </a:lnSpc>
              <a:spcBef>
                <a:spcPts val="0"/>
              </a:spcBef>
              <a:spcAft>
                <a:spcPts val="0"/>
              </a:spcAft>
              <a:buSzPts val="1400"/>
              <a:buNone/>
              <a:defRPr/>
            </a:lvl5pPr>
            <a:lvl6pPr lvl="5">
              <a:lnSpc>
                <a:spcPct val="115000"/>
              </a:lnSpc>
              <a:spcBef>
                <a:spcPts val="0"/>
              </a:spcBef>
              <a:spcAft>
                <a:spcPts val="0"/>
              </a:spcAft>
              <a:buSzPts val="1400"/>
              <a:buNone/>
              <a:defRPr/>
            </a:lvl6pPr>
            <a:lvl7pPr lvl="6">
              <a:lnSpc>
                <a:spcPct val="115000"/>
              </a:lnSpc>
              <a:spcBef>
                <a:spcPts val="0"/>
              </a:spcBef>
              <a:spcAft>
                <a:spcPts val="0"/>
              </a:spcAft>
              <a:buSzPts val="1400"/>
              <a:buNone/>
              <a:defRPr/>
            </a:lvl7pPr>
            <a:lvl8pPr lvl="7">
              <a:lnSpc>
                <a:spcPct val="115000"/>
              </a:lnSpc>
              <a:spcBef>
                <a:spcPts val="0"/>
              </a:spcBef>
              <a:spcAft>
                <a:spcPts val="0"/>
              </a:spcAft>
              <a:buSzPts val="1400"/>
              <a:buNone/>
              <a:defRPr/>
            </a:lvl8pPr>
            <a:lvl9pPr lvl="8">
              <a:lnSpc>
                <a:spcPct val="115000"/>
              </a:lnSpc>
              <a:spcBef>
                <a:spcPts val="0"/>
              </a:spcBef>
              <a:spcAft>
                <a:spcPts val="0"/>
              </a:spcAft>
              <a:buSzPts val="1400"/>
              <a:buNone/>
              <a:defRPr/>
            </a:lvl9pPr>
          </a:lstStyle>
          <a:p/>
        </p:txBody>
      </p:sp>
      <p:sp>
        <p:nvSpPr>
          <p:cNvPr id="607" name="Google Shape;607;p52"/>
          <p:cNvSpPr txBox="1"/>
          <p:nvPr>
            <p:ph idx="2" type="subTitle"/>
          </p:nvPr>
        </p:nvSpPr>
        <p:spPr>
          <a:xfrm>
            <a:off x="3484422" y="3701348"/>
            <a:ext cx="2175300" cy="861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SzPts val="1400"/>
              <a:buNone/>
              <a:defRPr sz="1400"/>
            </a:lvl1pPr>
            <a:lvl2pPr lvl="1">
              <a:lnSpc>
                <a:spcPct val="115000"/>
              </a:lnSpc>
              <a:spcBef>
                <a:spcPts val="0"/>
              </a:spcBef>
              <a:spcAft>
                <a:spcPts val="0"/>
              </a:spcAft>
              <a:buSzPts val="1400"/>
              <a:buNone/>
              <a:defRPr/>
            </a:lvl2pPr>
            <a:lvl3pPr lvl="2">
              <a:lnSpc>
                <a:spcPct val="115000"/>
              </a:lnSpc>
              <a:spcBef>
                <a:spcPts val="0"/>
              </a:spcBef>
              <a:spcAft>
                <a:spcPts val="0"/>
              </a:spcAft>
              <a:buSzPts val="1400"/>
              <a:buNone/>
              <a:defRPr/>
            </a:lvl3pPr>
            <a:lvl4pPr lvl="3">
              <a:lnSpc>
                <a:spcPct val="115000"/>
              </a:lnSpc>
              <a:spcBef>
                <a:spcPts val="0"/>
              </a:spcBef>
              <a:spcAft>
                <a:spcPts val="0"/>
              </a:spcAft>
              <a:buSzPts val="1400"/>
              <a:buNone/>
              <a:defRPr/>
            </a:lvl4pPr>
            <a:lvl5pPr lvl="4">
              <a:lnSpc>
                <a:spcPct val="115000"/>
              </a:lnSpc>
              <a:spcBef>
                <a:spcPts val="0"/>
              </a:spcBef>
              <a:spcAft>
                <a:spcPts val="0"/>
              </a:spcAft>
              <a:buSzPts val="1400"/>
              <a:buNone/>
              <a:defRPr/>
            </a:lvl5pPr>
            <a:lvl6pPr lvl="5">
              <a:lnSpc>
                <a:spcPct val="115000"/>
              </a:lnSpc>
              <a:spcBef>
                <a:spcPts val="0"/>
              </a:spcBef>
              <a:spcAft>
                <a:spcPts val="0"/>
              </a:spcAft>
              <a:buSzPts val="1400"/>
              <a:buNone/>
              <a:defRPr/>
            </a:lvl6pPr>
            <a:lvl7pPr lvl="6">
              <a:lnSpc>
                <a:spcPct val="115000"/>
              </a:lnSpc>
              <a:spcBef>
                <a:spcPts val="0"/>
              </a:spcBef>
              <a:spcAft>
                <a:spcPts val="0"/>
              </a:spcAft>
              <a:buSzPts val="1400"/>
              <a:buNone/>
              <a:defRPr/>
            </a:lvl7pPr>
            <a:lvl8pPr lvl="7">
              <a:lnSpc>
                <a:spcPct val="115000"/>
              </a:lnSpc>
              <a:spcBef>
                <a:spcPts val="0"/>
              </a:spcBef>
              <a:spcAft>
                <a:spcPts val="0"/>
              </a:spcAft>
              <a:buSzPts val="1400"/>
              <a:buNone/>
              <a:defRPr/>
            </a:lvl8pPr>
            <a:lvl9pPr lvl="8">
              <a:lnSpc>
                <a:spcPct val="115000"/>
              </a:lnSpc>
              <a:spcBef>
                <a:spcPts val="0"/>
              </a:spcBef>
              <a:spcAft>
                <a:spcPts val="0"/>
              </a:spcAft>
              <a:buSzPts val="1400"/>
              <a:buNone/>
              <a:defRPr/>
            </a:lvl9pPr>
          </a:lstStyle>
          <a:p/>
        </p:txBody>
      </p:sp>
      <p:sp>
        <p:nvSpPr>
          <p:cNvPr id="608" name="Google Shape;608;p52"/>
          <p:cNvSpPr txBox="1"/>
          <p:nvPr>
            <p:ph idx="3" type="subTitle"/>
          </p:nvPr>
        </p:nvSpPr>
        <p:spPr>
          <a:xfrm>
            <a:off x="6031150" y="3701348"/>
            <a:ext cx="2175300" cy="861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SzPts val="1400"/>
              <a:buNone/>
              <a:defRPr sz="1400"/>
            </a:lvl1pPr>
            <a:lvl2pPr lvl="1">
              <a:lnSpc>
                <a:spcPct val="115000"/>
              </a:lnSpc>
              <a:spcBef>
                <a:spcPts val="0"/>
              </a:spcBef>
              <a:spcAft>
                <a:spcPts val="0"/>
              </a:spcAft>
              <a:buSzPts val="1400"/>
              <a:buNone/>
              <a:defRPr/>
            </a:lvl2pPr>
            <a:lvl3pPr lvl="2">
              <a:lnSpc>
                <a:spcPct val="115000"/>
              </a:lnSpc>
              <a:spcBef>
                <a:spcPts val="0"/>
              </a:spcBef>
              <a:spcAft>
                <a:spcPts val="0"/>
              </a:spcAft>
              <a:buSzPts val="1400"/>
              <a:buNone/>
              <a:defRPr/>
            </a:lvl3pPr>
            <a:lvl4pPr lvl="3">
              <a:lnSpc>
                <a:spcPct val="115000"/>
              </a:lnSpc>
              <a:spcBef>
                <a:spcPts val="0"/>
              </a:spcBef>
              <a:spcAft>
                <a:spcPts val="0"/>
              </a:spcAft>
              <a:buSzPts val="1400"/>
              <a:buNone/>
              <a:defRPr/>
            </a:lvl4pPr>
            <a:lvl5pPr lvl="4">
              <a:lnSpc>
                <a:spcPct val="115000"/>
              </a:lnSpc>
              <a:spcBef>
                <a:spcPts val="0"/>
              </a:spcBef>
              <a:spcAft>
                <a:spcPts val="0"/>
              </a:spcAft>
              <a:buSzPts val="1400"/>
              <a:buNone/>
              <a:defRPr/>
            </a:lvl5pPr>
            <a:lvl6pPr lvl="5">
              <a:lnSpc>
                <a:spcPct val="115000"/>
              </a:lnSpc>
              <a:spcBef>
                <a:spcPts val="0"/>
              </a:spcBef>
              <a:spcAft>
                <a:spcPts val="0"/>
              </a:spcAft>
              <a:buSzPts val="1400"/>
              <a:buNone/>
              <a:defRPr/>
            </a:lvl6pPr>
            <a:lvl7pPr lvl="6">
              <a:lnSpc>
                <a:spcPct val="115000"/>
              </a:lnSpc>
              <a:spcBef>
                <a:spcPts val="0"/>
              </a:spcBef>
              <a:spcAft>
                <a:spcPts val="0"/>
              </a:spcAft>
              <a:buSzPts val="1400"/>
              <a:buNone/>
              <a:defRPr/>
            </a:lvl7pPr>
            <a:lvl8pPr lvl="7">
              <a:lnSpc>
                <a:spcPct val="115000"/>
              </a:lnSpc>
              <a:spcBef>
                <a:spcPts val="0"/>
              </a:spcBef>
              <a:spcAft>
                <a:spcPts val="0"/>
              </a:spcAft>
              <a:buSzPts val="1400"/>
              <a:buNone/>
              <a:defRPr/>
            </a:lvl8pPr>
            <a:lvl9pPr lvl="8">
              <a:lnSpc>
                <a:spcPct val="115000"/>
              </a:lnSpc>
              <a:spcBef>
                <a:spcPts val="0"/>
              </a:spcBef>
              <a:spcAft>
                <a:spcPts val="0"/>
              </a:spcAft>
              <a:buSzPts val="1400"/>
              <a:buNone/>
              <a:defRPr/>
            </a:lvl9pPr>
          </a:lstStyle>
          <a:p/>
        </p:txBody>
      </p:sp>
      <p:sp>
        <p:nvSpPr>
          <p:cNvPr id="609" name="Google Shape;609;p5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610" name="Google Shape;610;p52"/>
          <p:cNvSpPr txBox="1"/>
          <p:nvPr>
            <p:ph idx="4" type="subTitle"/>
          </p:nvPr>
        </p:nvSpPr>
        <p:spPr>
          <a:xfrm>
            <a:off x="937700" y="3390800"/>
            <a:ext cx="2175300" cy="3942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SzPts val="2400"/>
              <a:buFont typeface="Sora"/>
              <a:buNone/>
              <a:defRPr b="1" sz="2000">
                <a:latin typeface="Sora"/>
                <a:ea typeface="Sora"/>
                <a:cs typeface="Sora"/>
                <a:sym typeface="Sora"/>
              </a:defRPr>
            </a:lvl1pPr>
            <a:lvl2pPr lvl="1">
              <a:lnSpc>
                <a:spcPct val="115000"/>
              </a:lnSpc>
              <a:spcBef>
                <a:spcPts val="0"/>
              </a:spcBef>
              <a:spcAft>
                <a:spcPts val="0"/>
              </a:spcAft>
              <a:buSzPts val="2400"/>
              <a:buFont typeface="Sora"/>
              <a:buNone/>
              <a:defRPr b="1" sz="2400">
                <a:latin typeface="Sora"/>
                <a:ea typeface="Sora"/>
                <a:cs typeface="Sora"/>
                <a:sym typeface="Sora"/>
              </a:defRPr>
            </a:lvl2pPr>
            <a:lvl3pPr lvl="2">
              <a:lnSpc>
                <a:spcPct val="115000"/>
              </a:lnSpc>
              <a:spcBef>
                <a:spcPts val="0"/>
              </a:spcBef>
              <a:spcAft>
                <a:spcPts val="0"/>
              </a:spcAft>
              <a:buSzPts val="2400"/>
              <a:buFont typeface="Sora"/>
              <a:buNone/>
              <a:defRPr b="1" sz="2400">
                <a:latin typeface="Sora"/>
                <a:ea typeface="Sora"/>
                <a:cs typeface="Sora"/>
                <a:sym typeface="Sora"/>
              </a:defRPr>
            </a:lvl3pPr>
            <a:lvl4pPr lvl="3">
              <a:lnSpc>
                <a:spcPct val="115000"/>
              </a:lnSpc>
              <a:spcBef>
                <a:spcPts val="0"/>
              </a:spcBef>
              <a:spcAft>
                <a:spcPts val="0"/>
              </a:spcAft>
              <a:buSzPts val="2400"/>
              <a:buFont typeface="Sora"/>
              <a:buNone/>
              <a:defRPr b="1" sz="2400">
                <a:latin typeface="Sora"/>
                <a:ea typeface="Sora"/>
                <a:cs typeface="Sora"/>
                <a:sym typeface="Sora"/>
              </a:defRPr>
            </a:lvl4pPr>
            <a:lvl5pPr lvl="4">
              <a:lnSpc>
                <a:spcPct val="115000"/>
              </a:lnSpc>
              <a:spcBef>
                <a:spcPts val="0"/>
              </a:spcBef>
              <a:spcAft>
                <a:spcPts val="0"/>
              </a:spcAft>
              <a:buSzPts val="2400"/>
              <a:buFont typeface="Sora"/>
              <a:buNone/>
              <a:defRPr b="1" sz="2400">
                <a:latin typeface="Sora"/>
                <a:ea typeface="Sora"/>
                <a:cs typeface="Sora"/>
                <a:sym typeface="Sora"/>
              </a:defRPr>
            </a:lvl5pPr>
            <a:lvl6pPr lvl="5">
              <a:lnSpc>
                <a:spcPct val="115000"/>
              </a:lnSpc>
              <a:spcBef>
                <a:spcPts val="0"/>
              </a:spcBef>
              <a:spcAft>
                <a:spcPts val="0"/>
              </a:spcAft>
              <a:buSzPts val="2400"/>
              <a:buFont typeface="Sora"/>
              <a:buNone/>
              <a:defRPr b="1" sz="2400">
                <a:latin typeface="Sora"/>
                <a:ea typeface="Sora"/>
                <a:cs typeface="Sora"/>
                <a:sym typeface="Sora"/>
              </a:defRPr>
            </a:lvl6pPr>
            <a:lvl7pPr lvl="6">
              <a:lnSpc>
                <a:spcPct val="115000"/>
              </a:lnSpc>
              <a:spcBef>
                <a:spcPts val="0"/>
              </a:spcBef>
              <a:spcAft>
                <a:spcPts val="0"/>
              </a:spcAft>
              <a:buSzPts val="2400"/>
              <a:buFont typeface="Sora"/>
              <a:buNone/>
              <a:defRPr b="1" sz="2400">
                <a:latin typeface="Sora"/>
                <a:ea typeface="Sora"/>
                <a:cs typeface="Sora"/>
                <a:sym typeface="Sora"/>
              </a:defRPr>
            </a:lvl7pPr>
            <a:lvl8pPr lvl="7">
              <a:lnSpc>
                <a:spcPct val="115000"/>
              </a:lnSpc>
              <a:spcBef>
                <a:spcPts val="0"/>
              </a:spcBef>
              <a:spcAft>
                <a:spcPts val="0"/>
              </a:spcAft>
              <a:buSzPts val="2400"/>
              <a:buFont typeface="Sora"/>
              <a:buNone/>
              <a:defRPr b="1" sz="2400">
                <a:latin typeface="Sora"/>
                <a:ea typeface="Sora"/>
                <a:cs typeface="Sora"/>
                <a:sym typeface="Sora"/>
              </a:defRPr>
            </a:lvl8pPr>
            <a:lvl9pPr lvl="8">
              <a:lnSpc>
                <a:spcPct val="115000"/>
              </a:lnSpc>
              <a:spcBef>
                <a:spcPts val="0"/>
              </a:spcBef>
              <a:spcAft>
                <a:spcPts val="0"/>
              </a:spcAft>
              <a:buSzPts val="2400"/>
              <a:buFont typeface="Sora"/>
              <a:buNone/>
              <a:defRPr b="1" sz="2400">
                <a:latin typeface="Sora"/>
                <a:ea typeface="Sora"/>
                <a:cs typeface="Sora"/>
                <a:sym typeface="Sora"/>
              </a:defRPr>
            </a:lvl9pPr>
          </a:lstStyle>
          <a:p/>
        </p:txBody>
      </p:sp>
      <p:sp>
        <p:nvSpPr>
          <p:cNvPr id="611" name="Google Shape;611;p52"/>
          <p:cNvSpPr txBox="1"/>
          <p:nvPr>
            <p:ph idx="5" type="subTitle"/>
          </p:nvPr>
        </p:nvSpPr>
        <p:spPr>
          <a:xfrm>
            <a:off x="3484422" y="3390800"/>
            <a:ext cx="2175300" cy="3942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SzPts val="2400"/>
              <a:buFont typeface="Sora"/>
              <a:buNone/>
              <a:defRPr b="1" sz="2000">
                <a:latin typeface="Sora"/>
                <a:ea typeface="Sora"/>
                <a:cs typeface="Sora"/>
                <a:sym typeface="Sora"/>
              </a:defRPr>
            </a:lvl1pPr>
            <a:lvl2pPr lvl="1">
              <a:lnSpc>
                <a:spcPct val="115000"/>
              </a:lnSpc>
              <a:spcBef>
                <a:spcPts val="0"/>
              </a:spcBef>
              <a:spcAft>
                <a:spcPts val="0"/>
              </a:spcAft>
              <a:buSzPts val="2400"/>
              <a:buFont typeface="Sora"/>
              <a:buNone/>
              <a:defRPr b="1" sz="2400">
                <a:latin typeface="Sora"/>
                <a:ea typeface="Sora"/>
                <a:cs typeface="Sora"/>
                <a:sym typeface="Sora"/>
              </a:defRPr>
            </a:lvl2pPr>
            <a:lvl3pPr lvl="2">
              <a:lnSpc>
                <a:spcPct val="115000"/>
              </a:lnSpc>
              <a:spcBef>
                <a:spcPts val="0"/>
              </a:spcBef>
              <a:spcAft>
                <a:spcPts val="0"/>
              </a:spcAft>
              <a:buSzPts val="2400"/>
              <a:buFont typeface="Sora"/>
              <a:buNone/>
              <a:defRPr b="1" sz="2400">
                <a:latin typeface="Sora"/>
                <a:ea typeface="Sora"/>
                <a:cs typeface="Sora"/>
                <a:sym typeface="Sora"/>
              </a:defRPr>
            </a:lvl3pPr>
            <a:lvl4pPr lvl="3">
              <a:lnSpc>
                <a:spcPct val="115000"/>
              </a:lnSpc>
              <a:spcBef>
                <a:spcPts val="0"/>
              </a:spcBef>
              <a:spcAft>
                <a:spcPts val="0"/>
              </a:spcAft>
              <a:buSzPts val="2400"/>
              <a:buFont typeface="Sora"/>
              <a:buNone/>
              <a:defRPr b="1" sz="2400">
                <a:latin typeface="Sora"/>
                <a:ea typeface="Sora"/>
                <a:cs typeface="Sora"/>
                <a:sym typeface="Sora"/>
              </a:defRPr>
            </a:lvl4pPr>
            <a:lvl5pPr lvl="4">
              <a:lnSpc>
                <a:spcPct val="115000"/>
              </a:lnSpc>
              <a:spcBef>
                <a:spcPts val="0"/>
              </a:spcBef>
              <a:spcAft>
                <a:spcPts val="0"/>
              </a:spcAft>
              <a:buSzPts val="2400"/>
              <a:buFont typeface="Sora"/>
              <a:buNone/>
              <a:defRPr b="1" sz="2400">
                <a:latin typeface="Sora"/>
                <a:ea typeface="Sora"/>
                <a:cs typeface="Sora"/>
                <a:sym typeface="Sora"/>
              </a:defRPr>
            </a:lvl5pPr>
            <a:lvl6pPr lvl="5">
              <a:lnSpc>
                <a:spcPct val="115000"/>
              </a:lnSpc>
              <a:spcBef>
                <a:spcPts val="0"/>
              </a:spcBef>
              <a:spcAft>
                <a:spcPts val="0"/>
              </a:spcAft>
              <a:buSzPts val="2400"/>
              <a:buFont typeface="Sora"/>
              <a:buNone/>
              <a:defRPr b="1" sz="2400">
                <a:latin typeface="Sora"/>
                <a:ea typeface="Sora"/>
                <a:cs typeface="Sora"/>
                <a:sym typeface="Sora"/>
              </a:defRPr>
            </a:lvl6pPr>
            <a:lvl7pPr lvl="6">
              <a:lnSpc>
                <a:spcPct val="115000"/>
              </a:lnSpc>
              <a:spcBef>
                <a:spcPts val="0"/>
              </a:spcBef>
              <a:spcAft>
                <a:spcPts val="0"/>
              </a:spcAft>
              <a:buSzPts val="2400"/>
              <a:buFont typeface="Sora"/>
              <a:buNone/>
              <a:defRPr b="1" sz="2400">
                <a:latin typeface="Sora"/>
                <a:ea typeface="Sora"/>
                <a:cs typeface="Sora"/>
                <a:sym typeface="Sora"/>
              </a:defRPr>
            </a:lvl7pPr>
            <a:lvl8pPr lvl="7">
              <a:lnSpc>
                <a:spcPct val="115000"/>
              </a:lnSpc>
              <a:spcBef>
                <a:spcPts val="0"/>
              </a:spcBef>
              <a:spcAft>
                <a:spcPts val="0"/>
              </a:spcAft>
              <a:buSzPts val="2400"/>
              <a:buFont typeface="Sora"/>
              <a:buNone/>
              <a:defRPr b="1" sz="2400">
                <a:latin typeface="Sora"/>
                <a:ea typeface="Sora"/>
                <a:cs typeface="Sora"/>
                <a:sym typeface="Sora"/>
              </a:defRPr>
            </a:lvl8pPr>
            <a:lvl9pPr lvl="8">
              <a:lnSpc>
                <a:spcPct val="115000"/>
              </a:lnSpc>
              <a:spcBef>
                <a:spcPts val="0"/>
              </a:spcBef>
              <a:spcAft>
                <a:spcPts val="0"/>
              </a:spcAft>
              <a:buSzPts val="2400"/>
              <a:buFont typeface="Sora"/>
              <a:buNone/>
              <a:defRPr b="1" sz="2400">
                <a:latin typeface="Sora"/>
                <a:ea typeface="Sora"/>
                <a:cs typeface="Sora"/>
                <a:sym typeface="Sora"/>
              </a:defRPr>
            </a:lvl9pPr>
          </a:lstStyle>
          <a:p/>
        </p:txBody>
      </p:sp>
      <p:sp>
        <p:nvSpPr>
          <p:cNvPr id="612" name="Google Shape;612;p52"/>
          <p:cNvSpPr txBox="1"/>
          <p:nvPr>
            <p:ph idx="6" type="subTitle"/>
          </p:nvPr>
        </p:nvSpPr>
        <p:spPr>
          <a:xfrm>
            <a:off x="6031150" y="3390800"/>
            <a:ext cx="2175300" cy="3942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SzPts val="2400"/>
              <a:buFont typeface="Sora"/>
              <a:buNone/>
              <a:defRPr b="1" sz="2000">
                <a:latin typeface="Sora"/>
                <a:ea typeface="Sora"/>
                <a:cs typeface="Sora"/>
                <a:sym typeface="Sora"/>
              </a:defRPr>
            </a:lvl1pPr>
            <a:lvl2pPr lvl="1">
              <a:lnSpc>
                <a:spcPct val="115000"/>
              </a:lnSpc>
              <a:spcBef>
                <a:spcPts val="0"/>
              </a:spcBef>
              <a:spcAft>
                <a:spcPts val="0"/>
              </a:spcAft>
              <a:buSzPts val="2400"/>
              <a:buFont typeface="Sora"/>
              <a:buNone/>
              <a:defRPr b="1" sz="2400">
                <a:latin typeface="Sora"/>
                <a:ea typeface="Sora"/>
                <a:cs typeface="Sora"/>
                <a:sym typeface="Sora"/>
              </a:defRPr>
            </a:lvl2pPr>
            <a:lvl3pPr lvl="2">
              <a:lnSpc>
                <a:spcPct val="115000"/>
              </a:lnSpc>
              <a:spcBef>
                <a:spcPts val="0"/>
              </a:spcBef>
              <a:spcAft>
                <a:spcPts val="0"/>
              </a:spcAft>
              <a:buSzPts val="2400"/>
              <a:buFont typeface="Sora"/>
              <a:buNone/>
              <a:defRPr b="1" sz="2400">
                <a:latin typeface="Sora"/>
                <a:ea typeface="Sora"/>
                <a:cs typeface="Sora"/>
                <a:sym typeface="Sora"/>
              </a:defRPr>
            </a:lvl3pPr>
            <a:lvl4pPr lvl="3">
              <a:lnSpc>
                <a:spcPct val="115000"/>
              </a:lnSpc>
              <a:spcBef>
                <a:spcPts val="0"/>
              </a:spcBef>
              <a:spcAft>
                <a:spcPts val="0"/>
              </a:spcAft>
              <a:buSzPts val="2400"/>
              <a:buFont typeface="Sora"/>
              <a:buNone/>
              <a:defRPr b="1" sz="2400">
                <a:latin typeface="Sora"/>
                <a:ea typeface="Sora"/>
                <a:cs typeface="Sora"/>
                <a:sym typeface="Sora"/>
              </a:defRPr>
            </a:lvl4pPr>
            <a:lvl5pPr lvl="4">
              <a:lnSpc>
                <a:spcPct val="115000"/>
              </a:lnSpc>
              <a:spcBef>
                <a:spcPts val="0"/>
              </a:spcBef>
              <a:spcAft>
                <a:spcPts val="0"/>
              </a:spcAft>
              <a:buSzPts val="2400"/>
              <a:buFont typeface="Sora"/>
              <a:buNone/>
              <a:defRPr b="1" sz="2400">
                <a:latin typeface="Sora"/>
                <a:ea typeface="Sora"/>
                <a:cs typeface="Sora"/>
                <a:sym typeface="Sora"/>
              </a:defRPr>
            </a:lvl5pPr>
            <a:lvl6pPr lvl="5">
              <a:lnSpc>
                <a:spcPct val="115000"/>
              </a:lnSpc>
              <a:spcBef>
                <a:spcPts val="0"/>
              </a:spcBef>
              <a:spcAft>
                <a:spcPts val="0"/>
              </a:spcAft>
              <a:buSzPts val="2400"/>
              <a:buFont typeface="Sora"/>
              <a:buNone/>
              <a:defRPr b="1" sz="2400">
                <a:latin typeface="Sora"/>
                <a:ea typeface="Sora"/>
                <a:cs typeface="Sora"/>
                <a:sym typeface="Sora"/>
              </a:defRPr>
            </a:lvl6pPr>
            <a:lvl7pPr lvl="6">
              <a:lnSpc>
                <a:spcPct val="115000"/>
              </a:lnSpc>
              <a:spcBef>
                <a:spcPts val="0"/>
              </a:spcBef>
              <a:spcAft>
                <a:spcPts val="0"/>
              </a:spcAft>
              <a:buSzPts val="2400"/>
              <a:buFont typeface="Sora"/>
              <a:buNone/>
              <a:defRPr b="1" sz="2400">
                <a:latin typeface="Sora"/>
                <a:ea typeface="Sora"/>
                <a:cs typeface="Sora"/>
                <a:sym typeface="Sora"/>
              </a:defRPr>
            </a:lvl7pPr>
            <a:lvl8pPr lvl="7">
              <a:lnSpc>
                <a:spcPct val="115000"/>
              </a:lnSpc>
              <a:spcBef>
                <a:spcPts val="0"/>
              </a:spcBef>
              <a:spcAft>
                <a:spcPts val="0"/>
              </a:spcAft>
              <a:buSzPts val="2400"/>
              <a:buFont typeface="Sora"/>
              <a:buNone/>
              <a:defRPr b="1" sz="2400">
                <a:latin typeface="Sora"/>
                <a:ea typeface="Sora"/>
                <a:cs typeface="Sora"/>
                <a:sym typeface="Sora"/>
              </a:defRPr>
            </a:lvl8pPr>
            <a:lvl9pPr lvl="8">
              <a:lnSpc>
                <a:spcPct val="115000"/>
              </a:lnSpc>
              <a:spcBef>
                <a:spcPts val="0"/>
              </a:spcBef>
              <a:spcAft>
                <a:spcPts val="0"/>
              </a:spcAft>
              <a:buSzPts val="2400"/>
              <a:buFont typeface="Sora"/>
              <a:buNone/>
              <a:defRPr b="1" sz="2400">
                <a:latin typeface="Sora"/>
                <a:ea typeface="Sora"/>
                <a:cs typeface="Sora"/>
                <a:sym typeface="Sora"/>
              </a:defRPr>
            </a:lvl9pPr>
          </a:lstStyle>
          <a:p/>
        </p:txBody>
      </p:sp>
      <p:grpSp>
        <p:nvGrpSpPr>
          <p:cNvPr id="613" name="Google Shape;613;p52"/>
          <p:cNvGrpSpPr/>
          <p:nvPr/>
        </p:nvGrpSpPr>
        <p:grpSpPr>
          <a:xfrm>
            <a:off x="8577868" y="74717"/>
            <a:ext cx="605875" cy="4412242"/>
            <a:chOff x="8577868" y="74717"/>
            <a:chExt cx="605875" cy="4412242"/>
          </a:xfrm>
        </p:grpSpPr>
        <p:sp>
          <p:nvSpPr>
            <p:cNvPr id="614" name="Google Shape;614;p52"/>
            <p:cNvSpPr/>
            <p:nvPr/>
          </p:nvSpPr>
          <p:spPr>
            <a:xfrm>
              <a:off x="8937302" y="74717"/>
              <a:ext cx="246441" cy="246441"/>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52"/>
            <p:cNvSpPr/>
            <p:nvPr/>
          </p:nvSpPr>
          <p:spPr>
            <a:xfrm>
              <a:off x="8577884" y="2792122"/>
              <a:ext cx="181108" cy="181108"/>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52"/>
            <p:cNvSpPr/>
            <p:nvPr/>
          </p:nvSpPr>
          <p:spPr>
            <a:xfrm>
              <a:off x="8577868" y="4353966"/>
              <a:ext cx="132993" cy="132993"/>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17" name="Google Shape;617;p52"/>
          <p:cNvGrpSpPr/>
          <p:nvPr/>
        </p:nvGrpSpPr>
        <p:grpSpPr>
          <a:xfrm>
            <a:off x="8264950" y="539225"/>
            <a:ext cx="672350" cy="4815275"/>
            <a:chOff x="8264950" y="539225"/>
            <a:chExt cx="672350" cy="4815275"/>
          </a:xfrm>
        </p:grpSpPr>
        <p:cxnSp>
          <p:nvCxnSpPr>
            <p:cNvPr id="618" name="Google Shape;618;p52"/>
            <p:cNvCxnSpPr/>
            <p:nvPr/>
          </p:nvCxnSpPr>
          <p:spPr>
            <a:xfrm rot="-5400000">
              <a:off x="6194650" y="2609525"/>
              <a:ext cx="4686900" cy="546300"/>
            </a:xfrm>
            <a:prstGeom prst="bentConnector3">
              <a:avLst>
                <a:gd fmla="val 9059" name="adj1"/>
              </a:avLst>
            </a:prstGeom>
            <a:noFill/>
            <a:ln cap="flat" cmpd="sng" w="19050">
              <a:solidFill>
                <a:schemeClr val="lt2"/>
              </a:solidFill>
              <a:prstDash val="solid"/>
              <a:round/>
              <a:headEnd len="med" w="med" type="none"/>
              <a:tailEnd len="med" w="med" type="oval"/>
            </a:ln>
          </p:spPr>
        </p:cxnSp>
        <p:cxnSp>
          <p:nvCxnSpPr>
            <p:cNvPr id="619" name="Google Shape;619;p52"/>
            <p:cNvCxnSpPr/>
            <p:nvPr/>
          </p:nvCxnSpPr>
          <p:spPr>
            <a:xfrm rot="-5400000">
              <a:off x="6564000" y="2981200"/>
              <a:ext cx="4140000" cy="606600"/>
            </a:xfrm>
            <a:prstGeom prst="bentConnector3">
              <a:avLst>
                <a:gd fmla="val 9476" name="adj1"/>
              </a:avLst>
            </a:prstGeom>
            <a:noFill/>
            <a:ln cap="flat" cmpd="sng" w="19050">
              <a:solidFill>
                <a:schemeClr val="lt2"/>
              </a:solidFill>
              <a:prstDash val="solid"/>
              <a:round/>
              <a:headEnd len="med" w="med" type="none"/>
              <a:tailEnd len="med" w="med" type="oval"/>
            </a:ln>
          </p:spPr>
        </p:cxnSp>
      </p:gr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620" name="Shape 620"/>
        <p:cNvGrpSpPr/>
        <p:nvPr/>
      </p:nvGrpSpPr>
      <p:grpSpPr>
        <a:xfrm>
          <a:off x="0" y="0"/>
          <a:ext cx="0" cy="0"/>
          <a:chOff x="0" y="0"/>
          <a:chExt cx="0" cy="0"/>
        </a:xfrm>
      </p:grpSpPr>
      <p:sp>
        <p:nvSpPr>
          <p:cNvPr id="621" name="Google Shape;621;p5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622" name="Google Shape;622;p53"/>
          <p:cNvSpPr txBox="1"/>
          <p:nvPr>
            <p:ph idx="1" type="subTitle"/>
          </p:nvPr>
        </p:nvSpPr>
        <p:spPr>
          <a:xfrm>
            <a:off x="1967648" y="2084667"/>
            <a:ext cx="1978200" cy="6654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SzPts val="1400"/>
              <a:buNone/>
              <a:defRPr sz="1400"/>
            </a:lvl1pPr>
            <a:lvl2pPr lvl="1">
              <a:lnSpc>
                <a:spcPct val="115000"/>
              </a:lnSpc>
              <a:spcBef>
                <a:spcPts val="0"/>
              </a:spcBef>
              <a:spcAft>
                <a:spcPts val="0"/>
              </a:spcAft>
              <a:buSzPts val="1400"/>
              <a:buNone/>
              <a:defRPr/>
            </a:lvl2pPr>
            <a:lvl3pPr lvl="2">
              <a:lnSpc>
                <a:spcPct val="115000"/>
              </a:lnSpc>
              <a:spcBef>
                <a:spcPts val="0"/>
              </a:spcBef>
              <a:spcAft>
                <a:spcPts val="0"/>
              </a:spcAft>
              <a:buSzPts val="1400"/>
              <a:buNone/>
              <a:defRPr/>
            </a:lvl3pPr>
            <a:lvl4pPr lvl="3">
              <a:lnSpc>
                <a:spcPct val="115000"/>
              </a:lnSpc>
              <a:spcBef>
                <a:spcPts val="0"/>
              </a:spcBef>
              <a:spcAft>
                <a:spcPts val="0"/>
              </a:spcAft>
              <a:buSzPts val="1400"/>
              <a:buNone/>
              <a:defRPr/>
            </a:lvl4pPr>
            <a:lvl5pPr lvl="4">
              <a:lnSpc>
                <a:spcPct val="115000"/>
              </a:lnSpc>
              <a:spcBef>
                <a:spcPts val="0"/>
              </a:spcBef>
              <a:spcAft>
                <a:spcPts val="0"/>
              </a:spcAft>
              <a:buSzPts val="1400"/>
              <a:buNone/>
              <a:defRPr/>
            </a:lvl5pPr>
            <a:lvl6pPr lvl="5">
              <a:lnSpc>
                <a:spcPct val="115000"/>
              </a:lnSpc>
              <a:spcBef>
                <a:spcPts val="0"/>
              </a:spcBef>
              <a:spcAft>
                <a:spcPts val="0"/>
              </a:spcAft>
              <a:buSzPts val="1400"/>
              <a:buNone/>
              <a:defRPr/>
            </a:lvl6pPr>
            <a:lvl7pPr lvl="6">
              <a:lnSpc>
                <a:spcPct val="115000"/>
              </a:lnSpc>
              <a:spcBef>
                <a:spcPts val="0"/>
              </a:spcBef>
              <a:spcAft>
                <a:spcPts val="0"/>
              </a:spcAft>
              <a:buSzPts val="1400"/>
              <a:buNone/>
              <a:defRPr/>
            </a:lvl7pPr>
            <a:lvl8pPr lvl="7">
              <a:lnSpc>
                <a:spcPct val="115000"/>
              </a:lnSpc>
              <a:spcBef>
                <a:spcPts val="0"/>
              </a:spcBef>
              <a:spcAft>
                <a:spcPts val="0"/>
              </a:spcAft>
              <a:buSzPts val="1400"/>
              <a:buNone/>
              <a:defRPr/>
            </a:lvl8pPr>
            <a:lvl9pPr lvl="8">
              <a:lnSpc>
                <a:spcPct val="115000"/>
              </a:lnSpc>
              <a:spcBef>
                <a:spcPts val="0"/>
              </a:spcBef>
              <a:spcAft>
                <a:spcPts val="0"/>
              </a:spcAft>
              <a:buSzPts val="1400"/>
              <a:buNone/>
              <a:defRPr/>
            </a:lvl9pPr>
          </a:lstStyle>
          <a:p/>
        </p:txBody>
      </p:sp>
      <p:sp>
        <p:nvSpPr>
          <p:cNvPr id="623" name="Google Shape;623;p53"/>
          <p:cNvSpPr txBox="1"/>
          <p:nvPr>
            <p:ph idx="2" type="subTitle"/>
          </p:nvPr>
        </p:nvSpPr>
        <p:spPr>
          <a:xfrm>
            <a:off x="5198152" y="2084667"/>
            <a:ext cx="1978200" cy="6654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SzPts val="1400"/>
              <a:buNone/>
              <a:defRPr sz="1400"/>
            </a:lvl1pPr>
            <a:lvl2pPr lvl="1">
              <a:lnSpc>
                <a:spcPct val="115000"/>
              </a:lnSpc>
              <a:spcBef>
                <a:spcPts val="0"/>
              </a:spcBef>
              <a:spcAft>
                <a:spcPts val="0"/>
              </a:spcAft>
              <a:buSzPts val="1400"/>
              <a:buNone/>
              <a:defRPr/>
            </a:lvl2pPr>
            <a:lvl3pPr lvl="2">
              <a:lnSpc>
                <a:spcPct val="115000"/>
              </a:lnSpc>
              <a:spcBef>
                <a:spcPts val="0"/>
              </a:spcBef>
              <a:spcAft>
                <a:spcPts val="0"/>
              </a:spcAft>
              <a:buSzPts val="1400"/>
              <a:buNone/>
              <a:defRPr/>
            </a:lvl3pPr>
            <a:lvl4pPr lvl="3">
              <a:lnSpc>
                <a:spcPct val="115000"/>
              </a:lnSpc>
              <a:spcBef>
                <a:spcPts val="0"/>
              </a:spcBef>
              <a:spcAft>
                <a:spcPts val="0"/>
              </a:spcAft>
              <a:buSzPts val="1400"/>
              <a:buNone/>
              <a:defRPr/>
            </a:lvl4pPr>
            <a:lvl5pPr lvl="4">
              <a:lnSpc>
                <a:spcPct val="115000"/>
              </a:lnSpc>
              <a:spcBef>
                <a:spcPts val="0"/>
              </a:spcBef>
              <a:spcAft>
                <a:spcPts val="0"/>
              </a:spcAft>
              <a:buSzPts val="1400"/>
              <a:buNone/>
              <a:defRPr/>
            </a:lvl5pPr>
            <a:lvl6pPr lvl="5">
              <a:lnSpc>
                <a:spcPct val="115000"/>
              </a:lnSpc>
              <a:spcBef>
                <a:spcPts val="0"/>
              </a:spcBef>
              <a:spcAft>
                <a:spcPts val="0"/>
              </a:spcAft>
              <a:buSzPts val="1400"/>
              <a:buNone/>
              <a:defRPr/>
            </a:lvl6pPr>
            <a:lvl7pPr lvl="6">
              <a:lnSpc>
                <a:spcPct val="115000"/>
              </a:lnSpc>
              <a:spcBef>
                <a:spcPts val="0"/>
              </a:spcBef>
              <a:spcAft>
                <a:spcPts val="0"/>
              </a:spcAft>
              <a:buSzPts val="1400"/>
              <a:buNone/>
              <a:defRPr/>
            </a:lvl7pPr>
            <a:lvl8pPr lvl="7">
              <a:lnSpc>
                <a:spcPct val="115000"/>
              </a:lnSpc>
              <a:spcBef>
                <a:spcPts val="0"/>
              </a:spcBef>
              <a:spcAft>
                <a:spcPts val="0"/>
              </a:spcAft>
              <a:buSzPts val="1400"/>
              <a:buNone/>
              <a:defRPr/>
            </a:lvl8pPr>
            <a:lvl9pPr lvl="8">
              <a:lnSpc>
                <a:spcPct val="115000"/>
              </a:lnSpc>
              <a:spcBef>
                <a:spcPts val="0"/>
              </a:spcBef>
              <a:spcAft>
                <a:spcPts val="0"/>
              </a:spcAft>
              <a:buSzPts val="1400"/>
              <a:buNone/>
              <a:defRPr/>
            </a:lvl9pPr>
          </a:lstStyle>
          <a:p/>
        </p:txBody>
      </p:sp>
      <p:sp>
        <p:nvSpPr>
          <p:cNvPr id="624" name="Google Shape;624;p53"/>
          <p:cNvSpPr txBox="1"/>
          <p:nvPr>
            <p:ph idx="3" type="subTitle"/>
          </p:nvPr>
        </p:nvSpPr>
        <p:spPr>
          <a:xfrm>
            <a:off x="1967648" y="3518067"/>
            <a:ext cx="1978200" cy="6654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SzPts val="1400"/>
              <a:buNone/>
              <a:defRPr sz="1400"/>
            </a:lvl1pPr>
            <a:lvl2pPr lvl="1">
              <a:lnSpc>
                <a:spcPct val="115000"/>
              </a:lnSpc>
              <a:spcBef>
                <a:spcPts val="0"/>
              </a:spcBef>
              <a:spcAft>
                <a:spcPts val="0"/>
              </a:spcAft>
              <a:buSzPts val="1400"/>
              <a:buNone/>
              <a:defRPr/>
            </a:lvl2pPr>
            <a:lvl3pPr lvl="2">
              <a:lnSpc>
                <a:spcPct val="115000"/>
              </a:lnSpc>
              <a:spcBef>
                <a:spcPts val="0"/>
              </a:spcBef>
              <a:spcAft>
                <a:spcPts val="0"/>
              </a:spcAft>
              <a:buSzPts val="1400"/>
              <a:buNone/>
              <a:defRPr/>
            </a:lvl3pPr>
            <a:lvl4pPr lvl="3">
              <a:lnSpc>
                <a:spcPct val="115000"/>
              </a:lnSpc>
              <a:spcBef>
                <a:spcPts val="0"/>
              </a:spcBef>
              <a:spcAft>
                <a:spcPts val="0"/>
              </a:spcAft>
              <a:buSzPts val="1400"/>
              <a:buNone/>
              <a:defRPr/>
            </a:lvl4pPr>
            <a:lvl5pPr lvl="4">
              <a:lnSpc>
                <a:spcPct val="115000"/>
              </a:lnSpc>
              <a:spcBef>
                <a:spcPts val="0"/>
              </a:spcBef>
              <a:spcAft>
                <a:spcPts val="0"/>
              </a:spcAft>
              <a:buSzPts val="1400"/>
              <a:buNone/>
              <a:defRPr/>
            </a:lvl5pPr>
            <a:lvl6pPr lvl="5">
              <a:lnSpc>
                <a:spcPct val="115000"/>
              </a:lnSpc>
              <a:spcBef>
                <a:spcPts val="0"/>
              </a:spcBef>
              <a:spcAft>
                <a:spcPts val="0"/>
              </a:spcAft>
              <a:buSzPts val="1400"/>
              <a:buNone/>
              <a:defRPr/>
            </a:lvl6pPr>
            <a:lvl7pPr lvl="6">
              <a:lnSpc>
                <a:spcPct val="115000"/>
              </a:lnSpc>
              <a:spcBef>
                <a:spcPts val="0"/>
              </a:spcBef>
              <a:spcAft>
                <a:spcPts val="0"/>
              </a:spcAft>
              <a:buSzPts val="1400"/>
              <a:buNone/>
              <a:defRPr/>
            </a:lvl7pPr>
            <a:lvl8pPr lvl="7">
              <a:lnSpc>
                <a:spcPct val="115000"/>
              </a:lnSpc>
              <a:spcBef>
                <a:spcPts val="0"/>
              </a:spcBef>
              <a:spcAft>
                <a:spcPts val="0"/>
              </a:spcAft>
              <a:buSzPts val="1400"/>
              <a:buNone/>
              <a:defRPr/>
            </a:lvl8pPr>
            <a:lvl9pPr lvl="8">
              <a:lnSpc>
                <a:spcPct val="115000"/>
              </a:lnSpc>
              <a:spcBef>
                <a:spcPts val="0"/>
              </a:spcBef>
              <a:spcAft>
                <a:spcPts val="0"/>
              </a:spcAft>
              <a:buSzPts val="1400"/>
              <a:buNone/>
              <a:defRPr/>
            </a:lvl9pPr>
          </a:lstStyle>
          <a:p/>
        </p:txBody>
      </p:sp>
      <p:sp>
        <p:nvSpPr>
          <p:cNvPr id="625" name="Google Shape;625;p53"/>
          <p:cNvSpPr txBox="1"/>
          <p:nvPr>
            <p:ph idx="4" type="subTitle"/>
          </p:nvPr>
        </p:nvSpPr>
        <p:spPr>
          <a:xfrm>
            <a:off x="5198152" y="3518067"/>
            <a:ext cx="1978200" cy="6654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SzPts val="1400"/>
              <a:buNone/>
              <a:defRPr sz="1400"/>
            </a:lvl1pPr>
            <a:lvl2pPr lvl="1">
              <a:lnSpc>
                <a:spcPct val="115000"/>
              </a:lnSpc>
              <a:spcBef>
                <a:spcPts val="0"/>
              </a:spcBef>
              <a:spcAft>
                <a:spcPts val="0"/>
              </a:spcAft>
              <a:buSzPts val="1400"/>
              <a:buNone/>
              <a:defRPr/>
            </a:lvl2pPr>
            <a:lvl3pPr lvl="2">
              <a:lnSpc>
                <a:spcPct val="115000"/>
              </a:lnSpc>
              <a:spcBef>
                <a:spcPts val="0"/>
              </a:spcBef>
              <a:spcAft>
                <a:spcPts val="0"/>
              </a:spcAft>
              <a:buSzPts val="1400"/>
              <a:buNone/>
              <a:defRPr/>
            </a:lvl3pPr>
            <a:lvl4pPr lvl="3">
              <a:lnSpc>
                <a:spcPct val="115000"/>
              </a:lnSpc>
              <a:spcBef>
                <a:spcPts val="0"/>
              </a:spcBef>
              <a:spcAft>
                <a:spcPts val="0"/>
              </a:spcAft>
              <a:buSzPts val="1400"/>
              <a:buNone/>
              <a:defRPr/>
            </a:lvl4pPr>
            <a:lvl5pPr lvl="4">
              <a:lnSpc>
                <a:spcPct val="115000"/>
              </a:lnSpc>
              <a:spcBef>
                <a:spcPts val="0"/>
              </a:spcBef>
              <a:spcAft>
                <a:spcPts val="0"/>
              </a:spcAft>
              <a:buSzPts val="1400"/>
              <a:buNone/>
              <a:defRPr/>
            </a:lvl5pPr>
            <a:lvl6pPr lvl="5">
              <a:lnSpc>
                <a:spcPct val="115000"/>
              </a:lnSpc>
              <a:spcBef>
                <a:spcPts val="0"/>
              </a:spcBef>
              <a:spcAft>
                <a:spcPts val="0"/>
              </a:spcAft>
              <a:buSzPts val="1400"/>
              <a:buNone/>
              <a:defRPr/>
            </a:lvl6pPr>
            <a:lvl7pPr lvl="6">
              <a:lnSpc>
                <a:spcPct val="115000"/>
              </a:lnSpc>
              <a:spcBef>
                <a:spcPts val="0"/>
              </a:spcBef>
              <a:spcAft>
                <a:spcPts val="0"/>
              </a:spcAft>
              <a:buSzPts val="1400"/>
              <a:buNone/>
              <a:defRPr/>
            </a:lvl7pPr>
            <a:lvl8pPr lvl="7">
              <a:lnSpc>
                <a:spcPct val="115000"/>
              </a:lnSpc>
              <a:spcBef>
                <a:spcPts val="0"/>
              </a:spcBef>
              <a:spcAft>
                <a:spcPts val="0"/>
              </a:spcAft>
              <a:buSzPts val="1400"/>
              <a:buNone/>
              <a:defRPr/>
            </a:lvl8pPr>
            <a:lvl9pPr lvl="8">
              <a:lnSpc>
                <a:spcPct val="115000"/>
              </a:lnSpc>
              <a:spcBef>
                <a:spcPts val="0"/>
              </a:spcBef>
              <a:spcAft>
                <a:spcPts val="0"/>
              </a:spcAft>
              <a:buSzPts val="1400"/>
              <a:buNone/>
              <a:defRPr/>
            </a:lvl9pPr>
          </a:lstStyle>
          <a:p/>
        </p:txBody>
      </p:sp>
      <p:sp>
        <p:nvSpPr>
          <p:cNvPr id="626" name="Google Shape;626;p53"/>
          <p:cNvSpPr txBox="1"/>
          <p:nvPr>
            <p:ph idx="5" type="subTitle"/>
          </p:nvPr>
        </p:nvSpPr>
        <p:spPr>
          <a:xfrm>
            <a:off x="1967648" y="1778725"/>
            <a:ext cx="1978200" cy="4056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SzPts val="2400"/>
              <a:buFont typeface="Sora"/>
              <a:buNone/>
              <a:defRPr b="1" sz="2000">
                <a:latin typeface="Sora"/>
                <a:ea typeface="Sora"/>
                <a:cs typeface="Sora"/>
                <a:sym typeface="Sora"/>
              </a:defRPr>
            </a:lvl1pPr>
            <a:lvl2pPr lvl="1">
              <a:lnSpc>
                <a:spcPct val="115000"/>
              </a:lnSpc>
              <a:spcBef>
                <a:spcPts val="0"/>
              </a:spcBef>
              <a:spcAft>
                <a:spcPts val="0"/>
              </a:spcAft>
              <a:buSzPts val="2400"/>
              <a:buFont typeface="Sora"/>
              <a:buNone/>
              <a:defRPr b="1" sz="2400">
                <a:latin typeface="Sora"/>
                <a:ea typeface="Sora"/>
                <a:cs typeface="Sora"/>
                <a:sym typeface="Sora"/>
              </a:defRPr>
            </a:lvl2pPr>
            <a:lvl3pPr lvl="2">
              <a:lnSpc>
                <a:spcPct val="115000"/>
              </a:lnSpc>
              <a:spcBef>
                <a:spcPts val="0"/>
              </a:spcBef>
              <a:spcAft>
                <a:spcPts val="0"/>
              </a:spcAft>
              <a:buSzPts val="2400"/>
              <a:buFont typeface="Sora"/>
              <a:buNone/>
              <a:defRPr b="1" sz="2400">
                <a:latin typeface="Sora"/>
                <a:ea typeface="Sora"/>
                <a:cs typeface="Sora"/>
                <a:sym typeface="Sora"/>
              </a:defRPr>
            </a:lvl3pPr>
            <a:lvl4pPr lvl="3">
              <a:lnSpc>
                <a:spcPct val="115000"/>
              </a:lnSpc>
              <a:spcBef>
                <a:spcPts val="0"/>
              </a:spcBef>
              <a:spcAft>
                <a:spcPts val="0"/>
              </a:spcAft>
              <a:buSzPts val="2400"/>
              <a:buFont typeface="Sora"/>
              <a:buNone/>
              <a:defRPr b="1" sz="2400">
                <a:latin typeface="Sora"/>
                <a:ea typeface="Sora"/>
                <a:cs typeface="Sora"/>
                <a:sym typeface="Sora"/>
              </a:defRPr>
            </a:lvl4pPr>
            <a:lvl5pPr lvl="4">
              <a:lnSpc>
                <a:spcPct val="115000"/>
              </a:lnSpc>
              <a:spcBef>
                <a:spcPts val="0"/>
              </a:spcBef>
              <a:spcAft>
                <a:spcPts val="0"/>
              </a:spcAft>
              <a:buSzPts val="2400"/>
              <a:buFont typeface="Sora"/>
              <a:buNone/>
              <a:defRPr b="1" sz="2400">
                <a:latin typeface="Sora"/>
                <a:ea typeface="Sora"/>
                <a:cs typeface="Sora"/>
                <a:sym typeface="Sora"/>
              </a:defRPr>
            </a:lvl5pPr>
            <a:lvl6pPr lvl="5">
              <a:lnSpc>
                <a:spcPct val="115000"/>
              </a:lnSpc>
              <a:spcBef>
                <a:spcPts val="0"/>
              </a:spcBef>
              <a:spcAft>
                <a:spcPts val="0"/>
              </a:spcAft>
              <a:buSzPts val="2400"/>
              <a:buFont typeface="Sora"/>
              <a:buNone/>
              <a:defRPr b="1" sz="2400">
                <a:latin typeface="Sora"/>
                <a:ea typeface="Sora"/>
                <a:cs typeface="Sora"/>
                <a:sym typeface="Sora"/>
              </a:defRPr>
            </a:lvl6pPr>
            <a:lvl7pPr lvl="6">
              <a:lnSpc>
                <a:spcPct val="115000"/>
              </a:lnSpc>
              <a:spcBef>
                <a:spcPts val="0"/>
              </a:spcBef>
              <a:spcAft>
                <a:spcPts val="0"/>
              </a:spcAft>
              <a:buSzPts val="2400"/>
              <a:buFont typeface="Sora"/>
              <a:buNone/>
              <a:defRPr b="1" sz="2400">
                <a:latin typeface="Sora"/>
                <a:ea typeface="Sora"/>
                <a:cs typeface="Sora"/>
                <a:sym typeface="Sora"/>
              </a:defRPr>
            </a:lvl7pPr>
            <a:lvl8pPr lvl="7">
              <a:lnSpc>
                <a:spcPct val="115000"/>
              </a:lnSpc>
              <a:spcBef>
                <a:spcPts val="0"/>
              </a:spcBef>
              <a:spcAft>
                <a:spcPts val="0"/>
              </a:spcAft>
              <a:buSzPts val="2400"/>
              <a:buFont typeface="Sora"/>
              <a:buNone/>
              <a:defRPr b="1" sz="2400">
                <a:latin typeface="Sora"/>
                <a:ea typeface="Sora"/>
                <a:cs typeface="Sora"/>
                <a:sym typeface="Sora"/>
              </a:defRPr>
            </a:lvl8pPr>
            <a:lvl9pPr lvl="8">
              <a:lnSpc>
                <a:spcPct val="115000"/>
              </a:lnSpc>
              <a:spcBef>
                <a:spcPts val="0"/>
              </a:spcBef>
              <a:spcAft>
                <a:spcPts val="0"/>
              </a:spcAft>
              <a:buSzPts val="2400"/>
              <a:buFont typeface="Sora"/>
              <a:buNone/>
              <a:defRPr b="1" sz="2400">
                <a:latin typeface="Sora"/>
                <a:ea typeface="Sora"/>
                <a:cs typeface="Sora"/>
                <a:sym typeface="Sora"/>
              </a:defRPr>
            </a:lvl9pPr>
          </a:lstStyle>
          <a:p/>
        </p:txBody>
      </p:sp>
      <p:sp>
        <p:nvSpPr>
          <p:cNvPr id="627" name="Google Shape;627;p53"/>
          <p:cNvSpPr txBox="1"/>
          <p:nvPr>
            <p:ph idx="6" type="subTitle"/>
          </p:nvPr>
        </p:nvSpPr>
        <p:spPr>
          <a:xfrm>
            <a:off x="5198150" y="1778725"/>
            <a:ext cx="1978200" cy="4056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SzPts val="2400"/>
              <a:buFont typeface="Sora"/>
              <a:buNone/>
              <a:defRPr b="1" sz="2000">
                <a:latin typeface="Sora"/>
                <a:ea typeface="Sora"/>
                <a:cs typeface="Sora"/>
                <a:sym typeface="Sora"/>
              </a:defRPr>
            </a:lvl1pPr>
            <a:lvl2pPr lvl="1">
              <a:lnSpc>
                <a:spcPct val="115000"/>
              </a:lnSpc>
              <a:spcBef>
                <a:spcPts val="0"/>
              </a:spcBef>
              <a:spcAft>
                <a:spcPts val="0"/>
              </a:spcAft>
              <a:buSzPts val="2400"/>
              <a:buFont typeface="Sora"/>
              <a:buNone/>
              <a:defRPr b="1" sz="2400">
                <a:latin typeface="Sora"/>
                <a:ea typeface="Sora"/>
                <a:cs typeface="Sora"/>
                <a:sym typeface="Sora"/>
              </a:defRPr>
            </a:lvl2pPr>
            <a:lvl3pPr lvl="2">
              <a:lnSpc>
                <a:spcPct val="115000"/>
              </a:lnSpc>
              <a:spcBef>
                <a:spcPts val="0"/>
              </a:spcBef>
              <a:spcAft>
                <a:spcPts val="0"/>
              </a:spcAft>
              <a:buSzPts val="2400"/>
              <a:buFont typeface="Sora"/>
              <a:buNone/>
              <a:defRPr b="1" sz="2400">
                <a:latin typeface="Sora"/>
                <a:ea typeface="Sora"/>
                <a:cs typeface="Sora"/>
                <a:sym typeface="Sora"/>
              </a:defRPr>
            </a:lvl3pPr>
            <a:lvl4pPr lvl="3">
              <a:lnSpc>
                <a:spcPct val="115000"/>
              </a:lnSpc>
              <a:spcBef>
                <a:spcPts val="0"/>
              </a:spcBef>
              <a:spcAft>
                <a:spcPts val="0"/>
              </a:spcAft>
              <a:buSzPts val="2400"/>
              <a:buFont typeface="Sora"/>
              <a:buNone/>
              <a:defRPr b="1" sz="2400">
                <a:latin typeface="Sora"/>
                <a:ea typeface="Sora"/>
                <a:cs typeface="Sora"/>
                <a:sym typeface="Sora"/>
              </a:defRPr>
            </a:lvl4pPr>
            <a:lvl5pPr lvl="4">
              <a:lnSpc>
                <a:spcPct val="115000"/>
              </a:lnSpc>
              <a:spcBef>
                <a:spcPts val="0"/>
              </a:spcBef>
              <a:spcAft>
                <a:spcPts val="0"/>
              </a:spcAft>
              <a:buSzPts val="2400"/>
              <a:buFont typeface="Sora"/>
              <a:buNone/>
              <a:defRPr b="1" sz="2400">
                <a:latin typeface="Sora"/>
                <a:ea typeface="Sora"/>
                <a:cs typeface="Sora"/>
                <a:sym typeface="Sora"/>
              </a:defRPr>
            </a:lvl5pPr>
            <a:lvl6pPr lvl="5">
              <a:lnSpc>
                <a:spcPct val="115000"/>
              </a:lnSpc>
              <a:spcBef>
                <a:spcPts val="0"/>
              </a:spcBef>
              <a:spcAft>
                <a:spcPts val="0"/>
              </a:spcAft>
              <a:buSzPts val="2400"/>
              <a:buFont typeface="Sora"/>
              <a:buNone/>
              <a:defRPr b="1" sz="2400">
                <a:latin typeface="Sora"/>
                <a:ea typeface="Sora"/>
                <a:cs typeface="Sora"/>
                <a:sym typeface="Sora"/>
              </a:defRPr>
            </a:lvl6pPr>
            <a:lvl7pPr lvl="6">
              <a:lnSpc>
                <a:spcPct val="115000"/>
              </a:lnSpc>
              <a:spcBef>
                <a:spcPts val="0"/>
              </a:spcBef>
              <a:spcAft>
                <a:spcPts val="0"/>
              </a:spcAft>
              <a:buSzPts val="2400"/>
              <a:buFont typeface="Sora"/>
              <a:buNone/>
              <a:defRPr b="1" sz="2400">
                <a:latin typeface="Sora"/>
                <a:ea typeface="Sora"/>
                <a:cs typeface="Sora"/>
                <a:sym typeface="Sora"/>
              </a:defRPr>
            </a:lvl7pPr>
            <a:lvl8pPr lvl="7">
              <a:lnSpc>
                <a:spcPct val="115000"/>
              </a:lnSpc>
              <a:spcBef>
                <a:spcPts val="0"/>
              </a:spcBef>
              <a:spcAft>
                <a:spcPts val="0"/>
              </a:spcAft>
              <a:buSzPts val="2400"/>
              <a:buFont typeface="Sora"/>
              <a:buNone/>
              <a:defRPr b="1" sz="2400">
                <a:latin typeface="Sora"/>
                <a:ea typeface="Sora"/>
                <a:cs typeface="Sora"/>
                <a:sym typeface="Sora"/>
              </a:defRPr>
            </a:lvl8pPr>
            <a:lvl9pPr lvl="8">
              <a:lnSpc>
                <a:spcPct val="115000"/>
              </a:lnSpc>
              <a:spcBef>
                <a:spcPts val="0"/>
              </a:spcBef>
              <a:spcAft>
                <a:spcPts val="0"/>
              </a:spcAft>
              <a:buSzPts val="2400"/>
              <a:buFont typeface="Sora"/>
              <a:buNone/>
              <a:defRPr b="1" sz="2400">
                <a:latin typeface="Sora"/>
                <a:ea typeface="Sora"/>
                <a:cs typeface="Sora"/>
                <a:sym typeface="Sora"/>
              </a:defRPr>
            </a:lvl9pPr>
          </a:lstStyle>
          <a:p/>
        </p:txBody>
      </p:sp>
      <p:sp>
        <p:nvSpPr>
          <p:cNvPr id="628" name="Google Shape;628;p53"/>
          <p:cNvSpPr txBox="1"/>
          <p:nvPr>
            <p:ph idx="7" type="subTitle"/>
          </p:nvPr>
        </p:nvSpPr>
        <p:spPr>
          <a:xfrm>
            <a:off x="1967648" y="3212175"/>
            <a:ext cx="1978200" cy="4056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SzPts val="2400"/>
              <a:buFont typeface="Sora"/>
              <a:buNone/>
              <a:defRPr b="1" sz="2000">
                <a:latin typeface="Sora"/>
                <a:ea typeface="Sora"/>
                <a:cs typeface="Sora"/>
                <a:sym typeface="Sora"/>
              </a:defRPr>
            </a:lvl1pPr>
            <a:lvl2pPr lvl="1">
              <a:lnSpc>
                <a:spcPct val="115000"/>
              </a:lnSpc>
              <a:spcBef>
                <a:spcPts val="0"/>
              </a:spcBef>
              <a:spcAft>
                <a:spcPts val="0"/>
              </a:spcAft>
              <a:buSzPts val="2400"/>
              <a:buFont typeface="Sora"/>
              <a:buNone/>
              <a:defRPr b="1" sz="2400">
                <a:latin typeface="Sora"/>
                <a:ea typeface="Sora"/>
                <a:cs typeface="Sora"/>
                <a:sym typeface="Sora"/>
              </a:defRPr>
            </a:lvl2pPr>
            <a:lvl3pPr lvl="2">
              <a:lnSpc>
                <a:spcPct val="115000"/>
              </a:lnSpc>
              <a:spcBef>
                <a:spcPts val="0"/>
              </a:spcBef>
              <a:spcAft>
                <a:spcPts val="0"/>
              </a:spcAft>
              <a:buSzPts val="2400"/>
              <a:buFont typeface="Sora"/>
              <a:buNone/>
              <a:defRPr b="1" sz="2400">
                <a:latin typeface="Sora"/>
                <a:ea typeface="Sora"/>
                <a:cs typeface="Sora"/>
                <a:sym typeface="Sora"/>
              </a:defRPr>
            </a:lvl3pPr>
            <a:lvl4pPr lvl="3">
              <a:lnSpc>
                <a:spcPct val="115000"/>
              </a:lnSpc>
              <a:spcBef>
                <a:spcPts val="0"/>
              </a:spcBef>
              <a:spcAft>
                <a:spcPts val="0"/>
              </a:spcAft>
              <a:buSzPts val="2400"/>
              <a:buFont typeface="Sora"/>
              <a:buNone/>
              <a:defRPr b="1" sz="2400">
                <a:latin typeface="Sora"/>
                <a:ea typeface="Sora"/>
                <a:cs typeface="Sora"/>
                <a:sym typeface="Sora"/>
              </a:defRPr>
            </a:lvl4pPr>
            <a:lvl5pPr lvl="4">
              <a:lnSpc>
                <a:spcPct val="115000"/>
              </a:lnSpc>
              <a:spcBef>
                <a:spcPts val="0"/>
              </a:spcBef>
              <a:spcAft>
                <a:spcPts val="0"/>
              </a:spcAft>
              <a:buSzPts val="2400"/>
              <a:buFont typeface="Sora"/>
              <a:buNone/>
              <a:defRPr b="1" sz="2400">
                <a:latin typeface="Sora"/>
                <a:ea typeface="Sora"/>
                <a:cs typeface="Sora"/>
                <a:sym typeface="Sora"/>
              </a:defRPr>
            </a:lvl5pPr>
            <a:lvl6pPr lvl="5">
              <a:lnSpc>
                <a:spcPct val="115000"/>
              </a:lnSpc>
              <a:spcBef>
                <a:spcPts val="0"/>
              </a:spcBef>
              <a:spcAft>
                <a:spcPts val="0"/>
              </a:spcAft>
              <a:buSzPts val="2400"/>
              <a:buFont typeface="Sora"/>
              <a:buNone/>
              <a:defRPr b="1" sz="2400">
                <a:latin typeface="Sora"/>
                <a:ea typeface="Sora"/>
                <a:cs typeface="Sora"/>
                <a:sym typeface="Sora"/>
              </a:defRPr>
            </a:lvl6pPr>
            <a:lvl7pPr lvl="6">
              <a:lnSpc>
                <a:spcPct val="115000"/>
              </a:lnSpc>
              <a:spcBef>
                <a:spcPts val="0"/>
              </a:spcBef>
              <a:spcAft>
                <a:spcPts val="0"/>
              </a:spcAft>
              <a:buSzPts val="2400"/>
              <a:buFont typeface="Sora"/>
              <a:buNone/>
              <a:defRPr b="1" sz="2400">
                <a:latin typeface="Sora"/>
                <a:ea typeface="Sora"/>
                <a:cs typeface="Sora"/>
                <a:sym typeface="Sora"/>
              </a:defRPr>
            </a:lvl7pPr>
            <a:lvl8pPr lvl="7">
              <a:lnSpc>
                <a:spcPct val="115000"/>
              </a:lnSpc>
              <a:spcBef>
                <a:spcPts val="0"/>
              </a:spcBef>
              <a:spcAft>
                <a:spcPts val="0"/>
              </a:spcAft>
              <a:buSzPts val="2400"/>
              <a:buFont typeface="Sora"/>
              <a:buNone/>
              <a:defRPr b="1" sz="2400">
                <a:latin typeface="Sora"/>
                <a:ea typeface="Sora"/>
                <a:cs typeface="Sora"/>
                <a:sym typeface="Sora"/>
              </a:defRPr>
            </a:lvl8pPr>
            <a:lvl9pPr lvl="8">
              <a:lnSpc>
                <a:spcPct val="115000"/>
              </a:lnSpc>
              <a:spcBef>
                <a:spcPts val="0"/>
              </a:spcBef>
              <a:spcAft>
                <a:spcPts val="0"/>
              </a:spcAft>
              <a:buSzPts val="2400"/>
              <a:buFont typeface="Sora"/>
              <a:buNone/>
              <a:defRPr b="1" sz="2400">
                <a:latin typeface="Sora"/>
                <a:ea typeface="Sora"/>
                <a:cs typeface="Sora"/>
                <a:sym typeface="Sora"/>
              </a:defRPr>
            </a:lvl9pPr>
          </a:lstStyle>
          <a:p/>
        </p:txBody>
      </p:sp>
      <p:sp>
        <p:nvSpPr>
          <p:cNvPr id="629" name="Google Shape;629;p53"/>
          <p:cNvSpPr txBox="1"/>
          <p:nvPr>
            <p:ph idx="8" type="subTitle"/>
          </p:nvPr>
        </p:nvSpPr>
        <p:spPr>
          <a:xfrm>
            <a:off x="5198150" y="3212175"/>
            <a:ext cx="1978200" cy="4056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SzPts val="2400"/>
              <a:buFont typeface="Sora"/>
              <a:buNone/>
              <a:defRPr b="1" sz="2000">
                <a:latin typeface="Sora"/>
                <a:ea typeface="Sora"/>
                <a:cs typeface="Sora"/>
                <a:sym typeface="Sora"/>
              </a:defRPr>
            </a:lvl1pPr>
            <a:lvl2pPr lvl="1">
              <a:lnSpc>
                <a:spcPct val="115000"/>
              </a:lnSpc>
              <a:spcBef>
                <a:spcPts val="0"/>
              </a:spcBef>
              <a:spcAft>
                <a:spcPts val="0"/>
              </a:spcAft>
              <a:buSzPts val="2400"/>
              <a:buFont typeface="Sora"/>
              <a:buNone/>
              <a:defRPr b="1" sz="2400">
                <a:latin typeface="Sora"/>
                <a:ea typeface="Sora"/>
                <a:cs typeface="Sora"/>
                <a:sym typeface="Sora"/>
              </a:defRPr>
            </a:lvl2pPr>
            <a:lvl3pPr lvl="2">
              <a:lnSpc>
                <a:spcPct val="115000"/>
              </a:lnSpc>
              <a:spcBef>
                <a:spcPts val="0"/>
              </a:spcBef>
              <a:spcAft>
                <a:spcPts val="0"/>
              </a:spcAft>
              <a:buSzPts val="2400"/>
              <a:buFont typeface="Sora"/>
              <a:buNone/>
              <a:defRPr b="1" sz="2400">
                <a:latin typeface="Sora"/>
                <a:ea typeface="Sora"/>
                <a:cs typeface="Sora"/>
                <a:sym typeface="Sora"/>
              </a:defRPr>
            </a:lvl3pPr>
            <a:lvl4pPr lvl="3">
              <a:lnSpc>
                <a:spcPct val="115000"/>
              </a:lnSpc>
              <a:spcBef>
                <a:spcPts val="0"/>
              </a:spcBef>
              <a:spcAft>
                <a:spcPts val="0"/>
              </a:spcAft>
              <a:buSzPts val="2400"/>
              <a:buFont typeface="Sora"/>
              <a:buNone/>
              <a:defRPr b="1" sz="2400">
                <a:latin typeface="Sora"/>
                <a:ea typeface="Sora"/>
                <a:cs typeface="Sora"/>
                <a:sym typeface="Sora"/>
              </a:defRPr>
            </a:lvl4pPr>
            <a:lvl5pPr lvl="4">
              <a:lnSpc>
                <a:spcPct val="115000"/>
              </a:lnSpc>
              <a:spcBef>
                <a:spcPts val="0"/>
              </a:spcBef>
              <a:spcAft>
                <a:spcPts val="0"/>
              </a:spcAft>
              <a:buSzPts val="2400"/>
              <a:buFont typeface="Sora"/>
              <a:buNone/>
              <a:defRPr b="1" sz="2400">
                <a:latin typeface="Sora"/>
                <a:ea typeface="Sora"/>
                <a:cs typeface="Sora"/>
                <a:sym typeface="Sora"/>
              </a:defRPr>
            </a:lvl5pPr>
            <a:lvl6pPr lvl="5">
              <a:lnSpc>
                <a:spcPct val="115000"/>
              </a:lnSpc>
              <a:spcBef>
                <a:spcPts val="0"/>
              </a:spcBef>
              <a:spcAft>
                <a:spcPts val="0"/>
              </a:spcAft>
              <a:buSzPts val="2400"/>
              <a:buFont typeface="Sora"/>
              <a:buNone/>
              <a:defRPr b="1" sz="2400">
                <a:latin typeface="Sora"/>
                <a:ea typeface="Sora"/>
                <a:cs typeface="Sora"/>
                <a:sym typeface="Sora"/>
              </a:defRPr>
            </a:lvl6pPr>
            <a:lvl7pPr lvl="6">
              <a:lnSpc>
                <a:spcPct val="115000"/>
              </a:lnSpc>
              <a:spcBef>
                <a:spcPts val="0"/>
              </a:spcBef>
              <a:spcAft>
                <a:spcPts val="0"/>
              </a:spcAft>
              <a:buSzPts val="2400"/>
              <a:buFont typeface="Sora"/>
              <a:buNone/>
              <a:defRPr b="1" sz="2400">
                <a:latin typeface="Sora"/>
                <a:ea typeface="Sora"/>
                <a:cs typeface="Sora"/>
                <a:sym typeface="Sora"/>
              </a:defRPr>
            </a:lvl7pPr>
            <a:lvl8pPr lvl="7">
              <a:lnSpc>
                <a:spcPct val="115000"/>
              </a:lnSpc>
              <a:spcBef>
                <a:spcPts val="0"/>
              </a:spcBef>
              <a:spcAft>
                <a:spcPts val="0"/>
              </a:spcAft>
              <a:buSzPts val="2400"/>
              <a:buFont typeface="Sora"/>
              <a:buNone/>
              <a:defRPr b="1" sz="2400">
                <a:latin typeface="Sora"/>
                <a:ea typeface="Sora"/>
                <a:cs typeface="Sora"/>
                <a:sym typeface="Sora"/>
              </a:defRPr>
            </a:lvl8pPr>
            <a:lvl9pPr lvl="8">
              <a:lnSpc>
                <a:spcPct val="115000"/>
              </a:lnSpc>
              <a:spcBef>
                <a:spcPts val="0"/>
              </a:spcBef>
              <a:spcAft>
                <a:spcPts val="0"/>
              </a:spcAft>
              <a:buSzPts val="2400"/>
              <a:buFont typeface="Sora"/>
              <a:buNone/>
              <a:defRPr b="1" sz="2400">
                <a:latin typeface="Sora"/>
                <a:ea typeface="Sora"/>
                <a:cs typeface="Sora"/>
                <a:sym typeface="Sora"/>
              </a:defRPr>
            </a:lvl9pPr>
          </a:lstStyle>
          <a:p/>
        </p:txBody>
      </p:sp>
      <p:grpSp>
        <p:nvGrpSpPr>
          <p:cNvPr id="630" name="Google Shape;630;p53"/>
          <p:cNvGrpSpPr/>
          <p:nvPr/>
        </p:nvGrpSpPr>
        <p:grpSpPr>
          <a:xfrm>
            <a:off x="184960" y="-914261"/>
            <a:ext cx="8511650" cy="5875100"/>
            <a:chOff x="184960" y="-914261"/>
            <a:chExt cx="8511650" cy="5875100"/>
          </a:xfrm>
        </p:grpSpPr>
        <p:cxnSp>
          <p:nvCxnSpPr>
            <p:cNvPr id="631" name="Google Shape;631;p53"/>
            <p:cNvCxnSpPr/>
            <p:nvPr/>
          </p:nvCxnSpPr>
          <p:spPr>
            <a:xfrm rot="5400000">
              <a:off x="-1759290" y="1284414"/>
              <a:ext cx="4686900" cy="546300"/>
            </a:xfrm>
            <a:prstGeom prst="bentConnector3">
              <a:avLst>
                <a:gd fmla="val 18882" name="adj1"/>
              </a:avLst>
            </a:prstGeom>
            <a:noFill/>
            <a:ln cap="flat" cmpd="sng" w="19050">
              <a:solidFill>
                <a:schemeClr val="lt2"/>
              </a:solidFill>
              <a:prstDash val="solid"/>
              <a:round/>
              <a:headEnd len="med" w="med" type="none"/>
              <a:tailEnd len="med" w="med" type="oval"/>
            </a:ln>
          </p:spPr>
        </p:cxnSp>
        <p:cxnSp>
          <p:nvCxnSpPr>
            <p:cNvPr id="632" name="Google Shape;632;p53"/>
            <p:cNvCxnSpPr/>
            <p:nvPr/>
          </p:nvCxnSpPr>
          <p:spPr>
            <a:xfrm rot="5400000">
              <a:off x="-1581740" y="852439"/>
              <a:ext cx="4140000" cy="606600"/>
            </a:xfrm>
            <a:prstGeom prst="bentConnector3">
              <a:avLst>
                <a:gd fmla="val 32793" name="adj1"/>
              </a:avLst>
            </a:prstGeom>
            <a:noFill/>
            <a:ln cap="flat" cmpd="sng" w="19050">
              <a:solidFill>
                <a:schemeClr val="lt2"/>
              </a:solidFill>
              <a:prstDash val="solid"/>
              <a:round/>
              <a:headEnd len="med" w="med" type="none"/>
              <a:tailEnd len="med" w="med" type="oval"/>
            </a:ln>
          </p:spPr>
        </p:cxnSp>
        <p:cxnSp>
          <p:nvCxnSpPr>
            <p:cNvPr id="633" name="Google Shape;633;p53"/>
            <p:cNvCxnSpPr/>
            <p:nvPr/>
          </p:nvCxnSpPr>
          <p:spPr>
            <a:xfrm rot="5400000">
              <a:off x="5885760" y="2149989"/>
              <a:ext cx="5112900" cy="508800"/>
            </a:xfrm>
            <a:prstGeom prst="bentConnector3">
              <a:avLst>
                <a:gd fmla="val 50000" name="adj1"/>
              </a:avLst>
            </a:prstGeom>
            <a:noFill/>
            <a:ln cap="flat" cmpd="sng" w="19050">
              <a:solidFill>
                <a:schemeClr val="lt2"/>
              </a:solidFill>
              <a:prstDash val="solid"/>
              <a:round/>
              <a:headEnd len="med" w="med" type="none"/>
              <a:tailEnd len="med" w="med" type="oval"/>
            </a:ln>
          </p:spPr>
        </p:cxnSp>
        <p:cxnSp>
          <p:nvCxnSpPr>
            <p:cNvPr id="634" name="Google Shape;634;p53"/>
            <p:cNvCxnSpPr/>
            <p:nvPr/>
          </p:nvCxnSpPr>
          <p:spPr>
            <a:xfrm rot="5400000">
              <a:off x="5659460" y="1671214"/>
              <a:ext cx="5112900" cy="508800"/>
            </a:xfrm>
            <a:prstGeom prst="bentConnector3">
              <a:avLst>
                <a:gd fmla="val 50000" name="adj1"/>
              </a:avLst>
            </a:prstGeom>
            <a:noFill/>
            <a:ln cap="flat" cmpd="sng" w="19050">
              <a:solidFill>
                <a:schemeClr val="lt2"/>
              </a:solidFill>
              <a:prstDash val="solid"/>
              <a:round/>
              <a:headEnd len="med" w="med" type="none"/>
              <a:tailEnd len="med" w="med" type="oval"/>
            </a:ln>
          </p:spPr>
        </p:cxnSp>
      </p:grpSp>
      <p:grpSp>
        <p:nvGrpSpPr>
          <p:cNvPr id="635" name="Google Shape;635;p53"/>
          <p:cNvGrpSpPr/>
          <p:nvPr/>
        </p:nvGrpSpPr>
        <p:grpSpPr>
          <a:xfrm>
            <a:off x="4047014" y="27379"/>
            <a:ext cx="4845881" cy="3896497"/>
            <a:chOff x="4047014" y="27379"/>
            <a:chExt cx="4845881" cy="3896497"/>
          </a:xfrm>
        </p:grpSpPr>
        <p:sp>
          <p:nvSpPr>
            <p:cNvPr id="636" name="Google Shape;636;p53"/>
            <p:cNvSpPr/>
            <p:nvPr/>
          </p:nvSpPr>
          <p:spPr>
            <a:xfrm rot="-5400000">
              <a:off x="4047014" y="223696"/>
              <a:ext cx="246441" cy="246441"/>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53"/>
            <p:cNvSpPr/>
            <p:nvPr/>
          </p:nvSpPr>
          <p:spPr>
            <a:xfrm rot="-5400000">
              <a:off x="8470281" y="3727561"/>
              <a:ext cx="196332" cy="196299"/>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53"/>
            <p:cNvSpPr/>
            <p:nvPr/>
          </p:nvSpPr>
          <p:spPr>
            <a:xfrm rot="-5400000">
              <a:off x="8641534" y="2927466"/>
              <a:ext cx="251378" cy="251344"/>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53"/>
            <p:cNvSpPr/>
            <p:nvPr/>
          </p:nvSpPr>
          <p:spPr>
            <a:xfrm rot="-5400000">
              <a:off x="4391516" y="27388"/>
              <a:ext cx="156245" cy="156228"/>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53"/>
            <p:cNvSpPr/>
            <p:nvPr/>
          </p:nvSpPr>
          <p:spPr>
            <a:xfrm rot="-5400000">
              <a:off x="8470291" y="2624037"/>
              <a:ext cx="161895" cy="161879"/>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641" name="Shape 641"/>
        <p:cNvGrpSpPr/>
        <p:nvPr/>
      </p:nvGrpSpPr>
      <p:grpSpPr>
        <a:xfrm>
          <a:off x="0" y="0"/>
          <a:ext cx="0" cy="0"/>
          <a:chOff x="0" y="0"/>
          <a:chExt cx="0" cy="0"/>
        </a:xfrm>
      </p:grpSpPr>
      <p:sp>
        <p:nvSpPr>
          <p:cNvPr id="642" name="Google Shape;642;p5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643" name="Google Shape;643;p54"/>
          <p:cNvSpPr txBox="1"/>
          <p:nvPr>
            <p:ph idx="1" type="subTitle"/>
          </p:nvPr>
        </p:nvSpPr>
        <p:spPr>
          <a:xfrm>
            <a:off x="974900" y="2116975"/>
            <a:ext cx="1986000" cy="649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SzPts val="1400"/>
              <a:buNone/>
              <a:defRPr sz="1400"/>
            </a:lvl1pPr>
            <a:lvl2pPr lvl="1">
              <a:lnSpc>
                <a:spcPct val="115000"/>
              </a:lnSpc>
              <a:spcBef>
                <a:spcPts val="0"/>
              </a:spcBef>
              <a:spcAft>
                <a:spcPts val="0"/>
              </a:spcAft>
              <a:buSzPts val="1400"/>
              <a:buNone/>
              <a:defRPr/>
            </a:lvl2pPr>
            <a:lvl3pPr lvl="2">
              <a:lnSpc>
                <a:spcPct val="115000"/>
              </a:lnSpc>
              <a:spcBef>
                <a:spcPts val="0"/>
              </a:spcBef>
              <a:spcAft>
                <a:spcPts val="0"/>
              </a:spcAft>
              <a:buSzPts val="1400"/>
              <a:buNone/>
              <a:defRPr/>
            </a:lvl3pPr>
            <a:lvl4pPr lvl="3">
              <a:lnSpc>
                <a:spcPct val="115000"/>
              </a:lnSpc>
              <a:spcBef>
                <a:spcPts val="0"/>
              </a:spcBef>
              <a:spcAft>
                <a:spcPts val="0"/>
              </a:spcAft>
              <a:buSzPts val="1400"/>
              <a:buNone/>
              <a:defRPr/>
            </a:lvl4pPr>
            <a:lvl5pPr lvl="4">
              <a:lnSpc>
                <a:spcPct val="115000"/>
              </a:lnSpc>
              <a:spcBef>
                <a:spcPts val="0"/>
              </a:spcBef>
              <a:spcAft>
                <a:spcPts val="0"/>
              </a:spcAft>
              <a:buSzPts val="1400"/>
              <a:buNone/>
              <a:defRPr/>
            </a:lvl5pPr>
            <a:lvl6pPr lvl="5">
              <a:lnSpc>
                <a:spcPct val="115000"/>
              </a:lnSpc>
              <a:spcBef>
                <a:spcPts val="0"/>
              </a:spcBef>
              <a:spcAft>
                <a:spcPts val="0"/>
              </a:spcAft>
              <a:buSzPts val="1400"/>
              <a:buNone/>
              <a:defRPr/>
            </a:lvl6pPr>
            <a:lvl7pPr lvl="6">
              <a:lnSpc>
                <a:spcPct val="115000"/>
              </a:lnSpc>
              <a:spcBef>
                <a:spcPts val="0"/>
              </a:spcBef>
              <a:spcAft>
                <a:spcPts val="0"/>
              </a:spcAft>
              <a:buSzPts val="1400"/>
              <a:buNone/>
              <a:defRPr/>
            </a:lvl7pPr>
            <a:lvl8pPr lvl="7">
              <a:lnSpc>
                <a:spcPct val="115000"/>
              </a:lnSpc>
              <a:spcBef>
                <a:spcPts val="0"/>
              </a:spcBef>
              <a:spcAft>
                <a:spcPts val="0"/>
              </a:spcAft>
              <a:buSzPts val="1400"/>
              <a:buNone/>
              <a:defRPr/>
            </a:lvl8pPr>
            <a:lvl9pPr lvl="8">
              <a:lnSpc>
                <a:spcPct val="115000"/>
              </a:lnSpc>
              <a:spcBef>
                <a:spcPts val="0"/>
              </a:spcBef>
              <a:spcAft>
                <a:spcPts val="0"/>
              </a:spcAft>
              <a:buSzPts val="1400"/>
              <a:buNone/>
              <a:defRPr/>
            </a:lvl9pPr>
          </a:lstStyle>
          <a:p/>
        </p:txBody>
      </p:sp>
      <p:sp>
        <p:nvSpPr>
          <p:cNvPr id="644" name="Google Shape;644;p54"/>
          <p:cNvSpPr txBox="1"/>
          <p:nvPr>
            <p:ph idx="2" type="subTitle"/>
          </p:nvPr>
        </p:nvSpPr>
        <p:spPr>
          <a:xfrm>
            <a:off x="3578947" y="2116975"/>
            <a:ext cx="1986000" cy="649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SzPts val="1400"/>
              <a:buNone/>
              <a:defRPr sz="1400"/>
            </a:lvl1pPr>
            <a:lvl2pPr lvl="1">
              <a:lnSpc>
                <a:spcPct val="115000"/>
              </a:lnSpc>
              <a:spcBef>
                <a:spcPts val="0"/>
              </a:spcBef>
              <a:spcAft>
                <a:spcPts val="0"/>
              </a:spcAft>
              <a:buSzPts val="1400"/>
              <a:buNone/>
              <a:defRPr/>
            </a:lvl2pPr>
            <a:lvl3pPr lvl="2">
              <a:lnSpc>
                <a:spcPct val="115000"/>
              </a:lnSpc>
              <a:spcBef>
                <a:spcPts val="0"/>
              </a:spcBef>
              <a:spcAft>
                <a:spcPts val="0"/>
              </a:spcAft>
              <a:buSzPts val="1400"/>
              <a:buNone/>
              <a:defRPr/>
            </a:lvl3pPr>
            <a:lvl4pPr lvl="3">
              <a:lnSpc>
                <a:spcPct val="115000"/>
              </a:lnSpc>
              <a:spcBef>
                <a:spcPts val="0"/>
              </a:spcBef>
              <a:spcAft>
                <a:spcPts val="0"/>
              </a:spcAft>
              <a:buSzPts val="1400"/>
              <a:buNone/>
              <a:defRPr/>
            </a:lvl4pPr>
            <a:lvl5pPr lvl="4">
              <a:lnSpc>
                <a:spcPct val="115000"/>
              </a:lnSpc>
              <a:spcBef>
                <a:spcPts val="0"/>
              </a:spcBef>
              <a:spcAft>
                <a:spcPts val="0"/>
              </a:spcAft>
              <a:buSzPts val="1400"/>
              <a:buNone/>
              <a:defRPr/>
            </a:lvl5pPr>
            <a:lvl6pPr lvl="5">
              <a:lnSpc>
                <a:spcPct val="115000"/>
              </a:lnSpc>
              <a:spcBef>
                <a:spcPts val="0"/>
              </a:spcBef>
              <a:spcAft>
                <a:spcPts val="0"/>
              </a:spcAft>
              <a:buSzPts val="1400"/>
              <a:buNone/>
              <a:defRPr/>
            </a:lvl6pPr>
            <a:lvl7pPr lvl="6">
              <a:lnSpc>
                <a:spcPct val="115000"/>
              </a:lnSpc>
              <a:spcBef>
                <a:spcPts val="0"/>
              </a:spcBef>
              <a:spcAft>
                <a:spcPts val="0"/>
              </a:spcAft>
              <a:buSzPts val="1400"/>
              <a:buNone/>
              <a:defRPr/>
            </a:lvl7pPr>
            <a:lvl8pPr lvl="7">
              <a:lnSpc>
                <a:spcPct val="115000"/>
              </a:lnSpc>
              <a:spcBef>
                <a:spcPts val="0"/>
              </a:spcBef>
              <a:spcAft>
                <a:spcPts val="0"/>
              </a:spcAft>
              <a:buSzPts val="1400"/>
              <a:buNone/>
              <a:defRPr/>
            </a:lvl8pPr>
            <a:lvl9pPr lvl="8">
              <a:lnSpc>
                <a:spcPct val="115000"/>
              </a:lnSpc>
              <a:spcBef>
                <a:spcPts val="0"/>
              </a:spcBef>
              <a:spcAft>
                <a:spcPts val="0"/>
              </a:spcAft>
              <a:buSzPts val="1400"/>
              <a:buNone/>
              <a:defRPr/>
            </a:lvl9pPr>
          </a:lstStyle>
          <a:p/>
        </p:txBody>
      </p:sp>
      <p:sp>
        <p:nvSpPr>
          <p:cNvPr id="645" name="Google Shape;645;p54"/>
          <p:cNvSpPr txBox="1"/>
          <p:nvPr>
            <p:ph idx="3" type="subTitle"/>
          </p:nvPr>
        </p:nvSpPr>
        <p:spPr>
          <a:xfrm>
            <a:off x="974900" y="3931375"/>
            <a:ext cx="1986000" cy="649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SzPts val="1400"/>
              <a:buNone/>
              <a:defRPr sz="1400"/>
            </a:lvl1pPr>
            <a:lvl2pPr lvl="1">
              <a:lnSpc>
                <a:spcPct val="115000"/>
              </a:lnSpc>
              <a:spcBef>
                <a:spcPts val="0"/>
              </a:spcBef>
              <a:spcAft>
                <a:spcPts val="0"/>
              </a:spcAft>
              <a:buSzPts val="1400"/>
              <a:buNone/>
              <a:defRPr/>
            </a:lvl2pPr>
            <a:lvl3pPr lvl="2">
              <a:lnSpc>
                <a:spcPct val="115000"/>
              </a:lnSpc>
              <a:spcBef>
                <a:spcPts val="0"/>
              </a:spcBef>
              <a:spcAft>
                <a:spcPts val="0"/>
              </a:spcAft>
              <a:buSzPts val="1400"/>
              <a:buNone/>
              <a:defRPr/>
            </a:lvl3pPr>
            <a:lvl4pPr lvl="3">
              <a:lnSpc>
                <a:spcPct val="115000"/>
              </a:lnSpc>
              <a:spcBef>
                <a:spcPts val="0"/>
              </a:spcBef>
              <a:spcAft>
                <a:spcPts val="0"/>
              </a:spcAft>
              <a:buSzPts val="1400"/>
              <a:buNone/>
              <a:defRPr/>
            </a:lvl4pPr>
            <a:lvl5pPr lvl="4">
              <a:lnSpc>
                <a:spcPct val="115000"/>
              </a:lnSpc>
              <a:spcBef>
                <a:spcPts val="0"/>
              </a:spcBef>
              <a:spcAft>
                <a:spcPts val="0"/>
              </a:spcAft>
              <a:buSzPts val="1400"/>
              <a:buNone/>
              <a:defRPr/>
            </a:lvl5pPr>
            <a:lvl6pPr lvl="5">
              <a:lnSpc>
                <a:spcPct val="115000"/>
              </a:lnSpc>
              <a:spcBef>
                <a:spcPts val="0"/>
              </a:spcBef>
              <a:spcAft>
                <a:spcPts val="0"/>
              </a:spcAft>
              <a:buSzPts val="1400"/>
              <a:buNone/>
              <a:defRPr/>
            </a:lvl6pPr>
            <a:lvl7pPr lvl="6">
              <a:lnSpc>
                <a:spcPct val="115000"/>
              </a:lnSpc>
              <a:spcBef>
                <a:spcPts val="0"/>
              </a:spcBef>
              <a:spcAft>
                <a:spcPts val="0"/>
              </a:spcAft>
              <a:buSzPts val="1400"/>
              <a:buNone/>
              <a:defRPr/>
            </a:lvl7pPr>
            <a:lvl8pPr lvl="7">
              <a:lnSpc>
                <a:spcPct val="115000"/>
              </a:lnSpc>
              <a:spcBef>
                <a:spcPts val="0"/>
              </a:spcBef>
              <a:spcAft>
                <a:spcPts val="0"/>
              </a:spcAft>
              <a:buSzPts val="1400"/>
              <a:buNone/>
              <a:defRPr/>
            </a:lvl8pPr>
            <a:lvl9pPr lvl="8">
              <a:lnSpc>
                <a:spcPct val="115000"/>
              </a:lnSpc>
              <a:spcBef>
                <a:spcPts val="0"/>
              </a:spcBef>
              <a:spcAft>
                <a:spcPts val="0"/>
              </a:spcAft>
              <a:buSzPts val="1400"/>
              <a:buNone/>
              <a:defRPr/>
            </a:lvl9pPr>
          </a:lstStyle>
          <a:p/>
        </p:txBody>
      </p:sp>
      <p:sp>
        <p:nvSpPr>
          <p:cNvPr id="646" name="Google Shape;646;p54"/>
          <p:cNvSpPr txBox="1"/>
          <p:nvPr>
            <p:ph idx="4" type="subTitle"/>
          </p:nvPr>
        </p:nvSpPr>
        <p:spPr>
          <a:xfrm>
            <a:off x="3578947" y="3931375"/>
            <a:ext cx="1986000" cy="649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SzPts val="1400"/>
              <a:buNone/>
              <a:defRPr sz="1400"/>
            </a:lvl1pPr>
            <a:lvl2pPr lvl="1">
              <a:lnSpc>
                <a:spcPct val="115000"/>
              </a:lnSpc>
              <a:spcBef>
                <a:spcPts val="0"/>
              </a:spcBef>
              <a:spcAft>
                <a:spcPts val="0"/>
              </a:spcAft>
              <a:buSzPts val="1400"/>
              <a:buNone/>
              <a:defRPr/>
            </a:lvl2pPr>
            <a:lvl3pPr lvl="2">
              <a:lnSpc>
                <a:spcPct val="115000"/>
              </a:lnSpc>
              <a:spcBef>
                <a:spcPts val="0"/>
              </a:spcBef>
              <a:spcAft>
                <a:spcPts val="0"/>
              </a:spcAft>
              <a:buSzPts val="1400"/>
              <a:buNone/>
              <a:defRPr/>
            </a:lvl3pPr>
            <a:lvl4pPr lvl="3">
              <a:lnSpc>
                <a:spcPct val="115000"/>
              </a:lnSpc>
              <a:spcBef>
                <a:spcPts val="0"/>
              </a:spcBef>
              <a:spcAft>
                <a:spcPts val="0"/>
              </a:spcAft>
              <a:buSzPts val="1400"/>
              <a:buNone/>
              <a:defRPr/>
            </a:lvl4pPr>
            <a:lvl5pPr lvl="4">
              <a:lnSpc>
                <a:spcPct val="115000"/>
              </a:lnSpc>
              <a:spcBef>
                <a:spcPts val="0"/>
              </a:spcBef>
              <a:spcAft>
                <a:spcPts val="0"/>
              </a:spcAft>
              <a:buSzPts val="1400"/>
              <a:buNone/>
              <a:defRPr/>
            </a:lvl5pPr>
            <a:lvl6pPr lvl="5">
              <a:lnSpc>
                <a:spcPct val="115000"/>
              </a:lnSpc>
              <a:spcBef>
                <a:spcPts val="0"/>
              </a:spcBef>
              <a:spcAft>
                <a:spcPts val="0"/>
              </a:spcAft>
              <a:buSzPts val="1400"/>
              <a:buNone/>
              <a:defRPr/>
            </a:lvl6pPr>
            <a:lvl7pPr lvl="6">
              <a:lnSpc>
                <a:spcPct val="115000"/>
              </a:lnSpc>
              <a:spcBef>
                <a:spcPts val="0"/>
              </a:spcBef>
              <a:spcAft>
                <a:spcPts val="0"/>
              </a:spcAft>
              <a:buSzPts val="1400"/>
              <a:buNone/>
              <a:defRPr/>
            </a:lvl7pPr>
            <a:lvl8pPr lvl="7">
              <a:lnSpc>
                <a:spcPct val="115000"/>
              </a:lnSpc>
              <a:spcBef>
                <a:spcPts val="0"/>
              </a:spcBef>
              <a:spcAft>
                <a:spcPts val="0"/>
              </a:spcAft>
              <a:buSzPts val="1400"/>
              <a:buNone/>
              <a:defRPr/>
            </a:lvl8pPr>
            <a:lvl9pPr lvl="8">
              <a:lnSpc>
                <a:spcPct val="115000"/>
              </a:lnSpc>
              <a:spcBef>
                <a:spcPts val="0"/>
              </a:spcBef>
              <a:spcAft>
                <a:spcPts val="0"/>
              </a:spcAft>
              <a:buSzPts val="1400"/>
              <a:buNone/>
              <a:defRPr/>
            </a:lvl9pPr>
          </a:lstStyle>
          <a:p/>
        </p:txBody>
      </p:sp>
      <p:sp>
        <p:nvSpPr>
          <p:cNvPr id="647" name="Google Shape;647;p54"/>
          <p:cNvSpPr txBox="1"/>
          <p:nvPr>
            <p:ph idx="5" type="subTitle"/>
          </p:nvPr>
        </p:nvSpPr>
        <p:spPr>
          <a:xfrm>
            <a:off x="6183000" y="2116975"/>
            <a:ext cx="1986000" cy="649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SzPts val="1400"/>
              <a:buNone/>
              <a:defRPr sz="1400"/>
            </a:lvl1pPr>
            <a:lvl2pPr lvl="1">
              <a:lnSpc>
                <a:spcPct val="115000"/>
              </a:lnSpc>
              <a:spcBef>
                <a:spcPts val="0"/>
              </a:spcBef>
              <a:spcAft>
                <a:spcPts val="0"/>
              </a:spcAft>
              <a:buSzPts val="1400"/>
              <a:buNone/>
              <a:defRPr/>
            </a:lvl2pPr>
            <a:lvl3pPr lvl="2">
              <a:lnSpc>
                <a:spcPct val="115000"/>
              </a:lnSpc>
              <a:spcBef>
                <a:spcPts val="0"/>
              </a:spcBef>
              <a:spcAft>
                <a:spcPts val="0"/>
              </a:spcAft>
              <a:buSzPts val="1400"/>
              <a:buNone/>
              <a:defRPr/>
            </a:lvl3pPr>
            <a:lvl4pPr lvl="3">
              <a:lnSpc>
                <a:spcPct val="115000"/>
              </a:lnSpc>
              <a:spcBef>
                <a:spcPts val="0"/>
              </a:spcBef>
              <a:spcAft>
                <a:spcPts val="0"/>
              </a:spcAft>
              <a:buSzPts val="1400"/>
              <a:buNone/>
              <a:defRPr/>
            </a:lvl4pPr>
            <a:lvl5pPr lvl="4">
              <a:lnSpc>
                <a:spcPct val="115000"/>
              </a:lnSpc>
              <a:spcBef>
                <a:spcPts val="0"/>
              </a:spcBef>
              <a:spcAft>
                <a:spcPts val="0"/>
              </a:spcAft>
              <a:buSzPts val="1400"/>
              <a:buNone/>
              <a:defRPr/>
            </a:lvl5pPr>
            <a:lvl6pPr lvl="5">
              <a:lnSpc>
                <a:spcPct val="115000"/>
              </a:lnSpc>
              <a:spcBef>
                <a:spcPts val="0"/>
              </a:spcBef>
              <a:spcAft>
                <a:spcPts val="0"/>
              </a:spcAft>
              <a:buSzPts val="1400"/>
              <a:buNone/>
              <a:defRPr/>
            </a:lvl6pPr>
            <a:lvl7pPr lvl="6">
              <a:lnSpc>
                <a:spcPct val="115000"/>
              </a:lnSpc>
              <a:spcBef>
                <a:spcPts val="0"/>
              </a:spcBef>
              <a:spcAft>
                <a:spcPts val="0"/>
              </a:spcAft>
              <a:buSzPts val="1400"/>
              <a:buNone/>
              <a:defRPr/>
            </a:lvl7pPr>
            <a:lvl8pPr lvl="7">
              <a:lnSpc>
                <a:spcPct val="115000"/>
              </a:lnSpc>
              <a:spcBef>
                <a:spcPts val="0"/>
              </a:spcBef>
              <a:spcAft>
                <a:spcPts val="0"/>
              </a:spcAft>
              <a:buSzPts val="1400"/>
              <a:buNone/>
              <a:defRPr/>
            </a:lvl8pPr>
            <a:lvl9pPr lvl="8">
              <a:lnSpc>
                <a:spcPct val="115000"/>
              </a:lnSpc>
              <a:spcBef>
                <a:spcPts val="0"/>
              </a:spcBef>
              <a:spcAft>
                <a:spcPts val="0"/>
              </a:spcAft>
              <a:buSzPts val="1400"/>
              <a:buNone/>
              <a:defRPr/>
            </a:lvl9pPr>
          </a:lstStyle>
          <a:p/>
        </p:txBody>
      </p:sp>
      <p:sp>
        <p:nvSpPr>
          <p:cNvPr id="648" name="Google Shape;648;p54"/>
          <p:cNvSpPr txBox="1"/>
          <p:nvPr>
            <p:ph idx="6" type="subTitle"/>
          </p:nvPr>
        </p:nvSpPr>
        <p:spPr>
          <a:xfrm>
            <a:off x="6183000" y="3931375"/>
            <a:ext cx="1986000" cy="649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SzPts val="1400"/>
              <a:buNone/>
              <a:defRPr sz="1400"/>
            </a:lvl1pPr>
            <a:lvl2pPr lvl="1">
              <a:lnSpc>
                <a:spcPct val="115000"/>
              </a:lnSpc>
              <a:spcBef>
                <a:spcPts val="0"/>
              </a:spcBef>
              <a:spcAft>
                <a:spcPts val="0"/>
              </a:spcAft>
              <a:buSzPts val="1400"/>
              <a:buNone/>
              <a:defRPr/>
            </a:lvl2pPr>
            <a:lvl3pPr lvl="2">
              <a:lnSpc>
                <a:spcPct val="115000"/>
              </a:lnSpc>
              <a:spcBef>
                <a:spcPts val="0"/>
              </a:spcBef>
              <a:spcAft>
                <a:spcPts val="0"/>
              </a:spcAft>
              <a:buSzPts val="1400"/>
              <a:buNone/>
              <a:defRPr/>
            </a:lvl3pPr>
            <a:lvl4pPr lvl="3">
              <a:lnSpc>
                <a:spcPct val="115000"/>
              </a:lnSpc>
              <a:spcBef>
                <a:spcPts val="0"/>
              </a:spcBef>
              <a:spcAft>
                <a:spcPts val="0"/>
              </a:spcAft>
              <a:buSzPts val="1400"/>
              <a:buNone/>
              <a:defRPr/>
            </a:lvl4pPr>
            <a:lvl5pPr lvl="4">
              <a:lnSpc>
                <a:spcPct val="115000"/>
              </a:lnSpc>
              <a:spcBef>
                <a:spcPts val="0"/>
              </a:spcBef>
              <a:spcAft>
                <a:spcPts val="0"/>
              </a:spcAft>
              <a:buSzPts val="1400"/>
              <a:buNone/>
              <a:defRPr/>
            </a:lvl5pPr>
            <a:lvl6pPr lvl="5">
              <a:lnSpc>
                <a:spcPct val="115000"/>
              </a:lnSpc>
              <a:spcBef>
                <a:spcPts val="0"/>
              </a:spcBef>
              <a:spcAft>
                <a:spcPts val="0"/>
              </a:spcAft>
              <a:buSzPts val="1400"/>
              <a:buNone/>
              <a:defRPr/>
            </a:lvl6pPr>
            <a:lvl7pPr lvl="6">
              <a:lnSpc>
                <a:spcPct val="115000"/>
              </a:lnSpc>
              <a:spcBef>
                <a:spcPts val="0"/>
              </a:spcBef>
              <a:spcAft>
                <a:spcPts val="0"/>
              </a:spcAft>
              <a:buSzPts val="1400"/>
              <a:buNone/>
              <a:defRPr/>
            </a:lvl7pPr>
            <a:lvl8pPr lvl="7">
              <a:lnSpc>
                <a:spcPct val="115000"/>
              </a:lnSpc>
              <a:spcBef>
                <a:spcPts val="0"/>
              </a:spcBef>
              <a:spcAft>
                <a:spcPts val="0"/>
              </a:spcAft>
              <a:buSzPts val="1400"/>
              <a:buNone/>
              <a:defRPr/>
            </a:lvl8pPr>
            <a:lvl9pPr lvl="8">
              <a:lnSpc>
                <a:spcPct val="115000"/>
              </a:lnSpc>
              <a:spcBef>
                <a:spcPts val="0"/>
              </a:spcBef>
              <a:spcAft>
                <a:spcPts val="0"/>
              </a:spcAft>
              <a:buSzPts val="1400"/>
              <a:buNone/>
              <a:defRPr/>
            </a:lvl9pPr>
          </a:lstStyle>
          <a:p/>
        </p:txBody>
      </p:sp>
      <p:sp>
        <p:nvSpPr>
          <p:cNvPr id="649" name="Google Shape;649;p54"/>
          <p:cNvSpPr txBox="1"/>
          <p:nvPr>
            <p:ph idx="7" type="subTitle"/>
          </p:nvPr>
        </p:nvSpPr>
        <p:spPr>
          <a:xfrm>
            <a:off x="974900" y="1908247"/>
            <a:ext cx="1986000" cy="3591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SzPts val="2400"/>
              <a:buFont typeface="Sora"/>
              <a:buNone/>
              <a:defRPr b="1" sz="2000">
                <a:latin typeface="Sora"/>
                <a:ea typeface="Sora"/>
                <a:cs typeface="Sora"/>
                <a:sym typeface="Sora"/>
              </a:defRPr>
            </a:lvl1pPr>
            <a:lvl2pPr lvl="1">
              <a:lnSpc>
                <a:spcPct val="115000"/>
              </a:lnSpc>
              <a:spcBef>
                <a:spcPts val="0"/>
              </a:spcBef>
              <a:spcAft>
                <a:spcPts val="0"/>
              </a:spcAft>
              <a:buSzPts val="2400"/>
              <a:buFont typeface="Sora"/>
              <a:buNone/>
              <a:defRPr b="1" sz="2400">
                <a:latin typeface="Sora"/>
                <a:ea typeface="Sora"/>
                <a:cs typeface="Sora"/>
                <a:sym typeface="Sora"/>
              </a:defRPr>
            </a:lvl2pPr>
            <a:lvl3pPr lvl="2">
              <a:lnSpc>
                <a:spcPct val="115000"/>
              </a:lnSpc>
              <a:spcBef>
                <a:spcPts val="0"/>
              </a:spcBef>
              <a:spcAft>
                <a:spcPts val="0"/>
              </a:spcAft>
              <a:buSzPts val="2400"/>
              <a:buFont typeface="Sora"/>
              <a:buNone/>
              <a:defRPr b="1" sz="2400">
                <a:latin typeface="Sora"/>
                <a:ea typeface="Sora"/>
                <a:cs typeface="Sora"/>
                <a:sym typeface="Sora"/>
              </a:defRPr>
            </a:lvl3pPr>
            <a:lvl4pPr lvl="3">
              <a:lnSpc>
                <a:spcPct val="115000"/>
              </a:lnSpc>
              <a:spcBef>
                <a:spcPts val="0"/>
              </a:spcBef>
              <a:spcAft>
                <a:spcPts val="0"/>
              </a:spcAft>
              <a:buSzPts val="2400"/>
              <a:buFont typeface="Sora"/>
              <a:buNone/>
              <a:defRPr b="1" sz="2400">
                <a:latin typeface="Sora"/>
                <a:ea typeface="Sora"/>
                <a:cs typeface="Sora"/>
                <a:sym typeface="Sora"/>
              </a:defRPr>
            </a:lvl4pPr>
            <a:lvl5pPr lvl="4">
              <a:lnSpc>
                <a:spcPct val="115000"/>
              </a:lnSpc>
              <a:spcBef>
                <a:spcPts val="0"/>
              </a:spcBef>
              <a:spcAft>
                <a:spcPts val="0"/>
              </a:spcAft>
              <a:buSzPts val="2400"/>
              <a:buFont typeface="Sora"/>
              <a:buNone/>
              <a:defRPr b="1" sz="2400">
                <a:latin typeface="Sora"/>
                <a:ea typeface="Sora"/>
                <a:cs typeface="Sora"/>
                <a:sym typeface="Sora"/>
              </a:defRPr>
            </a:lvl5pPr>
            <a:lvl6pPr lvl="5">
              <a:lnSpc>
                <a:spcPct val="115000"/>
              </a:lnSpc>
              <a:spcBef>
                <a:spcPts val="0"/>
              </a:spcBef>
              <a:spcAft>
                <a:spcPts val="0"/>
              </a:spcAft>
              <a:buSzPts val="2400"/>
              <a:buFont typeface="Sora"/>
              <a:buNone/>
              <a:defRPr b="1" sz="2400">
                <a:latin typeface="Sora"/>
                <a:ea typeface="Sora"/>
                <a:cs typeface="Sora"/>
                <a:sym typeface="Sora"/>
              </a:defRPr>
            </a:lvl6pPr>
            <a:lvl7pPr lvl="6">
              <a:lnSpc>
                <a:spcPct val="115000"/>
              </a:lnSpc>
              <a:spcBef>
                <a:spcPts val="0"/>
              </a:spcBef>
              <a:spcAft>
                <a:spcPts val="0"/>
              </a:spcAft>
              <a:buSzPts val="2400"/>
              <a:buFont typeface="Sora"/>
              <a:buNone/>
              <a:defRPr b="1" sz="2400">
                <a:latin typeface="Sora"/>
                <a:ea typeface="Sora"/>
                <a:cs typeface="Sora"/>
                <a:sym typeface="Sora"/>
              </a:defRPr>
            </a:lvl7pPr>
            <a:lvl8pPr lvl="7">
              <a:lnSpc>
                <a:spcPct val="115000"/>
              </a:lnSpc>
              <a:spcBef>
                <a:spcPts val="0"/>
              </a:spcBef>
              <a:spcAft>
                <a:spcPts val="0"/>
              </a:spcAft>
              <a:buSzPts val="2400"/>
              <a:buFont typeface="Sora"/>
              <a:buNone/>
              <a:defRPr b="1" sz="2400">
                <a:latin typeface="Sora"/>
                <a:ea typeface="Sora"/>
                <a:cs typeface="Sora"/>
                <a:sym typeface="Sora"/>
              </a:defRPr>
            </a:lvl8pPr>
            <a:lvl9pPr lvl="8">
              <a:lnSpc>
                <a:spcPct val="115000"/>
              </a:lnSpc>
              <a:spcBef>
                <a:spcPts val="0"/>
              </a:spcBef>
              <a:spcAft>
                <a:spcPts val="0"/>
              </a:spcAft>
              <a:buSzPts val="2400"/>
              <a:buFont typeface="Sora"/>
              <a:buNone/>
              <a:defRPr b="1" sz="2400">
                <a:latin typeface="Sora"/>
                <a:ea typeface="Sora"/>
                <a:cs typeface="Sora"/>
                <a:sym typeface="Sora"/>
              </a:defRPr>
            </a:lvl9pPr>
          </a:lstStyle>
          <a:p/>
        </p:txBody>
      </p:sp>
      <p:sp>
        <p:nvSpPr>
          <p:cNvPr id="650" name="Google Shape;650;p54"/>
          <p:cNvSpPr txBox="1"/>
          <p:nvPr>
            <p:ph idx="8" type="subTitle"/>
          </p:nvPr>
        </p:nvSpPr>
        <p:spPr>
          <a:xfrm>
            <a:off x="3578947" y="1908247"/>
            <a:ext cx="1986000" cy="3591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SzPts val="2400"/>
              <a:buFont typeface="Sora"/>
              <a:buNone/>
              <a:defRPr b="1" sz="2000">
                <a:latin typeface="Sora"/>
                <a:ea typeface="Sora"/>
                <a:cs typeface="Sora"/>
                <a:sym typeface="Sora"/>
              </a:defRPr>
            </a:lvl1pPr>
            <a:lvl2pPr lvl="1">
              <a:lnSpc>
                <a:spcPct val="115000"/>
              </a:lnSpc>
              <a:spcBef>
                <a:spcPts val="0"/>
              </a:spcBef>
              <a:spcAft>
                <a:spcPts val="0"/>
              </a:spcAft>
              <a:buSzPts val="2400"/>
              <a:buFont typeface="Sora"/>
              <a:buNone/>
              <a:defRPr b="1" sz="2400">
                <a:latin typeface="Sora"/>
                <a:ea typeface="Sora"/>
                <a:cs typeface="Sora"/>
                <a:sym typeface="Sora"/>
              </a:defRPr>
            </a:lvl2pPr>
            <a:lvl3pPr lvl="2">
              <a:lnSpc>
                <a:spcPct val="115000"/>
              </a:lnSpc>
              <a:spcBef>
                <a:spcPts val="0"/>
              </a:spcBef>
              <a:spcAft>
                <a:spcPts val="0"/>
              </a:spcAft>
              <a:buSzPts val="2400"/>
              <a:buFont typeface="Sora"/>
              <a:buNone/>
              <a:defRPr b="1" sz="2400">
                <a:latin typeface="Sora"/>
                <a:ea typeface="Sora"/>
                <a:cs typeface="Sora"/>
                <a:sym typeface="Sora"/>
              </a:defRPr>
            </a:lvl3pPr>
            <a:lvl4pPr lvl="3">
              <a:lnSpc>
                <a:spcPct val="115000"/>
              </a:lnSpc>
              <a:spcBef>
                <a:spcPts val="0"/>
              </a:spcBef>
              <a:spcAft>
                <a:spcPts val="0"/>
              </a:spcAft>
              <a:buSzPts val="2400"/>
              <a:buFont typeface="Sora"/>
              <a:buNone/>
              <a:defRPr b="1" sz="2400">
                <a:latin typeface="Sora"/>
                <a:ea typeface="Sora"/>
                <a:cs typeface="Sora"/>
                <a:sym typeface="Sora"/>
              </a:defRPr>
            </a:lvl4pPr>
            <a:lvl5pPr lvl="4">
              <a:lnSpc>
                <a:spcPct val="115000"/>
              </a:lnSpc>
              <a:spcBef>
                <a:spcPts val="0"/>
              </a:spcBef>
              <a:spcAft>
                <a:spcPts val="0"/>
              </a:spcAft>
              <a:buSzPts val="2400"/>
              <a:buFont typeface="Sora"/>
              <a:buNone/>
              <a:defRPr b="1" sz="2400">
                <a:latin typeface="Sora"/>
                <a:ea typeface="Sora"/>
                <a:cs typeface="Sora"/>
                <a:sym typeface="Sora"/>
              </a:defRPr>
            </a:lvl5pPr>
            <a:lvl6pPr lvl="5">
              <a:lnSpc>
                <a:spcPct val="115000"/>
              </a:lnSpc>
              <a:spcBef>
                <a:spcPts val="0"/>
              </a:spcBef>
              <a:spcAft>
                <a:spcPts val="0"/>
              </a:spcAft>
              <a:buSzPts val="2400"/>
              <a:buFont typeface="Sora"/>
              <a:buNone/>
              <a:defRPr b="1" sz="2400">
                <a:latin typeface="Sora"/>
                <a:ea typeface="Sora"/>
                <a:cs typeface="Sora"/>
                <a:sym typeface="Sora"/>
              </a:defRPr>
            </a:lvl6pPr>
            <a:lvl7pPr lvl="6">
              <a:lnSpc>
                <a:spcPct val="115000"/>
              </a:lnSpc>
              <a:spcBef>
                <a:spcPts val="0"/>
              </a:spcBef>
              <a:spcAft>
                <a:spcPts val="0"/>
              </a:spcAft>
              <a:buSzPts val="2400"/>
              <a:buFont typeface="Sora"/>
              <a:buNone/>
              <a:defRPr b="1" sz="2400">
                <a:latin typeface="Sora"/>
                <a:ea typeface="Sora"/>
                <a:cs typeface="Sora"/>
                <a:sym typeface="Sora"/>
              </a:defRPr>
            </a:lvl7pPr>
            <a:lvl8pPr lvl="7">
              <a:lnSpc>
                <a:spcPct val="115000"/>
              </a:lnSpc>
              <a:spcBef>
                <a:spcPts val="0"/>
              </a:spcBef>
              <a:spcAft>
                <a:spcPts val="0"/>
              </a:spcAft>
              <a:buSzPts val="2400"/>
              <a:buFont typeface="Sora"/>
              <a:buNone/>
              <a:defRPr b="1" sz="2400">
                <a:latin typeface="Sora"/>
                <a:ea typeface="Sora"/>
                <a:cs typeface="Sora"/>
                <a:sym typeface="Sora"/>
              </a:defRPr>
            </a:lvl8pPr>
            <a:lvl9pPr lvl="8">
              <a:lnSpc>
                <a:spcPct val="115000"/>
              </a:lnSpc>
              <a:spcBef>
                <a:spcPts val="0"/>
              </a:spcBef>
              <a:spcAft>
                <a:spcPts val="0"/>
              </a:spcAft>
              <a:buSzPts val="2400"/>
              <a:buFont typeface="Sora"/>
              <a:buNone/>
              <a:defRPr b="1" sz="2400">
                <a:latin typeface="Sora"/>
                <a:ea typeface="Sora"/>
                <a:cs typeface="Sora"/>
                <a:sym typeface="Sora"/>
              </a:defRPr>
            </a:lvl9pPr>
          </a:lstStyle>
          <a:p/>
        </p:txBody>
      </p:sp>
      <p:sp>
        <p:nvSpPr>
          <p:cNvPr id="651" name="Google Shape;651;p54"/>
          <p:cNvSpPr txBox="1"/>
          <p:nvPr>
            <p:ph idx="9" type="subTitle"/>
          </p:nvPr>
        </p:nvSpPr>
        <p:spPr>
          <a:xfrm>
            <a:off x="974900" y="3722672"/>
            <a:ext cx="1986000" cy="3591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SzPts val="2400"/>
              <a:buFont typeface="Sora"/>
              <a:buNone/>
              <a:defRPr b="1" sz="2000">
                <a:latin typeface="Sora"/>
                <a:ea typeface="Sora"/>
                <a:cs typeface="Sora"/>
                <a:sym typeface="Sora"/>
              </a:defRPr>
            </a:lvl1pPr>
            <a:lvl2pPr lvl="1">
              <a:lnSpc>
                <a:spcPct val="115000"/>
              </a:lnSpc>
              <a:spcBef>
                <a:spcPts val="0"/>
              </a:spcBef>
              <a:spcAft>
                <a:spcPts val="0"/>
              </a:spcAft>
              <a:buSzPts val="2400"/>
              <a:buFont typeface="Sora"/>
              <a:buNone/>
              <a:defRPr b="1" sz="2400">
                <a:latin typeface="Sora"/>
                <a:ea typeface="Sora"/>
                <a:cs typeface="Sora"/>
                <a:sym typeface="Sora"/>
              </a:defRPr>
            </a:lvl2pPr>
            <a:lvl3pPr lvl="2">
              <a:lnSpc>
                <a:spcPct val="115000"/>
              </a:lnSpc>
              <a:spcBef>
                <a:spcPts val="0"/>
              </a:spcBef>
              <a:spcAft>
                <a:spcPts val="0"/>
              </a:spcAft>
              <a:buSzPts val="2400"/>
              <a:buFont typeface="Sora"/>
              <a:buNone/>
              <a:defRPr b="1" sz="2400">
                <a:latin typeface="Sora"/>
                <a:ea typeface="Sora"/>
                <a:cs typeface="Sora"/>
                <a:sym typeface="Sora"/>
              </a:defRPr>
            </a:lvl3pPr>
            <a:lvl4pPr lvl="3">
              <a:lnSpc>
                <a:spcPct val="115000"/>
              </a:lnSpc>
              <a:spcBef>
                <a:spcPts val="0"/>
              </a:spcBef>
              <a:spcAft>
                <a:spcPts val="0"/>
              </a:spcAft>
              <a:buSzPts val="2400"/>
              <a:buFont typeface="Sora"/>
              <a:buNone/>
              <a:defRPr b="1" sz="2400">
                <a:latin typeface="Sora"/>
                <a:ea typeface="Sora"/>
                <a:cs typeface="Sora"/>
                <a:sym typeface="Sora"/>
              </a:defRPr>
            </a:lvl4pPr>
            <a:lvl5pPr lvl="4">
              <a:lnSpc>
                <a:spcPct val="115000"/>
              </a:lnSpc>
              <a:spcBef>
                <a:spcPts val="0"/>
              </a:spcBef>
              <a:spcAft>
                <a:spcPts val="0"/>
              </a:spcAft>
              <a:buSzPts val="2400"/>
              <a:buFont typeface="Sora"/>
              <a:buNone/>
              <a:defRPr b="1" sz="2400">
                <a:latin typeface="Sora"/>
                <a:ea typeface="Sora"/>
                <a:cs typeface="Sora"/>
                <a:sym typeface="Sora"/>
              </a:defRPr>
            </a:lvl5pPr>
            <a:lvl6pPr lvl="5">
              <a:lnSpc>
                <a:spcPct val="115000"/>
              </a:lnSpc>
              <a:spcBef>
                <a:spcPts val="0"/>
              </a:spcBef>
              <a:spcAft>
                <a:spcPts val="0"/>
              </a:spcAft>
              <a:buSzPts val="2400"/>
              <a:buFont typeface="Sora"/>
              <a:buNone/>
              <a:defRPr b="1" sz="2400">
                <a:latin typeface="Sora"/>
                <a:ea typeface="Sora"/>
                <a:cs typeface="Sora"/>
                <a:sym typeface="Sora"/>
              </a:defRPr>
            </a:lvl6pPr>
            <a:lvl7pPr lvl="6">
              <a:lnSpc>
                <a:spcPct val="115000"/>
              </a:lnSpc>
              <a:spcBef>
                <a:spcPts val="0"/>
              </a:spcBef>
              <a:spcAft>
                <a:spcPts val="0"/>
              </a:spcAft>
              <a:buSzPts val="2400"/>
              <a:buFont typeface="Sora"/>
              <a:buNone/>
              <a:defRPr b="1" sz="2400">
                <a:latin typeface="Sora"/>
                <a:ea typeface="Sora"/>
                <a:cs typeface="Sora"/>
                <a:sym typeface="Sora"/>
              </a:defRPr>
            </a:lvl7pPr>
            <a:lvl8pPr lvl="7">
              <a:lnSpc>
                <a:spcPct val="115000"/>
              </a:lnSpc>
              <a:spcBef>
                <a:spcPts val="0"/>
              </a:spcBef>
              <a:spcAft>
                <a:spcPts val="0"/>
              </a:spcAft>
              <a:buSzPts val="2400"/>
              <a:buFont typeface="Sora"/>
              <a:buNone/>
              <a:defRPr b="1" sz="2400">
                <a:latin typeface="Sora"/>
                <a:ea typeface="Sora"/>
                <a:cs typeface="Sora"/>
                <a:sym typeface="Sora"/>
              </a:defRPr>
            </a:lvl8pPr>
            <a:lvl9pPr lvl="8">
              <a:lnSpc>
                <a:spcPct val="115000"/>
              </a:lnSpc>
              <a:spcBef>
                <a:spcPts val="0"/>
              </a:spcBef>
              <a:spcAft>
                <a:spcPts val="0"/>
              </a:spcAft>
              <a:buSzPts val="2400"/>
              <a:buFont typeface="Sora"/>
              <a:buNone/>
              <a:defRPr b="1" sz="2400">
                <a:latin typeface="Sora"/>
                <a:ea typeface="Sora"/>
                <a:cs typeface="Sora"/>
                <a:sym typeface="Sora"/>
              </a:defRPr>
            </a:lvl9pPr>
          </a:lstStyle>
          <a:p/>
        </p:txBody>
      </p:sp>
      <p:sp>
        <p:nvSpPr>
          <p:cNvPr id="652" name="Google Shape;652;p54"/>
          <p:cNvSpPr txBox="1"/>
          <p:nvPr>
            <p:ph idx="13" type="subTitle"/>
          </p:nvPr>
        </p:nvSpPr>
        <p:spPr>
          <a:xfrm>
            <a:off x="3578947" y="3722672"/>
            <a:ext cx="1986000" cy="3591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SzPts val="2400"/>
              <a:buFont typeface="Sora"/>
              <a:buNone/>
              <a:defRPr b="1" sz="2000">
                <a:latin typeface="Sora"/>
                <a:ea typeface="Sora"/>
                <a:cs typeface="Sora"/>
                <a:sym typeface="Sora"/>
              </a:defRPr>
            </a:lvl1pPr>
            <a:lvl2pPr lvl="1">
              <a:lnSpc>
                <a:spcPct val="115000"/>
              </a:lnSpc>
              <a:spcBef>
                <a:spcPts val="0"/>
              </a:spcBef>
              <a:spcAft>
                <a:spcPts val="0"/>
              </a:spcAft>
              <a:buSzPts val="2400"/>
              <a:buFont typeface="Sora"/>
              <a:buNone/>
              <a:defRPr b="1" sz="2400">
                <a:latin typeface="Sora"/>
                <a:ea typeface="Sora"/>
                <a:cs typeface="Sora"/>
                <a:sym typeface="Sora"/>
              </a:defRPr>
            </a:lvl2pPr>
            <a:lvl3pPr lvl="2">
              <a:lnSpc>
                <a:spcPct val="115000"/>
              </a:lnSpc>
              <a:spcBef>
                <a:spcPts val="0"/>
              </a:spcBef>
              <a:spcAft>
                <a:spcPts val="0"/>
              </a:spcAft>
              <a:buSzPts val="2400"/>
              <a:buFont typeface="Sora"/>
              <a:buNone/>
              <a:defRPr b="1" sz="2400">
                <a:latin typeface="Sora"/>
                <a:ea typeface="Sora"/>
                <a:cs typeface="Sora"/>
                <a:sym typeface="Sora"/>
              </a:defRPr>
            </a:lvl3pPr>
            <a:lvl4pPr lvl="3">
              <a:lnSpc>
                <a:spcPct val="115000"/>
              </a:lnSpc>
              <a:spcBef>
                <a:spcPts val="0"/>
              </a:spcBef>
              <a:spcAft>
                <a:spcPts val="0"/>
              </a:spcAft>
              <a:buSzPts val="2400"/>
              <a:buFont typeface="Sora"/>
              <a:buNone/>
              <a:defRPr b="1" sz="2400">
                <a:latin typeface="Sora"/>
                <a:ea typeface="Sora"/>
                <a:cs typeface="Sora"/>
                <a:sym typeface="Sora"/>
              </a:defRPr>
            </a:lvl4pPr>
            <a:lvl5pPr lvl="4">
              <a:lnSpc>
                <a:spcPct val="115000"/>
              </a:lnSpc>
              <a:spcBef>
                <a:spcPts val="0"/>
              </a:spcBef>
              <a:spcAft>
                <a:spcPts val="0"/>
              </a:spcAft>
              <a:buSzPts val="2400"/>
              <a:buFont typeface="Sora"/>
              <a:buNone/>
              <a:defRPr b="1" sz="2400">
                <a:latin typeface="Sora"/>
                <a:ea typeface="Sora"/>
                <a:cs typeface="Sora"/>
                <a:sym typeface="Sora"/>
              </a:defRPr>
            </a:lvl5pPr>
            <a:lvl6pPr lvl="5">
              <a:lnSpc>
                <a:spcPct val="115000"/>
              </a:lnSpc>
              <a:spcBef>
                <a:spcPts val="0"/>
              </a:spcBef>
              <a:spcAft>
                <a:spcPts val="0"/>
              </a:spcAft>
              <a:buSzPts val="2400"/>
              <a:buFont typeface="Sora"/>
              <a:buNone/>
              <a:defRPr b="1" sz="2400">
                <a:latin typeface="Sora"/>
                <a:ea typeface="Sora"/>
                <a:cs typeface="Sora"/>
                <a:sym typeface="Sora"/>
              </a:defRPr>
            </a:lvl6pPr>
            <a:lvl7pPr lvl="6">
              <a:lnSpc>
                <a:spcPct val="115000"/>
              </a:lnSpc>
              <a:spcBef>
                <a:spcPts val="0"/>
              </a:spcBef>
              <a:spcAft>
                <a:spcPts val="0"/>
              </a:spcAft>
              <a:buSzPts val="2400"/>
              <a:buFont typeface="Sora"/>
              <a:buNone/>
              <a:defRPr b="1" sz="2400">
                <a:latin typeface="Sora"/>
                <a:ea typeface="Sora"/>
                <a:cs typeface="Sora"/>
                <a:sym typeface="Sora"/>
              </a:defRPr>
            </a:lvl7pPr>
            <a:lvl8pPr lvl="7">
              <a:lnSpc>
                <a:spcPct val="115000"/>
              </a:lnSpc>
              <a:spcBef>
                <a:spcPts val="0"/>
              </a:spcBef>
              <a:spcAft>
                <a:spcPts val="0"/>
              </a:spcAft>
              <a:buSzPts val="2400"/>
              <a:buFont typeface="Sora"/>
              <a:buNone/>
              <a:defRPr b="1" sz="2400">
                <a:latin typeface="Sora"/>
                <a:ea typeface="Sora"/>
                <a:cs typeface="Sora"/>
                <a:sym typeface="Sora"/>
              </a:defRPr>
            </a:lvl8pPr>
            <a:lvl9pPr lvl="8">
              <a:lnSpc>
                <a:spcPct val="115000"/>
              </a:lnSpc>
              <a:spcBef>
                <a:spcPts val="0"/>
              </a:spcBef>
              <a:spcAft>
                <a:spcPts val="0"/>
              </a:spcAft>
              <a:buSzPts val="2400"/>
              <a:buFont typeface="Sora"/>
              <a:buNone/>
              <a:defRPr b="1" sz="2400">
                <a:latin typeface="Sora"/>
                <a:ea typeface="Sora"/>
                <a:cs typeface="Sora"/>
                <a:sym typeface="Sora"/>
              </a:defRPr>
            </a:lvl9pPr>
          </a:lstStyle>
          <a:p/>
        </p:txBody>
      </p:sp>
      <p:sp>
        <p:nvSpPr>
          <p:cNvPr id="653" name="Google Shape;653;p54"/>
          <p:cNvSpPr txBox="1"/>
          <p:nvPr>
            <p:ph idx="14" type="subTitle"/>
          </p:nvPr>
        </p:nvSpPr>
        <p:spPr>
          <a:xfrm>
            <a:off x="6183000" y="1908247"/>
            <a:ext cx="1986000" cy="3591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SzPts val="2400"/>
              <a:buFont typeface="Sora"/>
              <a:buNone/>
              <a:defRPr b="1" sz="2000">
                <a:latin typeface="Sora"/>
                <a:ea typeface="Sora"/>
                <a:cs typeface="Sora"/>
                <a:sym typeface="Sora"/>
              </a:defRPr>
            </a:lvl1pPr>
            <a:lvl2pPr lvl="1">
              <a:lnSpc>
                <a:spcPct val="115000"/>
              </a:lnSpc>
              <a:spcBef>
                <a:spcPts val="0"/>
              </a:spcBef>
              <a:spcAft>
                <a:spcPts val="0"/>
              </a:spcAft>
              <a:buSzPts val="2400"/>
              <a:buFont typeface="Sora"/>
              <a:buNone/>
              <a:defRPr b="1" sz="2400">
                <a:latin typeface="Sora"/>
                <a:ea typeface="Sora"/>
                <a:cs typeface="Sora"/>
                <a:sym typeface="Sora"/>
              </a:defRPr>
            </a:lvl2pPr>
            <a:lvl3pPr lvl="2">
              <a:lnSpc>
                <a:spcPct val="115000"/>
              </a:lnSpc>
              <a:spcBef>
                <a:spcPts val="0"/>
              </a:spcBef>
              <a:spcAft>
                <a:spcPts val="0"/>
              </a:spcAft>
              <a:buSzPts val="2400"/>
              <a:buFont typeface="Sora"/>
              <a:buNone/>
              <a:defRPr b="1" sz="2400">
                <a:latin typeface="Sora"/>
                <a:ea typeface="Sora"/>
                <a:cs typeface="Sora"/>
                <a:sym typeface="Sora"/>
              </a:defRPr>
            </a:lvl3pPr>
            <a:lvl4pPr lvl="3">
              <a:lnSpc>
                <a:spcPct val="115000"/>
              </a:lnSpc>
              <a:spcBef>
                <a:spcPts val="0"/>
              </a:spcBef>
              <a:spcAft>
                <a:spcPts val="0"/>
              </a:spcAft>
              <a:buSzPts val="2400"/>
              <a:buFont typeface="Sora"/>
              <a:buNone/>
              <a:defRPr b="1" sz="2400">
                <a:latin typeface="Sora"/>
                <a:ea typeface="Sora"/>
                <a:cs typeface="Sora"/>
                <a:sym typeface="Sora"/>
              </a:defRPr>
            </a:lvl4pPr>
            <a:lvl5pPr lvl="4">
              <a:lnSpc>
                <a:spcPct val="115000"/>
              </a:lnSpc>
              <a:spcBef>
                <a:spcPts val="0"/>
              </a:spcBef>
              <a:spcAft>
                <a:spcPts val="0"/>
              </a:spcAft>
              <a:buSzPts val="2400"/>
              <a:buFont typeface="Sora"/>
              <a:buNone/>
              <a:defRPr b="1" sz="2400">
                <a:latin typeface="Sora"/>
                <a:ea typeface="Sora"/>
                <a:cs typeface="Sora"/>
                <a:sym typeface="Sora"/>
              </a:defRPr>
            </a:lvl5pPr>
            <a:lvl6pPr lvl="5">
              <a:lnSpc>
                <a:spcPct val="115000"/>
              </a:lnSpc>
              <a:spcBef>
                <a:spcPts val="0"/>
              </a:spcBef>
              <a:spcAft>
                <a:spcPts val="0"/>
              </a:spcAft>
              <a:buSzPts val="2400"/>
              <a:buFont typeface="Sora"/>
              <a:buNone/>
              <a:defRPr b="1" sz="2400">
                <a:latin typeface="Sora"/>
                <a:ea typeface="Sora"/>
                <a:cs typeface="Sora"/>
                <a:sym typeface="Sora"/>
              </a:defRPr>
            </a:lvl6pPr>
            <a:lvl7pPr lvl="6">
              <a:lnSpc>
                <a:spcPct val="115000"/>
              </a:lnSpc>
              <a:spcBef>
                <a:spcPts val="0"/>
              </a:spcBef>
              <a:spcAft>
                <a:spcPts val="0"/>
              </a:spcAft>
              <a:buSzPts val="2400"/>
              <a:buFont typeface="Sora"/>
              <a:buNone/>
              <a:defRPr b="1" sz="2400">
                <a:latin typeface="Sora"/>
                <a:ea typeface="Sora"/>
                <a:cs typeface="Sora"/>
                <a:sym typeface="Sora"/>
              </a:defRPr>
            </a:lvl7pPr>
            <a:lvl8pPr lvl="7">
              <a:lnSpc>
                <a:spcPct val="115000"/>
              </a:lnSpc>
              <a:spcBef>
                <a:spcPts val="0"/>
              </a:spcBef>
              <a:spcAft>
                <a:spcPts val="0"/>
              </a:spcAft>
              <a:buSzPts val="2400"/>
              <a:buFont typeface="Sora"/>
              <a:buNone/>
              <a:defRPr b="1" sz="2400">
                <a:latin typeface="Sora"/>
                <a:ea typeface="Sora"/>
                <a:cs typeface="Sora"/>
                <a:sym typeface="Sora"/>
              </a:defRPr>
            </a:lvl8pPr>
            <a:lvl9pPr lvl="8">
              <a:lnSpc>
                <a:spcPct val="115000"/>
              </a:lnSpc>
              <a:spcBef>
                <a:spcPts val="0"/>
              </a:spcBef>
              <a:spcAft>
                <a:spcPts val="0"/>
              </a:spcAft>
              <a:buSzPts val="2400"/>
              <a:buFont typeface="Sora"/>
              <a:buNone/>
              <a:defRPr b="1" sz="2400">
                <a:latin typeface="Sora"/>
                <a:ea typeface="Sora"/>
                <a:cs typeface="Sora"/>
                <a:sym typeface="Sora"/>
              </a:defRPr>
            </a:lvl9pPr>
          </a:lstStyle>
          <a:p/>
        </p:txBody>
      </p:sp>
      <p:sp>
        <p:nvSpPr>
          <p:cNvPr id="654" name="Google Shape;654;p54"/>
          <p:cNvSpPr txBox="1"/>
          <p:nvPr>
            <p:ph idx="15" type="subTitle"/>
          </p:nvPr>
        </p:nvSpPr>
        <p:spPr>
          <a:xfrm>
            <a:off x="6183000" y="3722672"/>
            <a:ext cx="1986000" cy="3591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SzPts val="2400"/>
              <a:buFont typeface="Sora"/>
              <a:buNone/>
              <a:defRPr b="1" sz="2000">
                <a:latin typeface="Sora"/>
                <a:ea typeface="Sora"/>
                <a:cs typeface="Sora"/>
                <a:sym typeface="Sora"/>
              </a:defRPr>
            </a:lvl1pPr>
            <a:lvl2pPr lvl="1">
              <a:lnSpc>
                <a:spcPct val="115000"/>
              </a:lnSpc>
              <a:spcBef>
                <a:spcPts val="0"/>
              </a:spcBef>
              <a:spcAft>
                <a:spcPts val="0"/>
              </a:spcAft>
              <a:buSzPts val="2400"/>
              <a:buFont typeface="Sora"/>
              <a:buNone/>
              <a:defRPr b="1" sz="2400">
                <a:latin typeface="Sora"/>
                <a:ea typeface="Sora"/>
                <a:cs typeface="Sora"/>
                <a:sym typeface="Sora"/>
              </a:defRPr>
            </a:lvl2pPr>
            <a:lvl3pPr lvl="2">
              <a:lnSpc>
                <a:spcPct val="115000"/>
              </a:lnSpc>
              <a:spcBef>
                <a:spcPts val="0"/>
              </a:spcBef>
              <a:spcAft>
                <a:spcPts val="0"/>
              </a:spcAft>
              <a:buSzPts val="2400"/>
              <a:buFont typeface="Sora"/>
              <a:buNone/>
              <a:defRPr b="1" sz="2400">
                <a:latin typeface="Sora"/>
                <a:ea typeface="Sora"/>
                <a:cs typeface="Sora"/>
                <a:sym typeface="Sora"/>
              </a:defRPr>
            </a:lvl3pPr>
            <a:lvl4pPr lvl="3">
              <a:lnSpc>
                <a:spcPct val="115000"/>
              </a:lnSpc>
              <a:spcBef>
                <a:spcPts val="0"/>
              </a:spcBef>
              <a:spcAft>
                <a:spcPts val="0"/>
              </a:spcAft>
              <a:buSzPts val="2400"/>
              <a:buFont typeface="Sora"/>
              <a:buNone/>
              <a:defRPr b="1" sz="2400">
                <a:latin typeface="Sora"/>
                <a:ea typeface="Sora"/>
                <a:cs typeface="Sora"/>
                <a:sym typeface="Sora"/>
              </a:defRPr>
            </a:lvl4pPr>
            <a:lvl5pPr lvl="4">
              <a:lnSpc>
                <a:spcPct val="115000"/>
              </a:lnSpc>
              <a:spcBef>
                <a:spcPts val="0"/>
              </a:spcBef>
              <a:spcAft>
                <a:spcPts val="0"/>
              </a:spcAft>
              <a:buSzPts val="2400"/>
              <a:buFont typeface="Sora"/>
              <a:buNone/>
              <a:defRPr b="1" sz="2400">
                <a:latin typeface="Sora"/>
                <a:ea typeface="Sora"/>
                <a:cs typeface="Sora"/>
                <a:sym typeface="Sora"/>
              </a:defRPr>
            </a:lvl5pPr>
            <a:lvl6pPr lvl="5">
              <a:lnSpc>
                <a:spcPct val="115000"/>
              </a:lnSpc>
              <a:spcBef>
                <a:spcPts val="0"/>
              </a:spcBef>
              <a:spcAft>
                <a:spcPts val="0"/>
              </a:spcAft>
              <a:buSzPts val="2400"/>
              <a:buFont typeface="Sora"/>
              <a:buNone/>
              <a:defRPr b="1" sz="2400">
                <a:latin typeface="Sora"/>
                <a:ea typeface="Sora"/>
                <a:cs typeface="Sora"/>
                <a:sym typeface="Sora"/>
              </a:defRPr>
            </a:lvl6pPr>
            <a:lvl7pPr lvl="6">
              <a:lnSpc>
                <a:spcPct val="115000"/>
              </a:lnSpc>
              <a:spcBef>
                <a:spcPts val="0"/>
              </a:spcBef>
              <a:spcAft>
                <a:spcPts val="0"/>
              </a:spcAft>
              <a:buSzPts val="2400"/>
              <a:buFont typeface="Sora"/>
              <a:buNone/>
              <a:defRPr b="1" sz="2400">
                <a:latin typeface="Sora"/>
                <a:ea typeface="Sora"/>
                <a:cs typeface="Sora"/>
                <a:sym typeface="Sora"/>
              </a:defRPr>
            </a:lvl7pPr>
            <a:lvl8pPr lvl="7">
              <a:lnSpc>
                <a:spcPct val="115000"/>
              </a:lnSpc>
              <a:spcBef>
                <a:spcPts val="0"/>
              </a:spcBef>
              <a:spcAft>
                <a:spcPts val="0"/>
              </a:spcAft>
              <a:buSzPts val="2400"/>
              <a:buFont typeface="Sora"/>
              <a:buNone/>
              <a:defRPr b="1" sz="2400">
                <a:latin typeface="Sora"/>
                <a:ea typeface="Sora"/>
                <a:cs typeface="Sora"/>
                <a:sym typeface="Sora"/>
              </a:defRPr>
            </a:lvl8pPr>
            <a:lvl9pPr lvl="8">
              <a:lnSpc>
                <a:spcPct val="115000"/>
              </a:lnSpc>
              <a:spcBef>
                <a:spcPts val="0"/>
              </a:spcBef>
              <a:spcAft>
                <a:spcPts val="0"/>
              </a:spcAft>
              <a:buSzPts val="2400"/>
              <a:buFont typeface="Sora"/>
              <a:buNone/>
              <a:defRPr b="1" sz="2400">
                <a:latin typeface="Sora"/>
                <a:ea typeface="Sora"/>
                <a:cs typeface="Sora"/>
                <a:sym typeface="Sora"/>
              </a:defRPr>
            </a:lvl9pPr>
          </a:lstStyle>
          <a:p/>
        </p:txBody>
      </p:sp>
      <p:grpSp>
        <p:nvGrpSpPr>
          <p:cNvPr id="655" name="Google Shape;655;p54"/>
          <p:cNvGrpSpPr/>
          <p:nvPr/>
        </p:nvGrpSpPr>
        <p:grpSpPr>
          <a:xfrm>
            <a:off x="378100" y="-216500"/>
            <a:ext cx="8131200" cy="5239200"/>
            <a:chOff x="378100" y="-216500"/>
            <a:chExt cx="8131200" cy="5239200"/>
          </a:xfrm>
        </p:grpSpPr>
        <p:cxnSp>
          <p:nvCxnSpPr>
            <p:cNvPr id="656" name="Google Shape;656;p54"/>
            <p:cNvCxnSpPr/>
            <p:nvPr/>
          </p:nvCxnSpPr>
          <p:spPr>
            <a:xfrm>
              <a:off x="378100" y="-216500"/>
              <a:ext cx="5878500" cy="5155800"/>
            </a:xfrm>
            <a:prstGeom prst="bentConnector3">
              <a:avLst>
                <a:gd fmla="val -3660" name="adj1"/>
              </a:avLst>
            </a:prstGeom>
            <a:noFill/>
            <a:ln cap="flat" cmpd="sng" w="19050">
              <a:solidFill>
                <a:schemeClr val="lt2"/>
              </a:solidFill>
              <a:prstDash val="solid"/>
              <a:round/>
              <a:headEnd len="med" w="med" type="none"/>
              <a:tailEnd len="med" w="med" type="oval"/>
            </a:ln>
          </p:spPr>
        </p:cxnSp>
        <p:cxnSp>
          <p:nvCxnSpPr>
            <p:cNvPr id="657" name="Google Shape;657;p54"/>
            <p:cNvCxnSpPr/>
            <p:nvPr/>
          </p:nvCxnSpPr>
          <p:spPr>
            <a:xfrm>
              <a:off x="530500" y="-64100"/>
              <a:ext cx="7978800" cy="5086800"/>
            </a:xfrm>
            <a:prstGeom prst="bentConnector3">
              <a:avLst>
                <a:gd fmla="val -970" name="adj1"/>
              </a:avLst>
            </a:prstGeom>
            <a:noFill/>
            <a:ln cap="flat" cmpd="sng" w="19050">
              <a:solidFill>
                <a:schemeClr val="lt2"/>
              </a:solidFill>
              <a:prstDash val="solid"/>
              <a:round/>
              <a:headEnd len="med" w="med" type="none"/>
              <a:tailEnd len="med" w="med" type="oval"/>
            </a:ln>
          </p:spPr>
        </p:cxnSp>
      </p:grpSp>
      <p:grpSp>
        <p:nvGrpSpPr>
          <p:cNvPr id="658" name="Google Shape;658;p54"/>
          <p:cNvGrpSpPr/>
          <p:nvPr/>
        </p:nvGrpSpPr>
        <p:grpSpPr>
          <a:xfrm rot="-5400000">
            <a:off x="8411975" y="4406800"/>
            <a:ext cx="882599" cy="403555"/>
            <a:chOff x="7884075" y="238975"/>
            <a:chExt cx="882599" cy="403555"/>
          </a:xfrm>
        </p:grpSpPr>
        <p:sp>
          <p:nvSpPr>
            <p:cNvPr id="659" name="Google Shape;659;p54"/>
            <p:cNvSpPr/>
            <p:nvPr/>
          </p:nvSpPr>
          <p:spPr>
            <a:xfrm>
              <a:off x="8255437" y="436475"/>
              <a:ext cx="206055" cy="206055"/>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54"/>
            <p:cNvSpPr/>
            <p:nvPr/>
          </p:nvSpPr>
          <p:spPr>
            <a:xfrm>
              <a:off x="7884075" y="238975"/>
              <a:ext cx="139874" cy="139874"/>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54"/>
            <p:cNvSpPr/>
            <p:nvPr/>
          </p:nvSpPr>
          <p:spPr>
            <a:xfrm>
              <a:off x="8626800" y="378850"/>
              <a:ext cx="139874" cy="139874"/>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662" name="Shape 662"/>
        <p:cNvGrpSpPr/>
        <p:nvPr/>
      </p:nvGrpSpPr>
      <p:grpSpPr>
        <a:xfrm>
          <a:off x="0" y="0"/>
          <a:ext cx="0" cy="0"/>
          <a:chOff x="0" y="0"/>
          <a:chExt cx="0" cy="0"/>
        </a:xfrm>
      </p:grpSpPr>
      <p:sp>
        <p:nvSpPr>
          <p:cNvPr id="663" name="Google Shape;663;p55"/>
          <p:cNvSpPr txBox="1"/>
          <p:nvPr>
            <p:ph hasCustomPrompt="1" type="title"/>
          </p:nvPr>
        </p:nvSpPr>
        <p:spPr>
          <a:xfrm>
            <a:off x="2223600" y="748174"/>
            <a:ext cx="4696800" cy="656700"/>
          </a:xfrm>
          <a:prstGeom prst="rect">
            <a:avLst/>
          </a:prstGeom>
          <a:solidFill>
            <a:schemeClr val="lt2"/>
          </a:solidFill>
        </p:spPr>
        <p:txBody>
          <a:bodyPr anchorCtr="0" anchor="ctr" bIns="91425" lIns="91425" spcFirstLastPara="1" rIns="91425" wrap="square" tIns="91425">
            <a:noAutofit/>
          </a:bodyPr>
          <a:lstStyle>
            <a:lvl1pPr lvl="0" algn="ctr">
              <a:spcBef>
                <a:spcPts val="0"/>
              </a:spcBef>
              <a:spcAft>
                <a:spcPts val="0"/>
              </a:spcAft>
              <a:buClr>
                <a:schemeClr val="lt1"/>
              </a:buClr>
              <a:buSzPts val="6000"/>
              <a:buNone/>
              <a:defRPr sz="4500">
                <a:solidFill>
                  <a:schemeClr val="accent2"/>
                </a:solidFill>
              </a:defRPr>
            </a:lvl1pPr>
            <a:lvl2pPr lvl="1">
              <a:spcBef>
                <a:spcPts val="0"/>
              </a:spcBef>
              <a:spcAft>
                <a:spcPts val="0"/>
              </a:spcAft>
              <a:buClr>
                <a:schemeClr val="lt1"/>
              </a:buClr>
              <a:buSzPts val="6000"/>
              <a:buNone/>
              <a:defRPr sz="6000">
                <a:solidFill>
                  <a:schemeClr val="lt1"/>
                </a:solidFill>
              </a:defRPr>
            </a:lvl2pPr>
            <a:lvl3pPr lvl="2">
              <a:spcBef>
                <a:spcPts val="0"/>
              </a:spcBef>
              <a:spcAft>
                <a:spcPts val="0"/>
              </a:spcAft>
              <a:buClr>
                <a:schemeClr val="lt1"/>
              </a:buClr>
              <a:buSzPts val="6000"/>
              <a:buNone/>
              <a:defRPr sz="6000">
                <a:solidFill>
                  <a:schemeClr val="lt1"/>
                </a:solidFill>
              </a:defRPr>
            </a:lvl3pPr>
            <a:lvl4pPr lvl="3">
              <a:spcBef>
                <a:spcPts val="0"/>
              </a:spcBef>
              <a:spcAft>
                <a:spcPts val="0"/>
              </a:spcAft>
              <a:buClr>
                <a:schemeClr val="lt1"/>
              </a:buClr>
              <a:buSzPts val="6000"/>
              <a:buNone/>
              <a:defRPr sz="6000">
                <a:solidFill>
                  <a:schemeClr val="lt1"/>
                </a:solidFill>
              </a:defRPr>
            </a:lvl4pPr>
            <a:lvl5pPr lvl="4">
              <a:spcBef>
                <a:spcPts val="0"/>
              </a:spcBef>
              <a:spcAft>
                <a:spcPts val="0"/>
              </a:spcAft>
              <a:buClr>
                <a:schemeClr val="lt1"/>
              </a:buClr>
              <a:buSzPts val="6000"/>
              <a:buNone/>
              <a:defRPr sz="6000">
                <a:solidFill>
                  <a:schemeClr val="lt1"/>
                </a:solidFill>
              </a:defRPr>
            </a:lvl5pPr>
            <a:lvl6pPr lvl="5">
              <a:spcBef>
                <a:spcPts val="0"/>
              </a:spcBef>
              <a:spcAft>
                <a:spcPts val="0"/>
              </a:spcAft>
              <a:buClr>
                <a:schemeClr val="lt1"/>
              </a:buClr>
              <a:buSzPts val="6000"/>
              <a:buNone/>
              <a:defRPr sz="6000">
                <a:solidFill>
                  <a:schemeClr val="lt1"/>
                </a:solidFill>
              </a:defRPr>
            </a:lvl6pPr>
            <a:lvl7pPr lvl="6">
              <a:spcBef>
                <a:spcPts val="0"/>
              </a:spcBef>
              <a:spcAft>
                <a:spcPts val="0"/>
              </a:spcAft>
              <a:buClr>
                <a:schemeClr val="lt1"/>
              </a:buClr>
              <a:buSzPts val="6000"/>
              <a:buNone/>
              <a:defRPr sz="6000">
                <a:solidFill>
                  <a:schemeClr val="lt1"/>
                </a:solidFill>
              </a:defRPr>
            </a:lvl7pPr>
            <a:lvl8pPr lvl="7">
              <a:spcBef>
                <a:spcPts val="0"/>
              </a:spcBef>
              <a:spcAft>
                <a:spcPts val="0"/>
              </a:spcAft>
              <a:buClr>
                <a:schemeClr val="lt1"/>
              </a:buClr>
              <a:buSzPts val="6000"/>
              <a:buNone/>
              <a:defRPr sz="6000">
                <a:solidFill>
                  <a:schemeClr val="lt1"/>
                </a:solidFill>
              </a:defRPr>
            </a:lvl8pPr>
            <a:lvl9pPr lvl="8">
              <a:spcBef>
                <a:spcPts val="0"/>
              </a:spcBef>
              <a:spcAft>
                <a:spcPts val="0"/>
              </a:spcAft>
              <a:buClr>
                <a:schemeClr val="lt1"/>
              </a:buClr>
              <a:buSzPts val="6000"/>
              <a:buNone/>
              <a:defRPr sz="6000">
                <a:solidFill>
                  <a:schemeClr val="lt1"/>
                </a:solidFill>
              </a:defRPr>
            </a:lvl9pPr>
          </a:lstStyle>
          <a:p>
            <a:r>
              <a:t>xx%</a:t>
            </a:r>
          </a:p>
        </p:txBody>
      </p:sp>
      <p:sp>
        <p:nvSpPr>
          <p:cNvPr id="664" name="Google Shape;664;p55"/>
          <p:cNvSpPr txBox="1"/>
          <p:nvPr>
            <p:ph idx="1" type="subTitle"/>
          </p:nvPr>
        </p:nvSpPr>
        <p:spPr>
          <a:xfrm>
            <a:off x="2223600" y="1441695"/>
            <a:ext cx="4696800" cy="365700"/>
          </a:xfrm>
          <a:prstGeom prst="rect">
            <a:avLst/>
          </a:prstGeom>
          <a:solidFill>
            <a:schemeClr val="lt2"/>
          </a:solidFill>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2400"/>
              <a:buNone/>
              <a:defRPr sz="1600">
                <a:solidFill>
                  <a:schemeClr val="accent5"/>
                </a:solidFill>
              </a:defRPr>
            </a:lvl1pPr>
            <a:lvl2pPr lvl="1">
              <a:lnSpc>
                <a:spcPct val="115000"/>
              </a:lnSpc>
              <a:spcBef>
                <a:spcPts val="0"/>
              </a:spcBef>
              <a:spcAft>
                <a:spcPts val="0"/>
              </a:spcAft>
              <a:buClr>
                <a:schemeClr val="dk1"/>
              </a:buClr>
              <a:buSzPts val="2100"/>
              <a:buNone/>
              <a:defRPr sz="2100">
                <a:solidFill>
                  <a:schemeClr val="dk1"/>
                </a:solidFill>
              </a:defRPr>
            </a:lvl2pPr>
            <a:lvl3pPr lvl="2">
              <a:lnSpc>
                <a:spcPct val="115000"/>
              </a:lnSpc>
              <a:spcBef>
                <a:spcPts val="0"/>
              </a:spcBef>
              <a:spcAft>
                <a:spcPts val="0"/>
              </a:spcAft>
              <a:buClr>
                <a:schemeClr val="dk1"/>
              </a:buClr>
              <a:buSzPts val="2100"/>
              <a:buNone/>
              <a:defRPr sz="2100">
                <a:solidFill>
                  <a:schemeClr val="dk1"/>
                </a:solidFill>
              </a:defRPr>
            </a:lvl3pPr>
            <a:lvl4pPr lvl="3">
              <a:lnSpc>
                <a:spcPct val="115000"/>
              </a:lnSpc>
              <a:spcBef>
                <a:spcPts val="0"/>
              </a:spcBef>
              <a:spcAft>
                <a:spcPts val="0"/>
              </a:spcAft>
              <a:buClr>
                <a:schemeClr val="dk1"/>
              </a:buClr>
              <a:buSzPts val="2100"/>
              <a:buNone/>
              <a:defRPr sz="2100">
                <a:solidFill>
                  <a:schemeClr val="dk1"/>
                </a:solidFill>
              </a:defRPr>
            </a:lvl4pPr>
            <a:lvl5pPr lvl="4">
              <a:lnSpc>
                <a:spcPct val="115000"/>
              </a:lnSpc>
              <a:spcBef>
                <a:spcPts val="0"/>
              </a:spcBef>
              <a:spcAft>
                <a:spcPts val="0"/>
              </a:spcAft>
              <a:buClr>
                <a:schemeClr val="dk1"/>
              </a:buClr>
              <a:buSzPts val="2100"/>
              <a:buNone/>
              <a:defRPr sz="2100">
                <a:solidFill>
                  <a:schemeClr val="dk1"/>
                </a:solidFill>
              </a:defRPr>
            </a:lvl5pPr>
            <a:lvl6pPr lvl="5">
              <a:lnSpc>
                <a:spcPct val="115000"/>
              </a:lnSpc>
              <a:spcBef>
                <a:spcPts val="0"/>
              </a:spcBef>
              <a:spcAft>
                <a:spcPts val="0"/>
              </a:spcAft>
              <a:buClr>
                <a:schemeClr val="dk1"/>
              </a:buClr>
              <a:buSzPts val="2100"/>
              <a:buNone/>
              <a:defRPr sz="2100">
                <a:solidFill>
                  <a:schemeClr val="dk1"/>
                </a:solidFill>
              </a:defRPr>
            </a:lvl6pPr>
            <a:lvl7pPr lvl="6">
              <a:lnSpc>
                <a:spcPct val="115000"/>
              </a:lnSpc>
              <a:spcBef>
                <a:spcPts val="0"/>
              </a:spcBef>
              <a:spcAft>
                <a:spcPts val="0"/>
              </a:spcAft>
              <a:buClr>
                <a:schemeClr val="dk1"/>
              </a:buClr>
              <a:buSzPts val="2100"/>
              <a:buNone/>
              <a:defRPr sz="2100">
                <a:solidFill>
                  <a:schemeClr val="dk1"/>
                </a:solidFill>
              </a:defRPr>
            </a:lvl7pPr>
            <a:lvl8pPr lvl="7">
              <a:lnSpc>
                <a:spcPct val="115000"/>
              </a:lnSpc>
              <a:spcBef>
                <a:spcPts val="0"/>
              </a:spcBef>
              <a:spcAft>
                <a:spcPts val="0"/>
              </a:spcAft>
              <a:buClr>
                <a:schemeClr val="dk1"/>
              </a:buClr>
              <a:buSzPts val="2100"/>
              <a:buNone/>
              <a:defRPr sz="2100">
                <a:solidFill>
                  <a:schemeClr val="dk1"/>
                </a:solidFill>
              </a:defRPr>
            </a:lvl8pPr>
            <a:lvl9pPr lvl="8">
              <a:lnSpc>
                <a:spcPct val="115000"/>
              </a:lnSpc>
              <a:spcBef>
                <a:spcPts val="0"/>
              </a:spcBef>
              <a:spcAft>
                <a:spcPts val="0"/>
              </a:spcAft>
              <a:buClr>
                <a:schemeClr val="dk1"/>
              </a:buClr>
              <a:buSzPts val="2100"/>
              <a:buNone/>
              <a:defRPr sz="2100">
                <a:solidFill>
                  <a:schemeClr val="dk1"/>
                </a:solidFill>
              </a:defRPr>
            </a:lvl9pPr>
          </a:lstStyle>
          <a:p/>
        </p:txBody>
      </p:sp>
      <p:sp>
        <p:nvSpPr>
          <p:cNvPr id="665" name="Google Shape;665;p55"/>
          <p:cNvSpPr txBox="1"/>
          <p:nvPr>
            <p:ph hasCustomPrompt="1" idx="2" type="title"/>
          </p:nvPr>
        </p:nvSpPr>
        <p:spPr>
          <a:xfrm>
            <a:off x="2223600" y="2044979"/>
            <a:ext cx="4696800" cy="658500"/>
          </a:xfrm>
          <a:prstGeom prst="rect">
            <a:avLst/>
          </a:prstGeom>
          <a:solidFill>
            <a:schemeClr val="lt2"/>
          </a:solidFill>
        </p:spPr>
        <p:txBody>
          <a:bodyPr anchorCtr="0" anchor="ctr" bIns="91425" lIns="91425" spcFirstLastPara="1" rIns="91425" wrap="square" tIns="91425">
            <a:noAutofit/>
          </a:bodyPr>
          <a:lstStyle>
            <a:lvl1pPr lvl="0" algn="ctr">
              <a:spcBef>
                <a:spcPts val="0"/>
              </a:spcBef>
              <a:spcAft>
                <a:spcPts val="0"/>
              </a:spcAft>
              <a:buClr>
                <a:schemeClr val="lt1"/>
              </a:buClr>
              <a:buSzPts val="6000"/>
              <a:buNone/>
              <a:defRPr sz="4500">
                <a:solidFill>
                  <a:schemeClr val="accent2"/>
                </a:solidFill>
              </a:defRPr>
            </a:lvl1pPr>
            <a:lvl2pPr lvl="1">
              <a:spcBef>
                <a:spcPts val="0"/>
              </a:spcBef>
              <a:spcAft>
                <a:spcPts val="0"/>
              </a:spcAft>
              <a:buClr>
                <a:schemeClr val="lt1"/>
              </a:buClr>
              <a:buSzPts val="6000"/>
              <a:buNone/>
              <a:defRPr sz="6000">
                <a:solidFill>
                  <a:schemeClr val="lt1"/>
                </a:solidFill>
              </a:defRPr>
            </a:lvl2pPr>
            <a:lvl3pPr lvl="2">
              <a:spcBef>
                <a:spcPts val="0"/>
              </a:spcBef>
              <a:spcAft>
                <a:spcPts val="0"/>
              </a:spcAft>
              <a:buClr>
                <a:schemeClr val="lt1"/>
              </a:buClr>
              <a:buSzPts val="6000"/>
              <a:buNone/>
              <a:defRPr sz="6000">
                <a:solidFill>
                  <a:schemeClr val="lt1"/>
                </a:solidFill>
              </a:defRPr>
            </a:lvl3pPr>
            <a:lvl4pPr lvl="3">
              <a:spcBef>
                <a:spcPts val="0"/>
              </a:spcBef>
              <a:spcAft>
                <a:spcPts val="0"/>
              </a:spcAft>
              <a:buClr>
                <a:schemeClr val="lt1"/>
              </a:buClr>
              <a:buSzPts val="6000"/>
              <a:buNone/>
              <a:defRPr sz="6000">
                <a:solidFill>
                  <a:schemeClr val="lt1"/>
                </a:solidFill>
              </a:defRPr>
            </a:lvl4pPr>
            <a:lvl5pPr lvl="4">
              <a:spcBef>
                <a:spcPts val="0"/>
              </a:spcBef>
              <a:spcAft>
                <a:spcPts val="0"/>
              </a:spcAft>
              <a:buClr>
                <a:schemeClr val="lt1"/>
              </a:buClr>
              <a:buSzPts val="6000"/>
              <a:buNone/>
              <a:defRPr sz="6000">
                <a:solidFill>
                  <a:schemeClr val="lt1"/>
                </a:solidFill>
              </a:defRPr>
            </a:lvl5pPr>
            <a:lvl6pPr lvl="5">
              <a:spcBef>
                <a:spcPts val="0"/>
              </a:spcBef>
              <a:spcAft>
                <a:spcPts val="0"/>
              </a:spcAft>
              <a:buClr>
                <a:schemeClr val="lt1"/>
              </a:buClr>
              <a:buSzPts val="6000"/>
              <a:buNone/>
              <a:defRPr sz="6000">
                <a:solidFill>
                  <a:schemeClr val="lt1"/>
                </a:solidFill>
              </a:defRPr>
            </a:lvl6pPr>
            <a:lvl7pPr lvl="6">
              <a:spcBef>
                <a:spcPts val="0"/>
              </a:spcBef>
              <a:spcAft>
                <a:spcPts val="0"/>
              </a:spcAft>
              <a:buClr>
                <a:schemeClr val="lt1"/>
              </a:buClr>
              <a:buSzPts val="6000"/>
              <a:buNone/>
              <a:defRPr sz="6000">
                <a:solidFill>
                  <a:schemeClr val="lt1"/>
                </a:solidFill>
              </a:defRPr>
            </a:lvl7pPr>
            <a:lvl8pPr lvl="7">
              <a:spcBef>
                <a:spcPts val="0"/>
              </a:spcBef>
              <a:spcAft>
                <a:spcPts val="0"/>
              </a:spcAft>
              <a:buClr>
                <a:schemeClr val="lt1"/>
              </a:buClr>
              <a:buSzPts val="6000"/>
              <a:buNone/>
              <a:defRPr sz="6000">
                <a:solidFill>
                  <a:schemeClr val="lt1"/>
                </a:solidFill>
              </a:defRPr>
            </a:lvl8pPr>
            <a:lvl9pPr lvl="8">
              <a:spcBef>
                <a:spcPts val="0"/>
              </a:spcBef>
              <a:spcAft>
                <a:spcPts val="0"/>
              </a:spcAft>
              <a:buClr>
                <a:schemeClr val="lt1"/>
              </a:buClr>
              <a:buSzPts val="6000"/>
              <a:buNone/>
              <a:defRPr sz="6000">
                <a:solidFill>
                  <a:schemeClr val="lt1"/>
                </a:solidFill>
              </a:defRPr>
            </a:lvl9pPr>
          </a:lstStyle>
          <a:p>
            <a:r>
              <a:t>xx%</a:t>
            </a:r>
          </a:p>
        </p:txBody>
      </p:sp>
      <p:sp>
        <p:nvSpPr>
          <p:cNvPr id="666" name="Google Shape;666;p55"/>
          <p:cNvSpPr txBox="1"/>
          <p:nvPr>
            <p:ph idx="3" type="subTitle"/>
          </p:nvPr>
        </p:nvSpPr>
        <p:spPr>
          <a:xfrm>
            <a:off x="2223600" y="2740391"/>
            <a:ext cx="4696800" cy="365700"/>
          </a:xfrm>
          <a:prstGeom prst="rect">
            <a:avLst/>
          </a:prstGeom>
          <a:solidFill>
            <a:schemeClr val="lt2"/>
          </a:solidFill>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2400"/>
              <a:buNone/>
              <a:defRPr sz="1600">
                <a:solidFill>
                  <a:schemeClr val="accent5"/>
                </a:solidFill>
              </a:defRPr>
            </a:lvl1pPr>
            <a:lvl2pPr lvl="1">
              <a:lnSpc>
                <a:spcPct val="115000"/>
              </a:lnSpc>
              <a:spcBef>
                <a:spcPts val="0"/>
              </a:spcBef>
              <a:spcAft>
                <a:spcPts val="0"/>
              </a:spcAft>
              <a:buClr>
                <a:schemeClr val="dk1"/>
              </a:buClr>
              <a:buSzPts val="2100"/>
              <a:buNone/>
              <a:defRPr sz="2100">
                <a:solidFill>
                  <a:schemeClr val="dk1"/>
                </a:solidFill>
              </a:defRPr>
            </a:lvl2pPr>
            <a:lvl3pPr lvl="2">
              <a:lnSpc>
                <a:spcPct val="115000"/>
              </a:lnSpc>
              <a:spcBef>
                <a:spcPts val="0"/>
              </a:spcBef>
              <a:spcAft>
                <a:spcPts val="0"/>
              </a:spcAft>
              <a:buClr>
                <a:schemeClr val="dk1"/>
              </a:buClr>
              <a:buSzPts val="2100"/>
              <a:buNone/>
              <a:defRPr sz="2100">
                <a:solidFill>
                  <a:schemeClr val="dk1"/>
                </a:solidFill>
              </a:defRPr>
            </a:lvl3pPr>
            <a:lvl4pPr lvl="3">
              <a:lnSpc>
                <a:spcPct val="115000"/>
              </a:lnSpc>
              <a:spcBef>
                <a:spcPts val="0"/>
              </a:spcBef>
              <a:spcAft>
                <a:spcPts val="0"/>
              </a:spcAft>
              <a:buClr>
                <a:schemeClr val="dk1"/>
              </a:buClr>
              <a:buSzPts val="2100"/>
              <a:buNone/>
              <a:defRPr sz="2100">
                <a:solidFill>
                  <a:schemeClr val="dk1"/>
                </a:solidFill>
              </a:defRPr>
            </a:lvl4pPr>
            <a:lvl5pPr lvl="4">
              <a:lnSpc>
                <a:spcPct val="115000"/>
              </a:lnSpc>
              <a:spcBef>
                <a:spcPts val="0"/>
              </a:spcBef>
              <a:spcAft>
                <a:spcPts val="0"/>
              </a:spcAft>
              <a:buClr>
                <a:schemeClr val="dk1"/>
              </a:buClr>
              <a:buSzPts val="2100"/>
              <a:buNone/>
              <a:defRPr sz="2100">
                <a:solidFill>
                  <a:schemeClr val="dk1"/>
                </a:solidFill>
              </a:defRPr>
            </a:lvl5pPr>
            <a:lvl6pPr lvl="5">
              <a:lnSpc>
                <a:spcPct val="115000"/>
              </a:lnSpc>
              <a:spcBef>
                <a:spcPts val="0"/>
              </a:spcBef>
              <a:spcAft>
                <a:spcPts val="0"/>
              </a:spcAft>
              <a:buClr>
                <a:schemeClr val="dk1"/>
              </a:buClr>
              <a:buSzPts val="2100"/>
              <a:buNone/>
              <a:defRPr sz="2100">
                <a:solidFill>
                  <a:schemeClr val="dk1"/>
                </a:solidFill>
              </a:defRPr>
            </a:lvl6pPr>
            <a:lvl7pPr lvl="6">
              <a:lnSpc>
                <a:spcPct val="115000"/>
              </a:lnSpc>
              <a:spcBef>
                <a:spcPts val="0"/>
              </a:spcBef>
              <a:spcAft>
                <a:spcPts val="0"/>
              </a:spcAft>
              <a:buClr>
                <a:schemeClr val="dk1"/>
              </a:buClr>
              <a:buSzPts val="2100"/>
              <a:buNone/>
              <a:defRPr sz="2100">
                <a:solidFill>
                  <a:schemeClr val="dk1"/>
                </a:solidFill>
              </a:defRPr>
            </a:lvl7pPr>
            <a:lvl8pPr lvl="7">
              <a:lnSpc>
                <a:spcPct val="115000"/>
              </a:lnSpc>
              <a:spcBef>
                <a:spcPts val="0"/>
              </a:spcBef>
              <a:spcAft>
                <a:spcPts val="0"/>
              </a:spcAft>
              <a:buClr>
                <a:schemeClr val="dk1"/>
              </a:buClr>
              <a:buSzPts val="2100"/>
              <a:buNone/>
              <a:defRPr sz="2100">
                <a:solidFill>
                  <a:schemeClr val="dk1"/>
                </a:solidFill>
              </a:defRPr>
            </a:lvl8pPr>
            <a:lvl9pPr lvl="8">
              <a:lnSpc>
                <a:spcPct val="115000"/>
              </a:lnSpc>
              <a:spcBef>
                <a:spcPts val="0"/>
              </a:spcBef>
              <a:spcAft>
                <a:spcPts val="0"/>
              </a:spcAft>
              <a:buClr>
                <a:schemeClr val="dk1"/>
              </a:buClr>
              <a:buSzPts val="2100"/>
              <a:buNone/>
              <a:defRPr sz="2100">
                <a:solidFill>
                  <a:schemeClr val="dk1"/>
                </a:solidFill>
              </a:defRPr>
            </a:lvl9pPr>
          </a:lstStyle>
          <a:p/>
        </p:txBody>
      </p:sp>
      <p:sp>
        <p:nvSpPr>
          <p:cNvPr id="667" name="Google Shape;667;p55"/>
          <p:cNvSpPr txBox="1"/>
          <p:nvPr>
            <p:ph hasCustomPrompt="1" idx="4" type="title"/>
          </p:nvPr>
        </p:nvSpPr>
        <p:spPr>
          <a:xfrm>
            <a:off x="2223600" y="3343583"/>
            <a:ext cx="4696800" cy="658500"/>
          </a:xfrm>
          <a:prstGeom prst="rect">
            <a:avLst/>
          </a:prstGeom>
          <a:solidFill>
            <a:schemeClr val="lt2"/>
          </a:solidFill>
        </p:spPr>
        <p:txBody>
          <a:bodyPr anchorCtr="0" anchor="ctr" bIns="91425" lIns="91425" spcFirstLastPara="1" rIns="91425" wrap="square" tIns="91425">
            <a:noAutofit/>
          </a:bodyPr>
          <a:lstStyle>
            <a:lvl1pPr lvl="0" algn="ctr">
              <a:spcBef>
                <a:spcPts val="0"/>
              </a:spcBef>
              <a:spcAft>
                <a:spcPts val="0"/>
              </a:spcAft>
              <a:buClr>
                <a:schemeClr val="lt1"/>
              </a:buClr>
              <a:buSzPts val="6000"/>
              <a:buNone/>
              <a:defRPr sz="4500">
                <a:solidFill>
                  <a:schemeClr val="accent2"/>
                </a:solidFill>
              </a:defRPr>
            </a:lvl1pPr>
            <a:lvl2pPr lvl="1">
              <a:spcBef>
                <a:spcPts val="0"/>
              </a:spcBef>
              <a:spcAft>
                <a:spcPts val="0"/>
              </a:spcAft>
              <a:buClr>
                <a:schemeClr val="lt1"/>
              </a:buClr>
              <a:buSzPts val="6000"/>
              <a:buNone/>
              <a:defRPr sz="6000">
                <a:solidFill>
                  <a:schemeClr val="lt1"/>
                </a:solidFill>
              </a:defRPr>
            </a:lvl2pPr>
            <a:lvl3pPr lvl="2">
              <a:spcBef>
                <a:spcPts val="0"/>
              </a:spcBef>
              <a:spcAft>
                <a:spcPts val="0"/>
              </a:spcAft>
              <a:buClr>
                <a:schemeClr val="lt1"/>
              </a:buClr>
              <a:buSzPts val="6000"/>
              <a:buNone/>
              <a:defRPr sz="6000">
                <a:solidFill>
                  <a:schemeClr val="lt1"/>
                </a:solidFill>
              </a:defRPr>
            </a:lvl3pPr>
            <a:lvl4pPr lvl="3">
              <a:spcBef>
                <a:spcPts val="0"/>
              </a:spcBef>
              <a:spcAft>
                <a:spcPts val="0"/>
              </a:spcAft>
              <a:buClr>
                <a:schemeClr val="lt1"/>
              </a:buClr>
              <a:buSzPts val="6000"/>
              <a:buNone/>
              <a:defRPr sz="6000">
                <a:solidFill>
                  <a:schemeClr val="lt1"/>
                </a:solidFill>
              </a:defRPr>
            </a:lvl4pPr>
            <a:lvl5pPr lvl="4">
              <a:spcBef>
                <a:spcPts val="0"/>
              </a:spcBef>
              <a:spcAft>
                <a:spcPts val="0"/>
              </a:spcAft>
              <a:buClr>
                <a:schemeClr val="lt1"/>
              </a:buClr>
              <a:buSzPts val="6000"/>
              <a:buNone/>
              <a:defRPr sz="6000">
                <a:solidFill>
                  <a:schemeClr val="lt1"/>
                </a:solidFill>
              </a:defRPr>
            </a:lvl5pPr>
            <a:lvl6pPr lvl="5">
              <a:spcBef>
                <a:spcPts val="0"/>
              </a:spcBef>
              <a:spcAft>
                <a:spcPts val="0"/>
              </a:spcAft>
              <a:buClr>
                <a:schemeClr val="lt1"/>
              </a:buClr>
              <a:buSzPts val="6000"/>
              <a:buNone/>
              <a:defRPr sz="6000">
                <a:solidFill>
                  <a:schemeClr val="lt1"/>
                </a:solidFill>
              </a:defRPr>
            </a:lvl6pPr>
            <a:lvl7pPr lvl="6">
              <a:spcBef>
                <a:spcPts val="0"/>
              </a:spcBef>
              <a:spcAft>
                <a:spcPts val="0"/>
              </a:spcAft>
              <a:buClr>
                <a:schemeClr val="lt1"/>
              </a:buClr>
              <a:buSzPts val="6000"/>
              <a:buNone/>
              <a:defRPr sz="6000">
                <a:solidFill>
                  <a:schemeClr val="lt1"/>
                </a:solidFill>
              </a:defRPr>
            </a:lvl7pPr>
            <a:lvl8pPr lvl="7">
              <a:spcBef>
                <a:spcPts val="0"/>
              </a:spcBef>
              <a:spcAft>
                <a:spcPts val="0"/>
              </a:spcAft>
              <a:buClr>
                <a:schemeClr val="lt1"/>
              </a:buClr>
              <a:buSzPts val="6000"/>
              <a:buNone/>
              <a:defRPr sz="6000">
                <a:solidFill>
                  <a:schemeClr val="lt1"/>
                </a:solidFill>
              </a:defRPr>
            </a:lvl8pPr>
            <a:lvl9pPr lvl="8">
              <a:spcBef>
                <a:spcPts val="0"/>
              </a:spcBef>
              <a:spcAft>
                <a:spcPts val="0"/>
              </a:spcAft>
              <a:buClr>
                <a:schemeClr val="lt1"/>
              </a:buClr>
              <a:buSzPts val="6000"/>
              <a:buNone/>
              <a:defRPr sz="6000">
                <a:solidFill>
                  <a:schemeClr val="lt1"/>
                </a:solidFill>
              </a:defRPr>
            </a:lvl9pPr>
          </a:lstStyle>
          <a:p>
            <a:r>
              <a:t>xx%</a:t>
            </a:r>
          </a:p>
        </p:txBody>
      </p:sp>
      <p:sp>
        <p:nvSpPr>
          <p:cNvPr id="668" name="Google Shape;668;p55"/>
          <p:cNvSpPr txBox="1"/>
          <p:nvPr>
            <p:ph idx="5" type="subTitle"/>
          </p:nvPr>
        </p:nvSpPr>
        <p:spPr>
          <a:xfrm>
            <a:off x="2223600" y="4039087"/>
            <a:ext cx="4696800" cy="365700"/>
          </a:xfrm>
          <a:prstGeom prst="rect">
            <a:avLst/>
          </a:prstGeom>
          <a:solidFill>
            <a:schemeClr val="lt2"/>
          </a:solidFill>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2400"/>
              <a:buNone/>
              <a:defRPr sz="1600">
                <a:solidFill>
                  <a:schemeClr val="accent5"/>
                </a:solidFill>
              </a:defRPr>
            </a:lvl1pPr>
            <a:lvl2pPr lvl="1">
              <a:lnSpc>
                <a:spcPct val="115000"/>
              </a:lnSpc>
              <a:spcBef>
                <a:spcPts val="0"/>
              </a:spcBef>
              <a:spcAft>
                <a:spcPts val="0"/>
              </a:spcAft>
              <a:buClr>
                <a:schemeClr val="dk1"/>
              </a:buClr>
              <a:buSzPts val="2100"/>
              <a:buNone/>
              <a:defRPr sz="2100">
                <a:solidFill>
                  <a:schemeClr val="dk1"/>
                </a:solidFill>
              </a:defRPr>
            </a:lvl2pPr>
            <a:lvl3pPr lvl="2">
              <a:lnSpc>
                <a:spcPct val="115000"/>
              </a:lnSpc>
              <a:spcBef>
                <a:spcPts val="0"/>
              </a:spcBef>
              <a:spcAft>
                <a:spcPts val="0"/>
              </a:spcAft>
              <a:buClr>
                <a:schemeClr val="dk1"/>
              </a:buClr>
              <a:buSzPts val="2100"/>
              <a:buNone/>
              <a:defRPr sz="2100">
                <a:solidFill>
                  <a:schemeClr val="dk1"/>
                </a:solidFill>
              </a:defRPr>
            </a:lvl3pPr>
            <a:lvl4pPr lvl="3">
              <a:lnSpc>
                <a:spcPct val="115000"/>
              </a:lnSpc>
              <a:spcBef>
                <a:spcPts val="0"/>
              </a:spcBef>
              <a:spcAft>
                <a:spcPts val="0"/>
              </a:spcAft>
              <a:buClr>
                <a:schemeClr val="dk1"/>
              </a:buClr>
              <a:buSzPts val="2100"/>
              <a:buNone/>
              <a:defRPr sz="2100">
                <a:solidFill>
                  <a:schemeClr val="dk1"/>
                </a:solidFill>
              </a:defRPr>
            </a:lvl4pPr>
            <a:lvl5pPr lvl="4">
              <a:lnSpc>
                <a:spcPct val="115000"/>
              </a:lnSpc>
              <a:spcBef>
                <a:spcPts val="0"/>
              </a:spcBef>
              <a:spcAft>
                <a:spcPts val="0"/>
              </a:spcAft>
              <a:buClr>
                <a:schemeClr val="dk1"/>
              </a:buClr>
              <a:buSzPts val="2100"/>
              <a:buNone/>
              <a:defRPr sz="2100">
                <a:solidFill>
                  <a:schemeClr val="dk1"/>
                </a:solidFill>
              </a:defRPr>
            </a:lvl5pPr>
            <a:lvl6pPr lvl="5">
              <a:lnSpc>
                <a:spcPct val="115000"/>
              </a:lnSpc>
              <a:spcBef>
                <a:spcPts val="0"/>
              </a:spcBef>
              <a:spcAft>
                <a:spcPts val="0"/>
              </a:spcAft>
              <a:buClr>
                <a:schemeClr val="dk1"/>
              </a:buClr>
              <a:buSzPts val="2100"/>
              <a:buNone/>
              <a:defRPr sz="2100">
                <a:solidFill>
                  <a:schemeClr val="dk1"/>
                </a:solidFill>
              </a:defRPr>
            </a:lvl6pPr>
            <a:lvl7pPr lvl="6">
              <a:lnSpc>
                <a:spcPct val="115000"/>
              </a:lnSpc>
              <a:spcBef>
                <a:spcPts val="0"/>
              </a:spcBef>
              <a:spcAft>
                <a:spcPts val="0"/>
              </a:spcAft>
              <a:buClr>
                <a:schemeClr val="dk1"/>
              </a:buClr>
              <a:buSzPts val="2100"/>
              <a:buNone/>
              <a:defRPr sz="2100">
                <a:solidFill>
                  <a:schemeClr val="dk1"/>
                </a:solidFill>
              </a:defRPr>
            </a:lvl7pPr>
            <a:lvl8pPr lvl="7">
              <a:lnSpc>
                <a:spcPct val="115000"/>
              </a:lnSpc>
              <a:spcBef>
                <a:spcPts val="0"/>
              </a:spcBef>
              <a:spcAft>
                <a:spcPts val="0"/>
              </a:spcAft>
              <a:buClr>
                <a:schemeClr val="dk1"/>
              </a:buClr>
              <a:buSzPts val="2100"/>
              <a:buNone/>
              <a:defRPr sz="2100">
                <a:solidFill>
                  <a:schemeClr val="dk1"/>
                </a:solidFill>
              </a:defRPr>
            </a:lvl8pPr>
            <a:lvl9pPr lvl="8">
              <a:lnSpc>
                <a:spcPct val="115000"/>
              </a:lnSpc>
              <a:spcBef>
                <a:spcPts val="0"/>
              </a:spcBef>
              <a:spcAft>
                <a:spcPts val="0"/>
              </a:spcAft>
              <a:buClr>
                <a:schemeClr val="dk1"/>
              </a:buClr>
              <a:buSzPts val="2100"/>
              <a:buNone/>
              <a:defRPr sz="2100">
                <a:solidFill>
                  <a:schemeClr val="dk1"/>
                </a:solidFill>
              </a:defRPr>
            </a:lvl9pPr>
          </a:lstStyle>
          <a:p/>
        </p:txBody>
      </p:sp>
      <p:grpSp>
        <p:nvGrpSpPr>
          <p:cNvPr id="669" name="Google Shape;669;p55"/>
          <p:cNvGrpSpPr/>
          <p:nvPr/>
        </p:nvGrpSpPr>
        <p:grpSpPr>
          <a:xfrm>
            <a:off x="269722" y="1778"/>
            <a:ext cx="8607902" cy="5090199"/>
            <a:chOff x="269722" y="1778"/>
            <a:chExt cx="8607902" cy="5090199"/>
          </a:xfrm>
        </p:grpSpPr>
        <p:grpSp>
          <p:nvGrpSpPr>
            <p:cNvPr id="670" name="Google Shape;670;p55"/>
            <p:cNvGrpSpPr/>
            <p:nvPr/>
          </p:nvGrpSpPr>
          <p:grpSpPr>
            <a:xfrm rot="-5400000">
              <a:off x="8120892" y="4335245"/>
              <a:ext cx="595437" cy="918027"/>
              <a:chOff x="7884075" y="238975"/>
              <a:chExt cx="595437" cy="918027"/>
            </a:xfrm>
          </p:grpSpPr>
          <p:sp>
            <p:nvSpPr>
              <p:cNvPr id="671" name="Google Shape;671;p55"/>
              <p:cNvSpPr/>
              <p:nvPr/>
            </p:nvSpPr>
            <p:spPr>
              <a:xfrm>
                <a:off x="7884075" y="238975"/>
                <a:ext cx="139874" cy="139874"/>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55"/>
              <p:cNvSpPr/>
              <p:nvPr/>
            </p:nvSpPr>
            <p:spPr>
              <a:xfrm>
                <a:off x="8255441" y="918206"/>
                <a:ext cx="224071" cy="238796"/>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3" name="Google Shape;673;p55"/>
            <p:cNvGrpSpPr/>
            <p:nvPr/>
          </p:nvGrpSpPr>
          <p:grpSpPr>
            <a:xfrm rot="-5400000">
              <a:off x="816778" y="-545278"/>
              <a:ext cx="511237" cy="1605349"/>
              <a:chOff x="8255437" y="378850"/>
              <a:chExt cx="511237" cy="1605349"/>
            </a:xfrm>
          </p:grpSpPr>
          <p:sp>
            <p:nvSpPr>
              <p:cNvPr id="674" name="Google Shape;674;p55"/>
              <p:cNvSpPr/>
              <p:nvPr/>
            </p:nvSpPr>
            <p:spPr>
              <a:xfrm>
                <a:off x="8255437" y="436475"/>
                <a:ext cx="206055" cy="206055"/>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55"/>
              <p:cNvSpPr/>
              <p:nvPr/>
            </p:nvSpPr>
            <p:spPr>
              <a:xfrm>
                <a:off x="8288525" y="1844325"/>
                <a:ext cx="139874" cy="139874"/>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55"/>
              <p:cNvSpPr/>
              <p:nvPr/>
            </p:nvSpPr>
            <p:spPr>
              <a:xfrm>
                <a:off x="8626800" y="378850"/>
                <a:ext cx="139874" cy="139874"/>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
    <p:spTree>
      <p:nvGrpSpPr>
        <p:cNvPr id="677" name="Shape 677"/>
        <p:cNvGrpSpPr/>
        <p:nvPr/>
      </p:nvGrpSpPr>
      <p:grpSpPr>
        <a:xfrm>
          <a:off x="0" y="0"/>
          <a:ext cx="0" cy="0"/>
          <a:chOff x="0" y="0"/>
          <a:chExt cx="0" cy="0"/>
        </a:xfrm>
      </p:grpSpPr>
      <p:sp>
        <p:nvSpPr>
          <p:cNvPr id="678" name="Google Shape;678;p56"/>
          <p:cNvSpPr txBox="1"/>
          <p:nvPr>
            <p:ph type="title"/>
          </p:nvPr>
        </p:nvSpPr>
        <p:spPr>
          <a:xfrm>
            <a:off x="713264" y="685100"/>
            <a:ext cx="4629300" cy="1058700"/>
          </a:xfrm>
          <a:prstGeom prst="rect">
            <a:avLst/>
          </a:prstGeom>
        </p:spPr>
        <p:txBody>
          <a:bodyPr anchorCtr="0" anchor="b" bIns="91425" lIns="91425" spcFirstLastPara="1" rIns="91425" wrap="square" tIns="91425">
            <a:noAutofit/>
          </a:bodyPr>
          <a:lstStyle>
            <a:lvl1pPr lvl="0" algn="r">
              <a:spcBef>
                <a:spcPts val="0"/>
              </a:spcBef>
              <a:spcAft>
                <a:spcPts val="0"/>
              </a:spcAft>
              <a:buSzPts val="3000"/>
              <a:buNone/>
              <a:defRPr sz="60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679" name="Google Shape;679;p56"/>
          <p:cNvSpPr txBox="1"/>
          <p:nvPr>
            <p:ph idx="1" type="subTitle"/>
          </p:nvPr>
        </p:nvSpPr>
        <p:spPr>
          <a:xfrm>
            <a:off x="713225" y="1722730"/>
            <a:ext cx="4629300" cy="1101000"/>
          </a:xfrm>
          <a:prstGeom prst="rect">
            <a:avLst/>
          </a:prstGeom>
        </p:spPr>
        <p:txBody>
          <a:bodyPr anchorCtr="0" anchor="t" bIns="91425" lIns="91425" spcFirstLastPara="1" rIns="91425" wrap="square" tIns="91425">
            <a:noAutofit/>
          </a:bodyPr>
          <a:lstStyle>
            <a:lvl1pPr lvl="0" algn="r">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680" name="Google Shape;680;p56"/>
          <p:cNvSpPr txBox="1"/>
          <p:nvPr/>
        </p:nvSpPr>
        <p:spPr>
          <a:xfrm>
            <a:off x="713277" y="3611950"/>
            <a:ext cx="4629300" cy="5562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300"/>
              </a:spcBef>
              <a:spcAft>
                <a:spcPts val="0"/>
              </a:spcAft>
              <a:buNone/>
            </a:pPr>
            <a:r>
              <a:rPr lang="en" sz="1200">
                <a:solidFill>
                  <a:schemeClr val="dk1"/>
                </a:solidFill>
                <a:latin typeface="Lato"/>
                <a:ea typeface="Lato"/>
                <a:cs typeface="Lato"/>
                <a:sym typeface="Lato"/>
              </a:rPr>
              <a:t>CREDITS: This presentation template was created by </a:t>
            </a:r>
            <a:r>
              <a:rPr b="1" lang="en" sz="1200" u="sng">
                <a:solidFill>
                  <a:schemeClr val="hlink"/>
                </a:solidFill>
                <a:latin typeface="Lato"/>
                <a:ea typeface="Lato"/>
                <a:cs typeface="Lato"/>
                <a:sym typeface="Lato"/>
                <a:hlinkClick r:id="rId2"/>
              </a:rPr>
              <a:t>Slidesgo</a:t>
            </a:r>
            <a:r>
              <a:rPr b="1" lang="en" sz="1200">
                <a:solidFill>
                  <a:schemeClr val="dk1"/>
                </a:solidFill>
                <a:latin typeface="Lato"/>
                <a:ea typeface="Lato"/>
                <a:cs typeface="Lato"/>
                <a:sym typeface="Lato"/>
              </a:rPr>
              <a:t>,</a:t>
            </a:r>
            <a:r>
              <a:rPr lang="en" sz="1200">
                <a:solidFill>
                  <a:schemeClr val="dk1"/>
                </a:solidFill>
                <a:latin typeface="Lato"/>
                <a:ea typeface="Lato"/>
                <a:cs typeface="Lato"/>
                <a:sym typeface="Lato"/>
              </a:rPr>
              <a:t> and includes icons by </a:t>
            </a:r>
            <a:r>
              <a:rPr b="1" lang="en" sz="1200" u="sng">
                <a:solidFill>
                  <a:schemeClr val="dk1"/>
                </a:solidFill>
                <a:latin typeface="Lato"/>
                <a:ea typeface="Lato"/>
                <a:cs typeface="Lato"/>
                <a:sym typeface="Lato"/>
                <a:hlinkClick r:id="rId3">
                  <a:extLst>
                    <a:ext uri="{A12FA001-AC4F-418D-AE19-62706E023703}">
                      <ahyp:hlinkClr val="tx"/>
                    </a:ext>
                  </a:extLst>
                </a:hlinkClick>
              </a:rPr>
              <a:t>Flaticon</a:t>
            </a:r>
            <a:r>
              <a:rPr lang="en" sz="1200">
                <a:solidFill>
                  <a:schemeClr val="dk1"/>
                </a:solidFill>
                <a:latin typeface="Lato"/>
                <a:ea typeface="Lato"/>
                <a:cs typeface="Lato"/>
                <a:sym typeface="Lato"/>
              </a:rPr>
              <a:t>, and infographics &amp; images by </a:t>
            </a:r>
            <a:r>
              <a:rPr b="1" lang="en" sz="1200" u="sng">
                <a:solidFill>
                  <a:schemeClr val="dk1"/>
                </a:solidFill>
                <a:latin typeface="Lato"/>
                <a:ea typeface="Lato"/>
                <a:cs typeface="Lato"/>
                <a:sym typeface="Lato"/>
                <a:hlinkClick r:id="rId4">
                  <a:extLst>
                    <a:ext uri="{A12FA001-AC4F-418D-AE19-62706E023703}">
                      <ahyp:hlinkClr val="tx"/>
                    </a:ext>
                  </a:extLst>
                </a:hlinkClick>
              </a:rPr>
              <a:t>Freepik</a:t>
            </a:r>
            <a:r>
              <a:rPr b="1" lang="en" sz="1200" u="sng">
                <a:solidFill>
                  <a:schemeClr val="dk1"/>
                </a:solidFill>
                <a:latin typeface="Lato"/>
                <a:ea typeface="Lato"/>
                <a:cs typeface="Lato"/>
                <a:sym typeface="Lato"/>
              </a:rPr>
              <a:t> </a:t>
            </a:r>
            <a:endParaRPr b="1" sz="1200" u="sng">
              <a:solidFill>
                <a:schemeClr val="dk1"/>
              </a:solidFill>
              <a:latin typeface="Lato"/>
              <a:ea typeface="Lato"/>
              <a:cs typeface="Lato"/>
              <a:sym typeface="Lato"/>
            </a:endParaRPr>
          </a:p>
        </p:txBody>
      </p:sp>
      <p:grpSp>
        <p:nvGrpSpPr>
          <p:cNvPr id="681" name="Google Shape;681;p56"/>
          <p:cNvGrpSpPr/>
          <p:nvPr/>
        </p:nvGrpSpPr>
        <p:grpSpPr>
          <a:xfrm>
            <a:off x="179243" y="1771891"/>
            <a:ext cx="400449" cy="2933146"/>
            <a:chOff x="7553711" y="-2334286"/>
            <a:chExt cx="455625" cy="3337292"/>
          </a:xfrm>
        </p:grpSpPr>
        <p:sp>
          <p:nvSpPr>
            <p:cNvPr id="682" name="Google Shape;682;p56"/>
            <p:cNvSpPr/>
            <p:nvPr/>
          </p:nvSpPr>
          <p:spPr>
            <a:xfrm>
              <a:off x="7728940" y="-1977361"/>
              <a:ext cx="280396" cy="280396"/>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56"/>
            <p:cNvSpPr/>
            <p:nvPr/>
          </p:nvSpPr>
          <p:spPr>
            <a:xfrm>
              <a:off x="7766124" y="796950"/>
              <a:ext cx="206055" cy="206055"/>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56"/>
            <p:cNvSpPr/>
            <p:nvPr/>
          </p:nvSpPr>
          <p:spPr>
            <a:xfrm>
              <a:off x="7553711" y="-2334286"/>
              <a:ext cx="151325" cy="151325"/>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5" name="Google Shape;685;p56"/>
          <p:cNvGrpSpPr/>
          <p:nvPr/>
        </p:nvGrpSpPr>
        <p:grpSpPr>
          <a:xfrm>
            <a:off x="312250" y="-762725"/>
            <a:ext cx="855850" cy="2170900"/>
            <a:chOff x="312250" y="-762725"/>
            <a:chExt cx="855850" cy="2170900"/>
          </a:xfrm>
        </p:grpSpPr>
        <p:cxnSp>
          <p:nvCxnSpPr>
            <p:cNvPr id="686" name="Google Shape;686;p56"/>
            <p:cNvCxnSpPr/>
            <p:nvPr/>
          </p:nvCxnSpPr>
          <p:spPr>
            <a:xfrm rot="5400000">
              <a:off x="-237850" y="2225"/>
              <a:ext cx="2082300" cy="729600"/>
            </a:xfrm>
            <a:prstGeom prst="bentConnector3">
              <a:avLst>
                <a:gd fmla="val 43507" name="adj1"/>
              </a:avLst>
            </a:prstGeom>
            <a:noFill/>
            <a:ln cap="flat" cmpd="sng" w="19050">
              <a:solidFill>
                <a:schemeClr val="lt2"/>
              </a:solidFill>
              <a:prstDash val="solid"/>
              <a:round/>
              <a:headEnd len="med" w="med" type="none"/>
              <a:tailEnd len="med" w="med" type="oval"/>
            </a:ln>
          </p:spPr>
        </p:cxnSp>
        <p:cxnSp>
          <p:nvCxnSpPr>
            <p:cNvPr id="687" name="Google Shape;687;p56"/>
            <p:cNvCxnSpPr/>
            <p:nvPr/>
          </p:nvCxnSpPr>
          <p:spPr>
            <a:xfrm rot="5400000">
              <a:off x="-317750" y="-132725"/>
              <a:ext cx="1866600" cy="606600"/>
            </a:xfrm>
            <a:prstGeom prst="bentConnector3">
              <a:avLst>
                <a:gd fmla="val 50000" name="adj1"/>
              </a:avLst>
            </a:prstGeom>
            <a:noFill/>
            <a:ln cap="flat" cmpd="sng" w="19050">
              <a:solidFill>
                <a:schemeClr val="lt2"/>
              </a:solidFill>
              <a:prstDash val="solid"/>
              <a:round/>
              <a:headEnd len="med" w="med" type="none"/>
              <a:tailEnd len="med" w="med" type="oval"/>
            </a:ln>
          </p:spPr>
        </p:cxnSp>
      </p:gr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688" name="Shape 688"/>
        <p:cNvGrpSpPr/>
        <p:nvPr/>
      </p:nvGrpSpPr>
      <p:grpSpPr>
        <a:xfrm>
          <a:off x="0" y="0"/>
          <a:ext cx="0" cy="0"/>
          <a:chOff x="0" y="0"/>
          <a:chExt cx="0" cy="0"/>
        </a:xfrm>
      </p:grpSpPr>
      <p:grpSp>
        <p:nvGrpSpPr>
          <p:cNvPr id="689" name="Google Shape;689;p57"/>
          <p:cNvGrpSpPr/>
          <p:nvPr/>
        </p:nvGrpSpPr>
        <p:grpSpPr>
          <a:xfrm>
            <a:off x="-709225" y="2020450"/>
            <a:ext cx="10403925" cy="4250875"/>
            <a:chOff x="-709225" y="2020450"/>
            <a:chExt cx="10403925" cy="4250875"/>
          </a:xfrm>
        </p:grpSpPr>
        <p:grpSp>
          <p:nvGrpSpPr>
            <p:cNvPr id="690" name="Google Shape;690;p57"/>
            <p:cNvGrpSpPr/>
            <p:nvPr/>
          </p:nvGrpSpPr>
          <p:grpSpPr>
            <a:xfrm>
              <a:off x="176175" y="2459300"/>
              <a:ext cx="418425" cy="3812025"/>
              <a:chOff x="176175" y="2459300"/>
              <a:chExt cx="418425" cy="3812025"/>
            </a:xfrm>
          </p:grpSpPr>
          <p:cxnSp>
            <p:nvCxnSpPr>
              <p:cNvPr id="691" name="Google Shape;691;p57"/>
              <p:cNvCxnSpPr/>
              <p:nvPr/>
            </p:nvCxnSpPr>
            <p:spPr>
              <a:xfrm flipH="1" rot="5400000">
                <a:off x="-1093800" y="3815900"/>
                <a:ext cx="3045000" cy="331800"/>
              </a:xfrm>
              <a:prstGeom prst="bentConnector3">
                <a:avLst>
                  <a:gd fmla="val 50000" name="adj1"/>
                </a:avLst>
              </a:prstGeom>
              <a:noFill/>
              <a:ln cap="flat" cmpd="sng" w="19050">
                <a:solidFill>
                  <a:schemeClr val="lt2"/>
                </a:solidFill>
                <a:prstDash val="solid"/>
                <a:round/>
                <a:headEnd len="med" w="med" type="none"/>
                <a:tailEnd len="med" w="med" type="oval"/>
              </a:ln>
            </p:spPr>
          </p:cxnSp>
          <p:cxnSp>
            <p:nvCxnSpPr>
              <p:cNvPr id="692" name="Google Shape;692;p57"/>
              <p:cNvCxnSpPr/>
              <p:nvPr/>
            </p:nvCxnSpPr>
            <p:spPr>
              <a:xfrm flipH="1" rot="5400000">
                <a:off x="-1327875" y="4449875"/>
                <a:ext cx="3325500" cy="317400"/>
              </a:xfrm>
              <a:prstGeom prst="bentConnector3">
                <a:avLst>
                  <a:gd fmla="val 64575" name="adj1"/>
                </a:avLst>
              </a:prstGeom>
              <a:noFill/>
              <a:ln cap="flat" cmpd="sng" w="19050">
                <a:solidFill>
                  <a:schemeClr val="lt2"/>
                </a:solidFill>
                <a:prstDash val="solid"/>
                <a:round/>
                <a:headEnd len="med" w="med" type="none"/>
                <a:tailEnd len="med" w="med" type="oval"/>
              </a:ln>
            </p:spPr>
          </p:cxnSp>
        </p:grpSp>
        <p:grpSp>
          <p:nvGrpSpPr>
            <p:cNvPr id="693" name="Google Shape;693;p57"/>
            <p:cNvGrpSpPr/>
            <p:nvPr/>
          </p:nvGrpSpPr>
          <p:grpSpPr>
            <a:xfrm>
              <a:off x="-709225" y="4185350"/>
              <a:ext cx="7895400" cy="1976375"/>
              <a:chOff x="-709225" y="4185350"/>
              <a:chExt cx="7895400" cy="1976375"/>
            </a:xfrm>
          </p:grpSpPr>
          <p:cxnSp>
            <p:nvCxnSpPr>
              <p:cNvPr id="694" name="Google Shape;694;p57"/>
              <p:cNvCxnSpPr/>
              <p:nvPr/>
            </p:nvCxnSpPr>
            <p:spPr>
              <a:xfrm flipH="1" rot="10800000">
                <a:off x="-709225" y="4185350"/>
                <a:ext cx="7895400" cy="1147500"/>
              </a:xfrm>
              <a:prstGeom prst="bentConnector3">
                <a:avLst>
                  <a:gd fmla="val 71221" name="adj1"/>
                </a:avLst>
              </a:prstGeom>
              <a:noFill/>
              <a:ln cap="flat" cmpd="sng" w="19050">
                <a:solidFill>
                  <a:schemeClr val="lt2"/>
                </a:solidFill>
                <a:prstDash val="solid"/>
                <a:round/>
                <a:headEnd len="med" w="med" type="none"/>
                <a:tailEnd len="med" w="med" type="oval"/>
              </a:ln>
            </p:spPr>
          </p:cxnSp>
          <p:cxnSp>
            <p:nvCxnSpPr>
              <p:cNvPr id="695" name="Google Shape;695;p57"/>
              <p:cNvCxnSpPr/>
              <p:nvPr/>
            </p:nvCxnSpPr>
            <p:spPr>
              <a:xfrm flipH="1" rot="10800000">
                <a:off x="2953025" y="4367125"/>
                <a:ext cx="3567000" cy="1794600"/>
              </a:xfrm>
              <a:prstGeom prst="bentConnector3">
                <a:avLst>
                  <a:gd fmla="val 50000" name="adj1"/>
                </a:avLst>
              </a:prstGeom>
              <a:noFill/>
              <a:ln cap="flat" cmpd="sng" w="19050">
                <a:solidFill>
                  <a:schemeClr val="lt2"/>
                </a:solidFill>
                <a:prstDash val="solid"/>
                <a:round/>
                <a:headEnd len="med" w="med" type="none"/>
                <a:tailEnd len="med" w="med" type="oval"/>
              </a:ln>
            </p:spPr>
          </p:cxnSp>
        </p:grpSp>
        <p:grpSp>
          <p:nvGrpSpPr>
            <p:cNvPr id="696" name="Google Shape;696;p57"/>
            <p:cNvGrpSpPr/>
            <p:nvPr/>
          </p:nvGrpSpPr>
          <p:grpSpPr>
            <a:xfrm>
              <a:off x="8878450" y="2020450"/>
              <a:ext cx="816250" cy="2568900"/>
              <a:chOff x="8878450" y="2020450"/>
              <a:chExt cx="816250" cy="2568900"/>
            </a:xfrm>
          </p:grpSpPr>
          <p:cxnSp>
            <p:nvCxnSpPr>
              <p:cNvPr id="697" name="Google Shape;697;p57"/>
              <p:cNvCxnSpPr/>
              <p:nvPr/>
            </p:nvCxnSpPr>
            <p:spPr>
              <a:xfrm rot="5400000">
                <a:off x="7933150" y="2965750"/>
                <a:ext cx="2568900" cy="678300"/>
              </a:xfrm>
              <a:prstGeom prst="bentConnector3">
                <a:avLst>
                  <a:gd fmla="val 4494" name="adj1"/>
                </a:avLst>
              </a:prstGeom>
              <a:noFill/>
              <a:ln cap="flat" cmpd="sng" w="19050">
                <a:solidFill>
                  <a:schemeClr val="lt2"/>
                </a:solidFill>
                <a:prstDash val="solid"/>
                <a:round/>
                <a:headEnd len="med" w="med" type="none"/>
                <a:tailEnd len="med" w="med" type="oval"/>
              </a:ln>
            </p:spPr>
          </p:cxnSp>
          <p:cxnSp>
            <p:nvCxnSpPr>
              <p:cNvPr id="698" name="Google Shape;698;p57"/>
              <p:cNvCxnSpPr/>
              <p:nvPr/>
            </p:nvCxnSpPr>
            <p:spPr>
              <a:xfrm rot="5400000">
                <a:off x="8288750" y="2779400"/>
                <a:ext cx="2082300" cy="729600"/>
              </a:xfrm>
              <a:prstGeom prst="bentConnector3">
                <a:avLst>
                  <a:gd fmla="val 50000" name="adj1"/>
                </a:avLst>
              </a:prstGeom>
              <a:noFill/>
              <a:ln cap="flat" cmpd="sng" w="19050">
                <a:solidFill>
                  <a:schemeClr val="lt2"/>
                </a:solidFill>
                <a:prstDash val="solid"/>
                <a:round/>
                <a:headEnd len="med" w="med" type="none"/>
                <a:tailEnd len="med" w="med" type="oval"/>
              </a:ln>
            </p:spPr>
          </p:cxnSp>
        </p:grpSp>
      </p:grpSp>
      <p:grpSp>
        <p:nvGrpSpPr>
          <p:cNvPr id="699" name="Google Shape;699;p57"/>
          <p:cNvGrpSpPr/>
          <p:nvPr/>
        </p:nvGrpSpPr>
        <p:grpSpPr>
          <a:xfrm>
            <a:off x="84278" y="2240873"/>
            <a:ext cx="8837445" cy="2718104"/>
            <a:chOff x="84278" y="2240873"/>
            <a:chExt cx="8837445" cy="2718104"/>
          </a:xfrm>
        </p:grpSpPr>
        <p:sp>
          <p:nvSpPr>
            <p:cNvPr id="700" name="Google Shape;700;p57"/>
            <p:cNvSpPr/>
            <p:nvPr/>
          </p:nvSpPr>
          <p:spPr>
            <a:xfrm>
              <a:off x="84278" y="2240873"/>
              <a:ext cx="144320" cy="144304"/>
            </a:xfrm>
            <a:custGeom>
              <a:rect b="b" l="l" r="r" t="t"/>
              <a:pathLst>
                <a:path extrusionOk="0" h="3298" w="3298">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57"/>
            <p:cNvSpPr/>
            <p:nvPr/>
          </p:nvSpPr>
          <p:spPr>
            <a:xfrm>
              <a:off x="8777403" y="4814673"/>
              <a:ext cx="144320" cy="144304"/>
            </a:xfrm>
            <a:custGeom>
              <a:rect b="b" l="l" r="r" t="t"/>
              <a:pathLst>
                <a:path extrusionOk="0" h="3298" w="3298">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702" name="Shape 702"/>
        <p:cNvGrpSpPr/>
        <p:nvPr/>
      </p:nvGrpSpPr>
      <p:grpSpPr>
        <a:xfrm>
          <a:off x="0" y="0"/>
          <a:ext cx="0" cy="0"/>
          <a:chOff x="0" y="0"/>
          <a:chExt cx="0" cy="0"/>
        </a:xfrm>
      </p:grpSpPr>
      <p:grpSp>
        <p:nvGrpSpPr>
          <p:cNvPr id="703" name="Google Shape;703;p58"/>
          <p:cNvGrpSpPr/>
          <p:nvPr/>
        </p:nvGrpSpPr>
        <p:grpSpPr>
          <a:xfrm>
            <a:off x="140000" y="188300"/>
            <a:ext cx="580000" cy="6094500"/>
            <a:chOff x="140000" y="188300"/>
            <a:chExt cx="580000" cy="6094500"/>
          </a:xfrm>
        </p:grpSpPr>
        <p:cxnSp>
          <p:nvCxnSpPr>
            <p:cNvPr id="704" name="Google Shape;704;p58"/>
            <p:cNvCxnSpPr/>
            <p:nvPr/>
          </p:nvCxnSpPr>
          <p:spPr>
            <a:xfrm rot="-5400000">
              <a:off x="-522000" y="4271050"/>
              <a:ext cx="2018700" cy="465300"/>
            </a:xfrm>
            <a:prstGeom prst="bentConnector2">
              <a:avLst/>
            </a:prstGeom>
            <a:noFill/>
            <a:ln cap="flat" cmpd="sng" w="19050">
              <a:solidFill>
                <a:schemeClr val="lt2"/>
              </a:solidFill>
              <a:prstDash val="solid"/>
              <a:round/>
              <a:headEnd len="med" w="med" type="none"/>
              <a:tailEnd len="med" w="med" type="oval"/>
            </a:ln>
          </p:spPr>
        </p:cxnSp>
        <p:cxnSp>
          <p:nvCxnSpPr>
            <p:cNvPr id="705" name="Google Shape;705;p58"/>
            <p:cNvCxnSpPr/>
            <p:nvPr/>
          </p:nvCxnSpPr>
          <p:spPr>
            <a:xfrm rot="-5400000">
              <a:off x="-2575525" y="3200000"/>
              <a:ext cx="6094500" cy="71100"/>
            </a:xfrm>
            <a:prstGeom prst="bentConnector3">
              <a:avLst>
                <a:gd fmla="val 50000" name="adj1"/>
              </a:avLst>
            </a:prstGeom>
            <a:noFill/>
            <a:ln cap="flat" cmpd="sng" w="19050">
              <a:solidFill>
                <a:schemeClr val="lt2"/>
              </a:solidFill>
              <a:prstDash val="solid"/>
              <a:round/>
              <a:headEnd len="med" w="med" type="none"/>
              <a:tailEnd len="med" w="med" type="oval"/>
            </a:ln>
          </p:spPr>
        </p:cxnSp>
        <p:cxnSp>
          <p:nvCxnSpPr>
            <p:cNvPr id="706" name="Google Shape;706;p58"/>
            <p:cNvCxnSpPr/>
            <p:nvPr/>
          </p:nvCxnSpPr>
          <p:spPr>
            <a:xfrm rot="-5400000">
              <a:off x="-1584400" y="3258800"/>
              <a:ext cx="3657300" cy="208500"/>
            </a:xfrm>
            <a:prstGeom prst="bentConnector3">
              <a:avLst>
                <a:gd fmla="val 50000" name="adj1"/>
              </a:avLst>
            </a:prstGeom>
            <a:noFill/>
            <a:ln cap="flat" cmpd="sng" w="19050">
              <a:solidFill>
                <a:schemeClr val="lt2"/>
              </a:solidFill>
              <a:prstDash val="solid"/>
              <a:round/>
              <a:headEnd len="med" w="med" type="none"/>
              <a:tailEnd len="med" w="med" type="oval"/>
            </a:ln>
          </p:spPr>
        </p:cxnSp>
      </p:grpSp>
      <p:grpSp>
        <p:nvGrpSpPr>
          <p:cNvPr id="707" name="Google Shape;707;p58"/>
          <p:cNvGrpSpPr/>
          <p:nvPr/>
        </p:nvGrpSpPr>
        <p:grpSpPr>
          <a:xfrm>
            <a:off x="64493" y="394791"/>
            <a:ext cx="400449" cy="2933146"/>
            <a:chOff x="7553711" y="-2334286"/>
            <a:chExt cx="455625" cy="3337292"/>
          </a:xfrm>
        </p:grpSpPr>
        <p:sp>
          <p:nvSpPr>
            <p:cNvPr id="708" name="Google Shape;708;p58"/>
            <p:cNvSpPr/>
            <p:nvPr/>
          </p:nvSpPr>
          <p:spPr>
            <a:xfrm>
              <a:off x="7728940" y="-1977361"/>
              <a:ext cx="280396" cy="280396"/>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58"/>
            <p:cNvSpPr/>
            <p:nvPr/>
          </p:nvSpPr>
          <p:spPr>
            <a:xfrm>
              <a:off x="7766124" y="796950"/>
              <a:ext cx="206055" cy="206055"/>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58"/>
            <p:cNvSpPr/>
            <p:nvPr/>
          </p:nvSpPr>
          <p:spPr>
            <a:xfrm>
              <a:off x="7553711" y="-2334286"/>
              <a:ext cx="151325" cy="151325"/>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714" name="Shape 714"/>
        <p:cNvGrpSpPr/>
        <p:nvPr/>
      </p:nvGrpSpPr>
      <p:grpSpPr>
        <a:xfrm>
          <a:off x="0" y="0"/>
          <a:ext cx="0" cy="0"/>
          <a:chOff x="0" y="0"/>
          <a:chExt cx="0" cy="0"/>
        </a:xfrm>
      </p:grpSpPr>
      <p:sp>
        <p:nvSpPr>
          <p:cNvPr id="715" name="Google Shape;715;p60"/>
          <p:cNvSpPr txBox="1"/>
          <p:nvPr>
            <p:ph type="ctrTitle"/>
          </p:nvPr>
        </p:nvSpPr>
        <p:spPr>
          <a:xfrm>
            <a:off x="4157700" y="1061225"/>
            <a:ext cx="4260000" cy="1750500"/>
          </a:xfrm>
          <a:prstGeom prst="rect">
            <a:avLst/>
          </a:prstGeom>
        </p:spPr>
        <p:txBody>
          <a:bodyPr anchorCtr="0" anchor="b" bIns="91425" lIns="91425" spcFirstLastPara="1" rIns="91425" wrap="square" tIns="91425">
            <a:noAutofit/>
          </a:bodyPr>
          <a:lstStyle>
            <a:lvl1pPr lvl="0">
              <a:spcBef>
                <a:spcPts val="0"/>
              </a:spcBef>
              <a:spcAft>
                <a:spcPts val="0"/>
              </a:spcAft>
              <a:buClr>
                <a:srgbClr val="191919"/>
              </a:buClr>
              <a:buSzPts val="5200"/>
              <a:buNone/>
              <a:defRPr sz="48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716" name="Google Shape;716;p60"/>
          <p:cNvSpPr txBox="1"/>
          <p:nvPr>
            <p:ph idx="1" type="subTitle"/>
          </p:nvPr>
        </p:nvSpPr>
        <p:spPr>
          <a:xfrm>
            <a:off x="4157700" y="2997200"/>
            <a:ext cx="4260000" cy="365700"/>
          </a:xfrm>
          <a:prstGeom prst="rect">
            <a:avLst/>
          </a:prstGeom>
          <a:solidFill>
            <a:schemeClr val="lt2"/>
          </a:solidFill>
        </p:spPr>
        <p:txBody>
          <a:bodyPr anchorCtr="0" anchor="ctr" bIns="91425" lIns="91425" spcFirstLastPara="1" rIns="91425" wrap="square" tIns="91425">
            <a:noAutofit/>
          </a:bodyPr>
          <a:lstStyle>
            <a:lvl1pPr lvl="0">
              <a:lnSpc>
                <a:spcPct val="115000"/>
              </a:lnSpc>
              <a:spcBef>
                <a:spcPts val="0"/>
              </a:spcBef>
              <a:spcAft>
                <a:spcPts val="0"/>
              </a:spcAft>
              <a:buSzPts val="1400"/>
              <a:buNone/>
              <a:defRPr sz="1600">
                <a:solidFill>
                  <a:schemeClr val="accent5"/>
                </a:solidFill>
              </a:defRPr>
            </a:lvl1pPr>
            <a:lvl2pPr lvl="1">
              <a:lnSpc>
                <a:spcPct val="115000"/>
              </a:lnSpc>
              <a:spcBef>
                <a:spcPts val="0"/>
              </a:spcBef>
              <a:spcAft>
                <a:spcPts val="0"/>
              </a:spcAft>
              <a:buSzPts val="1800"/>
              <a:buNone/>
              <a:defRPr sz="1800"/>
            </a:lvl2pPr>
            <a:lvl3pPr lvl="2">
              <a:lnSpc>
                <a:spcPct val="115000"/>
              </a:lnSpc>
              <a:spcBef>
                <a:spcPts val="0"/>
              </a:spcBef>
              <a:spcAft>
                <a:spcPts val="0"/>
              </a:spcAft>
              <a:buSzPts val="1800"/>
              <a:buNone/>
              <a:defRPr sz="1800"/>
            </a:lvl3pPr>
            <a:lvl4pPr lvl="3">
              <a:lnSpc>
                <a:spcPct val="115000"/>
              </a:lnSpc>
              <a:spcBef>
                <a:spcPts val="0"/>
              </a:spcBef>
              <a:spcAft>
                <a:spcPts val="0"/>
              </a:spcAft>
              <a:buSzPts val="1800"/>
              <a:buNone/>
              <a:defRPr sz="1800"/>
            </a:lvl4pPr>
            <a:lvl5pPr lvl="4">
              <a:lnSpc>
                <a:spcPct val="115000"/>
              </a:lnSpc>
              <a:spcBef>
                <a:spcPts val="0"/>
              </a:spcBef>
              <a:spcAft>
                <a:spcPts val="0"/>
              </a:spcAft>
              <a:buSzPts val="1800"/>
              <a:buNone/>
              <a:defRPr sz="1800"/>
            </a:lvl5pPr>
            <a:lvl6pPr lvl="5">
              <a:lnSpc>
                <a:spcPct val="115000"/>
              </a:lnSpc>
              <a:spcBef>
                <a:spcPts val="0"/>
              </a:spcBef>
              <a:spcAft>
                <a:spcPts val="0"/>
              </a:spcAft>
              <a:buSzPts val="1800"/>
              <a:buNone/>
              <a:defRPr sz="1800"/>
            </a:lvl6pPr>
            <a:lvl7pPr lvl="6">
              <a:lnSpc>
                <a:spcPct val="115000"/>
              </a:lnSpc>
              <a:spcBef>
                <a:spcPts val="0"/>
              </a:spcBef>
              <a:spcAft>
                <a:spcPts val="0"/>
              </a:spcAft>
              <a:buSzPts val="1800"/>
              <a:buNone/>
              <a:defRPr sz="1800"/>
            </a:lvl7pPr>
            <a:lvl8pPr lvl="7">
              <a:lnSpc>
                <a:spcPct val="115000"/>
              </a:lnSpc>
              <a:spcBef>
                <a:spcPts val="0"/>
              </a:spcBef>
              <a:spcAft>
                <a:spcPts val="0"/>
              </a:spcAft>
              <a:buSzPts val="1800"/>
              <a:buNone/>
              <a:defRPr sz="1800"/>
            </a:lvl8pPr>
            <a:lvl9pPr lvl="8">
              <a:lnSpc>
                <a:spcPct val="115000"/>
              </a:lnSpc>
              <a:spcBef>
                <a:spcPts val="0"/>
              </a:spcBef>
              <a:spcAft>
                <a:spcPts val="0"/>
              </a:spcAft>
              <a:buSzPts val="1800"/>
              <a:buNone/>
              <a:defRPr sz="1800"/>
            </a:lvl9pPr>
          </a:lstStyle>
          <a:p/>
        </p:txBody>
      </p:sp>
      <p:grpSp>
        <p:nvGrpSpPr>
          <p:cNvPr id="717" name="Google Shape;717;p60"/>
          <p:cNvGrpSpPr/>
          <p:nvPr/>
        </p:nvGrpSpPr>
        <p:grpSpPr>
          <a:xfrm>
            <a:off x="-709225" y="2020450"/>
            <a:ext cx="10403925" cy="4250875"/>
            <a:chOff x="-709225" y="2020450"/>
            <a:chExt cx="10403925" cy="4250875"/>
          </a:xfrm>
        </p:grpSpPr>
        <p:grpSp>
          <p:nvGrpSpPr>
            <p:cNvPr id="718" name="Google Shape;718;p60"/>
            <p:cNvGrpSpPr/>
            <p:nvPr/>
          </p:nvGrpSpPr>
          <p:grpSpPr>
            <a:xfrm>
              <a:off x="176175" y="2459300"/>
              <a:ext cx="418425" cy="3812025"/>
              <a:chOff x="176175" y="2459300"/>
              <a:chExt cx="418425" cy="3812025"/>
            </a:xfrm>
          </p:grpSpPr>
          <p:cxnSp>
            <p:nvCxnSpPr>
              <p:cNvPr id="719" name="Google Shape;719;p60"/>
              <p:cNvCxnSpPr/>
              <p:nvPr/>
            </p:nvCxnSpPr>
            <p:spPr>
              <a:xfrm flipH="1" rot="5400000">
                <a:off x="-1093800" y="3815900"/>
                <a:ext cx="3045000" cy="331800"/>
              </a:xfrm>
              <a:prstGeom prst="bentConnector3">
                <a:avLst>
                  <a:gd fmla="val 50000" name="adj1"/>
                </a:avLst>
              </a:prstGeom>
              <a:noFill/>
              <a:ln cap="flat" cmpd="sng" w="19050">
                <a:solidFill>
                  <a:schemeClr val="lt2"/>
                </a:solidFill>
                <a:prstDash val="solid"/>
                <a:round/>
                <a:headEnd len="med" w="med" type="none"/>
                <a:tailEnd len="med" w="med" type="oval"/>
              </a:ln>
            </p:spPr>
          </p:cxnSp>
          <p:cxnSp>
            <p:nvCxnSpPr>
              <p:cNvPr id="720" name="Google Shape;720;p60"/>
              <p:cNvCxnSpPr/>
              <p:nvPr/>
            </p:nvCxnSpPr>
            <p:spPr>
              <a:xfrm flipH="1" rot="5400000">
                <a:off x="-1327875" y="4449875"/>
                <a:ext cx="3325500" cy="317400"/>
              </a:xfrm>
              <a:prstGeom prst="bentConnector3">
                <a:avLst>
                  <a:gd fmla="val 64575" name="adj1"/>
                </a:avLst>
              </a:prstGeom>
              <a:noFill/>
              <a:ln cap="flat" cmpd="sng" w="19050">
                <a:solidFill>
                  <a:schemeClr val="lt2"/>
                </a:solidFill>
                <a:prstDash val="solid"/>
                <a:round/>
                <a:headEnd len="med" w="med" type="none"/>
                <a:tailEnd len="med" w="med" type="oval"/>
              </a:ln>
            </p:spPr>
          </p:cxnSp>
        </p:grpSp>
        <p:grpSp>
          <p:nvGrpSpPr>
            <p:cNvPr id="721" name="Google Shape;721;p60"/>
            <p:cNvGrpSpPr/>
            <p:nvPr/>
          </p:nvGrpSpPr>
          <p:grpSpPr>
            <a:xfrm>
              <a:off x="-709225" y="4185350"/>
              <a:ext cx="7895400" cy="1976375"/>
              <a:chOff x="-709225" y="4185350"/>
              <a:chExt cx="7895400" cy="1976375"/>
            </a:xfrm>
          </p:grpSpPr>
          <p:cxnSp>
            <p:nvCxnSpPr>
              <p:cNvPr id="722" name="Google Shape;722;p60"/>
              <p:cNvCxnSpPr/>
              <p:nvPr/>
            </p:nvCxnSpPr>
            <p:spPr>
              <a:xfrm flipH="1" rot="10800000">
                <a:off x="-709225" y="4185350"/>
                <a:ext cx="7895400" cy="1147500"/>
              </a:xfrm>
              <a:prstGeom prst="bentConnector3">
                <a:avLst>
                  <a:gd fmla="val 71221" name="adj1"/>
                </a:avLst>
              </a:prstGeom>
              <a:noFill/>
              <a:ln cap="flat" cmpd="sng" w="19050">
                <a:solidFill>
                  <a:schemeClr val="lt2"/>
                </a:solidFill>
                <a:prstDash val="solid"/>
                <a:round/>
                <a:headEnd len="med" w="med" type="none"/>
                <a:tailEnd len="med" w="med" type="oval"/>
              </a:ln>
            </p:spPr>
          </p:cxnSp>
          <p:cxnSp>
            <p:nvCxnSpPr>
              <p:cNvPr id="723" name="Google Shape;723;p60"/>
              <p:cNvCxnSpPr/>
              <p:nvPr/>
            </p:nvCxnSpPr>
            <p:spPr>
              <a:xfrm flipH="1" rot="10800000">
                <a:off x="2953025" y="4367125"/>
                <a:ext cx="3567000" cy="1794600"/>
              </a:xfrm>
              <a:prstGeom prst="bentConnector3">
                <a:avLst>
                  <a:gd fmla="val 50000" name="adj1"/>
                </a:avLst>
              </a:prstGeom>
              <a:noFill/>
              <a:ln cap="flat" cmpd="sng" w="19050">
                <a:solidFill>
                  <a:schemeClr val="lt2"/>
                </a:solidFill>
                <a:prstDash val="solid"/>
                <a:round/>
                <a:headEnd len="med" w="med" type="none"/>
                <a:tailEnd len="med" w="med" type="oval"/>
              </a:ln>
            </p:spPr>
          </p:cxnSp>
        </p:grpSp>
        <p:grpSp>
          <p:nvGrpSpPr>
            <p:cNvPr id="724" name="Google Shape;724;p60"/>
            <p:cNvGrpSpPr/>
            <p:nvPr/>
          </p:nvGrpSpPr>
          <p:grpSpPr>
            <a:xfrm>
              <a:off x="8417700" y="2020450"/>
              <a:ext cx="1277000" cy="2568900"/>
              <a:chOff x="8417700" y="2020450"/>
              <a:chExt cx="1277000" cy="2568900"/>
            </a:xfrm>
          </p:grpSpPr>
          <p:cxnSp>
            <p:nvCxnSpPr>
              <p:cNvPr id="725" name="Google Shape;725;p60"/>
              <p:cNvCxnSpPr/>
              <p:nvPr/>
            </p:nvCxnSpPr>
            <p:spPr>
              <a:xfrm rot="5400000">
                <a:off x="7933150" y="2965750"/>
                <a:ext cx="2568900" cy="678300"/>
              </a:xfrm>
              <a:prstGeom prst="bentConnector3">
                <a:avLst>
                  <a:gd fmla="val 4494" name="adj1"/>
                </a:avLst>
              </a:prstGeom>
              <a:noFill/>
              <a:ln cap="flat" cmpd="sng" w="19050">
                <a:solidFill>
                  <a:schemeClr val="lt2"/>
                </a:solidFill>
                <a:prstDash val="solid"/>
                <a:round/>
                <a:headEnd len="med" w="med" type="none"/>
                <a:tailEnd len="med" w="med" type="oval"/>
              </a:ln>
            </p:spPr>
          </p:cxnSp>
          <p:cxnSp>
            <p:nvCxnSpPr>
              <p:cNvPr id="726" name="Google Shape;726;p60"/>
              <p:cNvCxnSpPr/>
              <p:nvPr/>
            </p:nvCxnSpPr>
            <p:spPr>
              <a:xfrm>
                <a:off x="8417700" y="3180050"/>
                <a:ext cx="359700" cy="1051800"/>
              </a:xfrm>
              <a:prstGeom prst="bentConnector2">
                <a:avLst/>
              </a:prstGeom>
              <a:noFill/>
              <a:ln cap="flat" cmpd="sng" w="19050">
                <a:solidFill>
                  <a:schemeClr val="lt2"/>
                </a:solidFill>
                <a:prstDash val="solid"/>
                <a:round/>
                <a:headEnd len="med" w="med" type="none"/>
                <a:tailEnd len="med" w="med" type="oval"/>
              </a:ln>
            </p:spPr>
          </p:cxnSp>
          <p:cxnSp>
            <p:nvCxnSpPr>
              <p:cNvPr id="727" name="Google Shape;727;p60"/>
              <p:cNvCxnSpPr/>
              <p:nvPr/>
            </p:nvCxnSpPr>
            <p:spPr>
              <a:xfrm rot="5400000">
                <a:off x="8288750" y="2779400"/>
                <a:ext cx="2082300" cy="729600"/>
              </a:xfrm>
              <a:prstGeom prst="bentConnector3">
                <a:avLst>
                  <a:gd fmla="val 50000" name="adj1"/>
                </a:avLst>
              </a:prstGeom>
              <a:noFill/>
              <a:ln cap="flat" cmpd="sng" w="19050">
                <a:solidFill>
                  <a:schemeClr val="lt2"/>
                </a:solidFill>
                <a:prstDash val="solid"/>
                <a:round/>
                <a:headEnd len="med" w="med" type="none"/>
                <a:tailEnd len="med" w="med" type="oval"/>
              </a:ln>
            </p:spPr>
          </p:cxnSp>
        </p:grpSp>
      </p:grpSp>
      <p:grpSp>
        <p:nvGrpSpPr>
          <p:cNvPr id="728" name="Google Shape;728;p60"/>
          <p:cNvGrpSpPr/>
          <p:nvPr/>
        </p:nvGrpSpPr>
        <p:grpSpPr>
          <a:xfrm>
            <a:off x="84278" y="2240873"/>
            <a:ext cx="8837445" cy="2718104"/>
            <a:chOff x="84278" y="2240873"/>
            <a:chExt cx="8837445" cy="2718104"/>
          </a:xfrm>
        </p:grpSpPr>
        <p:sp>
          <p:nvSpPr>
            <p:cNvPr id="729" name="Google Shape;729;p60"/>
            <p:cNvSpPr/>
            <p:nvPr/>
          </p:nvSpPr>
          <p:spPr>
            <a:xfrm>
              <a:off x="84278" y="2240873"/>
              <a:ext cx="144320" cy="144304"/>
            </a:xfrm>
            <a:custGeom>
              <a:rect b="b" l="l" r="r" t="t"/>
              <a:pathLst>
                <a:path extrusionOk="0" h="3298" w="3298">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60"/>
            <p:cNvSpPr/>
            <p:nvPr/>
          </p:nvSpPr>
          <p:spPr>
            <a:xfrm>
              <a:off x="8777403" y="4814673"/>
              <a:ext cx="144320" cy="144304"/>
            </a:xfrm>
            <a:custGeom>
              <a:rect b="b" l="l" r="r" t="t"/>
              <a:pathLst>
                <a:path extrusionOk="0" h="3298" w="3298">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31" name="Shape 731"/>
        <p:cNvGrpSpPr/>
        <p:nvPr/>
      </p:nvGrpSpPr>
      <p:grpSpPr>
        <a:xfrm>
          <a:off x="0" y="0"/>
          <a:ext cx="0" cy="0"/>
          <a:chOff x="0" y="0"/>
          <a:chExt cx="0" cy="0"/>
        </a:xfrm>
      </p:grpSpPr>
      <p:sp>
        <p:nvSpPr>
          <p:cNvPr id="732" name="Google Shape;732;p61"/>
          <p:cNvSpPr txBox="1"/>
          <p:nvPr>
            <p:ph type="title"/>
          </p:nvPr>
        </p:nvSpPr>
        <p:spPr>
          <a:xfrm>
            <a:off x="720000" y="2303250"/>
            <a:ext cx="4044900" cy="841800"/>
          </a:xfrm>
          <a:prstGeom prst="rect">
            <a:avLst/>
          </a:prstGeom>
        </p:spPr>
        <p:txBody>
          <a:bodyPr anchorCtr="0" anchor="b" bIns="91425" lIns="91425" spcFirstLastPara="1" rIns="91425" wrap="square" tIns="91425">
            <a:noAutofit/>
          </a:bodyPr>
          <a:lstStyle>
            <a:lvl1pPr lvl="0" algn="r">
              <a:lnSpc>
                <a:spcPct val="115000"/>
              </a:lnSpc>
              <a:spcBef>
                <a:spcPts val="0"/>
              </a:spcBef>
              <a:spcAft>
                <a:spcPts val="0"/>
              </a:spcAft>
              <a:buSzPts val="3600"/>
              <a:buNone/>
              <a:defRPr sz="42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733" name="Google Shape;733;p61"/>
          <p:cNvSpPr txBox="1"/>
          <p:nvPr>
            <p:ph hasCustomPrompt="1" idx="2" type="title"/>
          </p:nvPr>
        </p:nvSpPr>
        <p:spPr>
          <a:xfrm>
            <a:off x="3249975" y="1014475"/>
            <a:ext cx="1411800" cy="899700"/>
          </a:xfrm>
          <a:prstGeom prst="rect">
            <a:avLst/>
          </a:prstGeom>
          <a:solidFill>
            <a:schemeClr val="lt2"/>
          </a:solidFill>
        </p:spPr>
        <p:txBody>
          <a:bodyPr anchorCtr="0" anchor="ctr" bIns="91425" lIns="91425" spcFirstLastPara="1" rIns="91425" wrap="square" tIns="91425">
            <a:noAutofit/>
          </a:bodyPr>
          <a:lstStyle>
            <a:lvl1pPr lvl="0" algn="ctr">
              <a:spcBef>
                <a:spcPts val="0"/>
              </a:spcBef>
              <a:spcAft>
                <a:spcPts val="0"/>
              </a:spcAft>
              <a:buSzPts val="6000"/>
              <a:buNone/>
              <a:defRPr sz="6000">
                <a:solidFill>
                  <a:schemeClr val="accent2"/>
                </a:solidFill>
              </a:defRPr>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r>
              <a:t>xx%</a:t>
            </a:r>
          </a:p>
        </p:txBody>
      </p:sp>
      <p:sp>
        <p:nvSpPr>
          <p:cNvPr id="734" name="Google Shape;734;p61"/>
          <p:cNvSpPr txBox="1"/>
          <p:nvPr>
            <p:ph idx="1" type="subTitle"/>
          </p:nvPr>
        </p:nvSpPr>
        <p:spPr>
          <a:xfrm>
            <a:off x="720000" y="3311500"/>
            <a:ext cx="4044900" cy="365700"/>
          </a:xfrm>
          <a:prstGeom prst="rect">
            <a:avLst/>
          </a:prstGeom>
          <a:solidFill>
            <a:schemeClr val="lt2"/>
          </a:solidFill>
        </p:spPr>
        <p:txBody>
          <a:bodyPr anchorCtr="0" anchor="ctr" bIns="91425" lIns="91425" spcFirstLastPara="1" rIns="91425" wrap="square" tIns="91425">
            <a:noAutofit/>
          </a:bodyPr>
          <a:lstStyle>
            <a:lvl1pPr lvl="0" algn="r">
              <a:lnSpc>
                <a:spcPct val="115000"/>
              </a:lnSpc>
              <a:spcBef>
                <a:spcPts val="0"/>
              </a:spcBef>
              <a:spcAft>
                <a:spcPts val="0"/>
              </a:spcAft>
              <a:buSzPts val="1400"/>
              <a:buNone/>
              <a:defRPr sz="1600">
                <a:solidFill>
                  <a:schemeClr val="accent5"/>
                </a:solidFill>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grpSp>
        <p:nvGrpSpPr>
          <p:cNvPr id="735" name="Google Shape;735;p61"/>
          <p:cNvGrpSpPr/>
          <p:nvPr/>
        </p:nvGrpSpPr>
        <p:grpSpPr>
          <a:xfrm>
            <a:off x="140000" y="188300"/>
            <a:ext cx="580000" cy="6094500"/>
            <a:chOff x="140000" y="188300"/>
            <a:chExt cx="580000" cy="6094500"/>
          </a:xfrm>
        </p:grpSpPr>
        <p:cxnSp>
          <p:nvCxnSpPr>
            <p:cNvPr id="736" name="Google Shape;736;p61"/>
            <p:cNvCxnSpPr/>
            <p:nvPr/>
          </p:nvCxnSpPr>
          <p:spPr>
            <a:xfrm rot="-5400000">
              <a:off x="-522000" y="4271050"/>
              <a:ext cx="2018700" cy="465300"/>
            </a:xfrm>
            <a:prstGeom prst="bentConnector2">
              <a:avLst/>
            </a:prstGeom>
            <a:noFill/>
            <a:ln cap="flat" cmpd="sng" w="19050">
              <a:solidFill>
                <a:schemeClr val="lt2"/>
              </a:solidFill>
              <a:prstDash val="solid"/>
              <a:round/>
              <a:headEnd len="med" w="med" type="none"/>
              <a:tailEnd len="med" w="med" type="oval"/>
            </a:ln>
          </p:spPr>
        </p:cxnSp>
        <p:cxnSp>
          <p:nvCxnSpPr>
            <p:cNvPr id="737" name="Google Shape;737;p61"/>
            <p:cNvCxnSpPr/>
            <p:nvPr/>
          </p:nvCxnSpPr>
          <p:spPr>
            <a:xfrm rot="-5400000">
              <a:off x="-2575525" y="3200000"/>
              <a:ext cx="6094500" cy="71100"/>
            </a:xfrm>
            <a:prstGeom prst="bentConnector3">
              <a:avLst>
                <a:gd fmla="val 50000" name="adj1"/>
              </a:avLst>
            </a:prstGeom>
            <a:noFill/>
            <a:ln cap="flat" cmpd="sng" w="19050">
              <a:solidFill>
                <a:schemeClr val="lt2"/>
              </a:solidFill>
              <a:prstDash val="solid"/>
              <a:round/>
              <a:headEnd len="med" w="med" type="none"/>
              <a:tailEnd len="med" w="med" type="oval"/>
            </a:ln>
          </p:spPr>
        </p:cxnSp>
        <p:cxnSp>
          <p:nvCxnSpPr>
            <p:cNvPr id="738" name="Google Shape;738;p61"/>
            <p:cNvCxnSpPr/>
            <p:nvPr/>
          </p:nvCxnSpPr>
          <p:spPr>
            <a:xfrm rot="-5400000">
              <a:off x="-1584400" y="3258800"/>
              <a:ext cx="3657300" cy="208500"/>
            </a:xfrm>
            <a:prstGeom prst="bentConnector3">
              <a:avLst>
                <a:gd fmla="val 50000" name="adj1"/>
              </a:avLst>
            </a:prstGeom>
            <a:noFill/>
            <a:ln cap="flat" cmpd="sng" w="19050">
              <a:solidFill>
                <a:schemeClr val="lt2"/>
              </a:solidFill>
              <a:prstDash val="solid"/>
              <a:round/>
              <a:headEnd len="med" w="med" type="none"/>
              <a:tailEnd len="med" w="med" type="oval"/>
            </a:ln>
          </p:spPr>
        </p:cxnSp>
      </p:gr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739" name="Shape 739"/>
        <p:cNvGrpSpPr/>
        <p:nvPr/>
      </p:nvGrpSpPr>
      <p:grpSpPr>
        <a:xfrm>
          <a:off x="0" y="0"/>
          <a:ext cx="0" cy="0"/>
          <a:chOff x="0" y="0"/>
          <a:chExt cx="0" cy="0"/>
        </a:xfrm>
      </p:grpSpPr>
      <p:sp>
        <p:nvSpPr>
          <p:cNvPr id="740" name="Google Shape;740;p6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41" name="Google Shape;741;p62"/>
          <p:cNvSpPr txBox="1"/>
          <p:nvPr>
            <p:ph idx="1" type="body"/>
          </p:nvPr>
        </p:nvSpPr>
        <p:spPr>
          <a:xfrm>
            <a:off x="720000" y="1215751"/>
            <a:ext cx="7704000" cy="338400"/>
          </a:xfrm>
          <a:prstGeom prst="rect">
            <a:avLst/>
          </a:prstGeom>
        </p:spPr>
        <p:txBody>
          <a:bodyPr anchorCtr="0" anchor="t" bIns="91425" lIns="91425" spcFirstLastPara="1" rIns="91425" wrap="square" tIns="91425">
            <a:noAutofit/>
          </a:bodyPr>
          <a:lstStyle>
            <a:lvl1pPr indent="-317500" lvl="0" marL="457200">
              <a:lnSpc>
                <a:spcPct val="115000"/>
              </a:lnSpc>
              <a:spcBef>
                <a:spcPts val="0"/>
              </a:spcBef>
              <a:spcAft>
                <a:spcPts val="0"/>
              </a:spcAft>
              <a:buSzPts val="1400"/>
              <a:buAutoNum type="arabicPeriod"/>
              <a:defRPr/>
            </a:lvl1pPr>
            <a:lvl2pPr indent="-317500" lvl="1" marL="914400">
              <a:lnSpc>
                <a:spcPct val="115000"/>
              </a:lnSpc>
              <a:spcBef>
                <a:spcPts val="0"/>
              </a:spcBef>
              <a:spcAft>
                <a:spcPts val="0"/>
              </a:spcAft>
              <a:buSzPts val="1400"/>
              <a:buFont typeface="Lato Light"/>
              <a:buAutoNum type="alphaLcPeriod"/>
              <a:defRPr/>
            </a:lvl2pPr>
            <a:lvl3pPr indent="-317500" lvl="2" marL="1371600">
              <a:lnSpc>
                <a:spcPct val="115000"/>
              </a:lnSpc>
              <a:spcBef>
                <a:spcPts val="0"/>
              </a:spcBef>
              <a:spcAft>
                <a:spcPts val="0"/>
              </a:spcAft>
              <a:buSzPts val="1400"/>
              <a:buFont typeface="Lato Light"/>
              <a:buAutoNum type="romanLcPeriod"/>
              <a:defRPr/>
            </a:lvl3pPr>
            <a:lvl4pPr indent="-317500" lvl="3" marL="1828800">
              <a:lnSpc>
                <a:spcPct val="115000"/>
              </a:lnSpc>
              <a:spcBef>
                <a:spcPts val="0"/>
              </a:spcBef>
              <a:spcAft>
                <a:spcPts val="0"/>
              </a:spcAft>
              <a:buSzPts val="1400"/>
              <a:buFont typeface="Lato Light"/>
              <a:buAutoNum type="arabicPeriod"/>
              <a:defRPr/>
            </a:lvl4pPr>
            <a:lvl5pPr indent="-317500" lvl="4" marL="2286000">
              <a:lnSpc>
                <a:spcPct val="115000"/>
              </a:lnSpc>
              <a:spcBef>
                <a:spcPts val="0"/>
              </a:spcBef>
              <a:spcAft>
                <a:spcPts val="0"/>
              </a:spcAft>
              <a:buSzPts val="1400"/>
              <a:buFont typeface="Lato Light"/>
              <a:buAutoNum type="alphaLcPeriod"/>
              <a:defRPr/>
            </a:lvl5pPr>
            <a:lvl6pPr indent="-317500" lvl="5" marL="2743200">
              <a:lnSpc>
                <a:spcPct val="115000"/>
              </a:lnSpc>
              <a:spcBef>
                <a:spcPts val="0"/>
              </a:spcBef>
              <a:spcAft>
                <a:spcPts val="0"/>
              </a:spcAft>
              <a:buSzPts val="1400"/>
              <a:buFont typeface="Lato Light"/>
              <a:buAutoNum type="romanLcPeriod"/>
              <a:defRPr/>
            </a:lvl6pPr>
            <a:lvl7pPr indent="-317500" lvl="6" marL="3200400">
              <a:lnSpc>
                <a:spcPct val="115000"/>
              </a:lnSpc>
              <a:spcBef>
                <a:spcPts val="0"/>
              </a:spcBef>
              <a:spcAft>
                <a:spcPts val="0"/>
              </a:spcAft>
              <a:buSzPts val="1400"/>
              <a:buFont typeface="Lato Light"/>
              <a:buAutoNum type="arabicPeriod"/>
              <a:defRPr/>
            </a:lvl7pPr>
            <a:lvl8pPr indent="-317500" lvl="7" marL="3657600">
              <a:lnSpc>
                <a:spcPct val="115000"/>
              </a:lnSpc>
              <a:spcBef>
                <a:spcPts val="0"/>
              </a:spcBef>
              <a:spcAft>
                <a:spcPts val="0"/>
              </a:spcAft>
              <a:buSzPts val="1400"/>
              <a:buFont typeface="Lato Light"/>
              <a:buAutoNum type="alphaLcPeriod"/>
              <a:defRPr/>
            </a:lvl8pPr>
            <a:lvl9pPr indent="-317500" lvl="8" marL="4114800">
              <a:lnSpc>
                <a:spcPct val="115000"/>
              </a:lnSpc>
              <a:spcBef>
                <a:spcPts val="0"/>
              </a:spcBef>
              <a:spcAft>
                <a:spcPts val="0"/>
              </a:spcAft>
              <a:buSzPts val="1400"/>
              <a:buFont typeface="Lato Light"/>
              <a:buAutoNum type="romanLcPeriod"/>
              <a:defRPr/>
            </a:lvl9pPr>
          </a:lstStyle>
          <a:p/>
        </p:txBody>
      </p:sp>
      <p:cxnSp>
        <p:nvCxnSpPr>
          <p:cNvPr id="742" name="Google Shape;742;p62"/>
          <p:cNvCxnSpPr/>
          <p:nvPr/>
        </p:nvCxnSpPr>
        <p:spPr>
          <a:xfrm flipH="1" rot="-5400000">
            <a:off x="-1741502" y="1903025"/>
            <a:ext cx="4581000" cy="342000"/>
          </a:xfrm>
          <a:prstGeom prst="bentConnector2">
            <a:avLst/>
          </a:prstGeom>
          <a:noFill/>
          <a:ln cap="flat" cmpd="sng" w="19050">
            <a:solidFill>
              <a:schemeClr val="lt2"/>
            </a:solidFill>
            <a:prstDash val="solid"/>
            <a:round/>
            <a:headEnd len="med" w="med" type="none"/>
            <a:tailEnd len="med" w="med" type="oval"/>
          </a:ln>
        </p:spPr>
      </p:cxnSp>
      <p:grpSp>
        <p:nvGrpSpPr>
          <p:cNvPr id="743" name="Google Shape;743;p62"/>
          <p:cNvGrpSpPr/>
          <p:nvPr/>
        </p:nvGrpSpPr>
        <p:grpSpPr>
          <a:xfrm>
            <a:off x="378000" y="4579925"/>
            <a:ext cx="7970450" cy="273800"/>
            <a:chOff x="378000" y="4579925"/>
            <a:chExt cx="7970450" cy="273800"/>
          </a:xfrm>
        </p:grpSpPr>
        <p:sp>
          <p:nvSpPr>
            <p:cNvPr id="744" name="Google Shape;744;p62"/>
            <p:cNvSpPr/>
            <p:nvPr/>
          </p:nvSpPr>
          <p:spPr>
            <a:xfrm>
              <a:off x="378000" y="4579925"/>
              <a:ext cx="183600" cy="1836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45" name="Google Shape;745;p62"/>
            <p:cNvSpPr/>
            <p:nvPr/>
          </p:nvSpPr>
          <p:spPr>
            <a:xfrm>
              <a:off x="8164850" y="4670125"/>
              <a:ext cx="183600" cy="1836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746" name="Google Shape;746;p62"/>
            <p:cNvSpPr/>
            <p:nvPr/>
          </p:nvSpPr>
          <p:spPr>
            <a:xfrm>
              <a:off x="6756550" y="4670125"/>
              <a:ext cx="183600" cy="183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47" name="Shape 747"/>
        <p:cNvGrpSpPr/>
        <p:nvPr/>
      </p:nvGrpSpPr>
      <p:grpSpPr>
        <a:xfrm>
          <a:off x="0" y="0"/>
          <a:ext cx="0" cy="0"/>
          <a:chOff x="0" y="0"/>
          <a:chExt cx="0" cy="0"/>
        </a:xfrm>
      </p:grpSpPr>
      <p:sp>
        <p:nvSpPr>
          <p:cNvPr id="748" name="Google Shape;748;p6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49" name="Google Shape;749;p63"/>
          <p:cNvSpPr txBox="1"/>
          <p:nvPr>
            <p:ph idx="1" type="subTitle"/>
          </p:nvPr>
        </p:nvSpPr>
        <p:spPr>
          <a:xfrm>
            <a:off x="5040058" y="3057025"/>
            <a:ext cx="2560500" cy="12111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SzPts val="2800"/>
              <a:buNone/>
              <a:defRPr sz="1400"/>
            </a:lvl1pPr>
            <a:lvl2pPr lvl="1" algn="ctr">
              <a:lnSpc>
                <a:spcPct val="115000"/>
              </a:lnSpc>
              <a:spcBef>
                <a:spcPts val="0"/>
              </a:spcBef>
              <a:spcAft>
                <a:spcPts val="0"/>
              </a:spcAft>
              <a:buSzPts val="2800"/>
              <a:buNone/>
              <a:defRPr sz="2800"/>
            </a:lvl2pPr>
            <a:lvl3pPr lvl="2" algn="ctr">
              <a:lnSpc>
                <a:spcPct val="115000"/>
              </a:lnSpc>
              <a:spcBef>
                <a:spcPts val="0"/>
              </a:spcBef>
              <a:spcAft>
                <a:spcPts val="0"/>
              </a:spcAft>
              <a:buSzPts val="2800"/>
              <a:buNone/>
              <a:defRPr sz="2800"/>
            </a:lvl3pPr>
            <a:lvl4pPr lvl="3" algn="ctr">
              <a:lnSpc>
                <a:spcPct val="115000"/>
              </a:lnSpc>
              <a:spcBef>
                <a:spcPts val="0"/>
              </a:spcBef>
              <a:spcAft>
                <a:spcPts val="0"/>
              </a:spcAft>
              <a:buSzPts val="2800"/>
              <a:buNone/>
              <a:defRPr sz="2800"/>
            </a:lvl4pPr>
            <a:lvl5pPr lvl="4" algn="ctr">
              <a:lnSpc>
                <a:spcPct val="115000"/>
              </a:lnSpc>
              <a:spcBef>
                <a:spcPts val="0"/>
              </a:spcBef>
              <a:spcAft>
                <a:spcPts val="0"/>
              </a:spcAft>
              <a:buSzPts val="2800"/>
              <a:buNone/>
              <a:defRPr sz="2800"/>
            </a:lvl5pPr>
            <a:lvl6pPr lvl="5" algn="ctr">
              <a:lnSpc>
                <a:spcPct val="115000"/>
              </a:lnSpc>
              <a:spcBef>
                <a:spcPts val="0"/>
              </a:spcBef>
              <a:spcAft>
                <a:spcPts val="0"/>
              </a:spcAft>
              <a:buSzPts val="2800"/>
              <a:buNone/>
              <a:defRPr sz="2800"/>
            </a:lvl6pPr>
            <a:lvl7pPr lvl="6" algn="ctr">
              <a:lnSpc>
                <a:spcPct val="115000"/>
              </a:lnSpc>
              <a:spcBef>
                <a:spcPts val="0"/>
              </a:spcBef>
              <a:spcAft>
                <a:spcPts val="0"/>
              </a:spcAft>
              <a:buSzPts val="2800"/>
              <a:buNone/>
              <a:defRPr sz="2800"/>
            </a:lvl7pPr>
            <a:lvl8pPr lvl="7" algn="ctr">
              <a:lnSpc>
                <a:spcPct val="115000"/>
              </a:lnSpc>
              <a:spcBef>
                <a:spcPts val="0"/>
              </a:spcBef>
              <a:spcAft>
                <a:spcPts val="0"/>
              </a:spcAft>
              <a:buSzPts val="2800"/>
              <a:buNone/>
              <a:defRPr sz="2800"/>
            </a:lvl8pPr>
            <a:lvl9pPr lvl="8" algn="ctr">
              <a:lnSpc>
                <a:spcPct val="115000"/>
              </a:lnSpc>
              <a:spcBef>
                <a:spcPts val="0"/>
              </a:spcBef>
              <a:spcAft>
                <a:spcPts val="0"/>
              </a:spcAft>
              <a:buSzPts val="2800"/>
              <a:buNone/>
              <a:defRPr sz="2800"/>
            </a:lvl9pPr>
          </a:lstStyle>
          <a:p/>
        </p:txBody>
      </p:sp>
      <p:sp>
        <p:nvSpPr>
          <p:cNvPr id="750" name="Google Shape;750;p63"/>
          <p:cNvSpPr txBox="1"/>
          <p:nvPr>
            <p:ph idx="2" type="subTitle"/>
          </p:nvPr>
        </p:nvSpPr>
        <p:spPr>
          <a:xfrm>
            <a:off x="1543450" y="3057025"/>
            <a:ext cx="2560500" cy="12111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SzPts val="2800"/>
              <a:buNone/>
              <a:defRPr sz="1400"/>
            </a:lvl1pPr>
            <a:lvl2pPr lvl="1" algn="ctr">
              <a:lnSpc>
                <a:spcPct val="115000"/>
              </a:lnSpc>
              <a:spcBef>
                <a:spcPts val="0"/>
              </a:spcBef>
              <a:spcAft>
                <a:spcPts val="0"/>
              </a:spcAft>
              <a:buSzPts val="2800"/>
              <a:buNone/>
              <a:defRPr sz="2800"/>
            </a:lvl2pPr>
            <a:lvl3pPr lvl="2" algn="ctr">
              <a:lnSpc>
                <a:spcPct val="115000"/>
              </a:lnSpc>
              <a:spcBef>
                <a:spcPts val="0"/>
              </a:spcBef>
              <a:spcAft>
                <a:spcPts val="0"/>
              </a:spcAft>
              <a:buSzPts val="2800"/>
              <a:buNone/>
              <a:defRPr sz="2800"/>
            </a:lvl3pPr>
            <a:lvl4pPr lvl="3" algn="ctr">
              <a:lnSpc>
                <a:spcPct val="115000"/>
              </a:lnSpc>
              <a:spcBef>
                <a:spcPts val="0"/>
              </a:spcBef>
              <a:spcAft>
                <a:spcPts val="0"/>
              </a:spcAft>
              <a:buSzPts val="2800"/>
              <a:buNone/>
              <a:defRPr sz="2800"/>
            </a:lvl4pPr>
            <a:lvl5pPr lvl="4" algn="ctr">
              <a:lnSpc>
                <a:spcPct val="115000"/>
              </a:lnSpc>
              <a:spcBef>
                <a:spcPts val="0"/>
              </a:spcBef>
              <a:spcAft>
                <a:spcPts val="0"/>
              </a:spcAft>
              <a:buSzPts val="2800"/>
              <a:buNone/>
              <a:defRPr sz="2800"/>
            </a:lvl5pPr>
            <a:lvl6pPr lvl="5" algn="ctr">
              <a:lnSpc>
                <a:spcPct val="115000"/>
              </a:lnSpc>
              <a:spcBef>
                <a:spcPts val="0"/>
              </a:spcBef>
              <a:spcAft>
                <a:spcPts val="0"/>
              </a:spcAft>
              <a:buSzPts val="2800"/>
              <a:buNone/>
              <a:defRPr sz="2800"/>
            </a:lvl6pPr>
            <a:lvl7pPr lvl="6" algn="ctr">
              <a:lnSpc>
                <a:spcPct val="115000"/>
              </a:lnSpc>
              <a:spcBef>
                <a:spcPts val="0"/>
              </a:spcBef>
              <a:spcAft>
                <a:spcPts val="0"/>
              </a:spcAft>
              <a:buSzPts val="2800"/>
              <a:buNone/>
              <a:defRPr sz="2800"/>
            </a:lvl7pPr>
            <a:lvl8pPr lvl="7" algn="ctr">
              <a:lnSpc>
                <a:spcPct val="115000"/>
              </a:lnSpc>
              <a:spcBef>
                <a:spcPts val="0"/>
              </a:spcBef>
              <a:spcAft>
                <a:spcPts val="0"/>
              </a:spcAft>
              <a:buSzPts val="2800"/>
              <a:buNone/>
              <a:defRPr sz="2800"/>
            </a:lvl8pPr>
            <a:lvl9pPr lvl="8" algn="ctr">
              <a:lnSpc>
                <a:spcPct val="115000"/>
              </a:lnSpc>
              <a:spcBef>
                <a:spcPts val="0"/>
              </a:spcBef>
              <a:spcAft>
                <a:spcPts val="0"/>
              </a:spcAft>
              <a:buSzPts val="2800"/>
              <a:buNone/>
              <a:defRPr sz="2800"/>
            </a:lvl9pPr>
          </a:lstStyle>
          <a:p/>
        </p:txBody>
      </p:sp>
      <p:sp>
        <p:nvSpPr>
          <p:cNvPr id="751" name="Google Shape;751;p63"/>
          <p:cNvSpPr txBox="1"/>
          <p:nvPr>
            <p:ph idx="3" type="subTitle"/>
          </p:nvPr>
        </p:nvSpPr>
        <p:spPr>
          <a:xfrm>
            <a:off x="5040058" y="2662226"/>
            <a:ext cx="2560500" cy="4149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SzPts val="2400"/>
              <a:buFont typeface="Sora"/>
              <a:buNone/>
              <a:defRPr b="1" sz="2000">
                <a:latin typeface="Sora"/>
                <a:ea typeface="Sora"/>
                <a:cs typeface="Sora"/>
                <a:sym typeface="Sora"/>
              </a:defRPr>
            </a:lvl1pPr>
            <a:lvl2pPr lvl="1" algn="ctr">
              <a:lnSpc>
                <a:spcPct val="115000"/>
              </a:lnSpc>
              <a:spcBef>
                <a:spcPts val="0"/>
              </a:spcBef>
              <a:spcAft>
                <a:spcPts val="0"/>
              </a:spcAft>
              <a:buSzPts val="2400"/>
              <a:buFont typeface="Sora"/>
              <a:buNone/>
              <a:defRPr b="1" sz="2400">
                <a:latin typeface="Sora"/>
                <a:ea typeface="Sora"/>
                <a:cs typeface="Sora"/>
                <a:sym typeface="Sora"/>
              </a:defRPr>
            </a:lvl2pPr>
            <a:lvl3pPr lvl="2" algn="ctr">
              <a:lnSpc>
                <a:spcPct val="115000"/>
              </a:lnSpc>
              <a:spcBef>
                <a:spcPts val="0"/>
              </a:spcBef>
              <a:spcAft>
                <a:spcPts val="0"/>
              </a:spcAft>
              <a:buSzPts val="2400"/>
              <a:buFont typeface="Sora"/>
              <a:buNone/>
              <a:defRPr b="1" sz="2400">
                <a:latin typeface="Sora"/>
                <a:ea typeface="Sora"/>
                <a:cs typeface="Sora"/>
                <a:sym typeface="Sora"/>
              </a:defRPr>
            </a:lvl3pPr>
            <a:lvl4pPr lvl="3" algn="ctr">
              <a:lnSpc>
                <a:spcPct val="115000"/>
              </a:lnSpc>
              <a:spcBef>
                <a:spcPts val="0"/>
              </a:spcBef>
              <a:spcAft>
                <a:spcPts val="0"/>
              </a:spcAft>
              <a:buSzPts val="2400"/>
              <a:buFont typeface="Sora"/>
              <a:buNone/>
              <a:defRPr b="1" sz="2400">
                <a:latin typeface="Sora"/>
                <a:ea typeface="Sora"/>
                <a:cs typeface="Sora"/>
                <a:sym typeface="Sora"/>
              </a:defRPr>
            </a:lvl4pPr>
            <a:lvl5pPr lvl="4" algn="ctr">
              <a:lnSpc>
                <a:spcPct val="115000"/>
              </a:lnSpc>
              <a:spcBef>
                <a:spcPts val="0"/>
              </a:spcBef>
              <a:spcAft>
                <a:spcPts val="0"/>
              </a:spcAft>
              <a:buSzPts val="2400"/>
              <a:buFont typeface="Sora"/>
              <a:buNone/>
              <a:defRPr b="1" sz="2400">
                <a:latin typeface="Sora"/>
                <a:ea typeface="Sora"/>
                <a:cs typeface="Sora"/>
                <a:sym typeface="Sora"/>
              </a:defRPr>
            </a:lvl5pPr>
            <a:lvl6pPr lvl="5" algn="ctr">
              <a:lnSpc>
                <a:spcPct val="115000"/>
              </a:lnSpc>
              <a:spcBef>
                <a:spcPts val="0"/>
              </a:spcBef>
              <a:spcAft>
                <a:spcPts val="0"/>
              </a:spcAft>
              <a:buSzPts val="2400"/>
              <a:buFont typeface="Sora"/>
              <a:buNone/>
              <a:defRPr b="1" sz="2400">
                <a:latin typeface="Sora"/>
                <a:ea typeface="Sora"/>
                <a:cs typeface="Sora"/>
                <a:sym typeface="Sora"/>
              </a:defRPr>
            </a:lvl6pPr>
            <a:lvl7pPr lvl="6" algn="ctr">
              <a:lnSpc>
                <a:spcPct val="115000"/>
              </a:lnSpc>
              <a:spcBef>
                <a:spcPts val="0"/>
              </a:spcBef>
              <a:spcAft>
                <a:spcPts val="0"/>
              </a:spcAft>
              <a:buSzPts val="2400"/>
              <a:buFont typeface="Sora"/>
              <a:buNone/>
              <a:defRPr b="1" sz="2400">
                <a:latin typeface="Sora"/>
                <a:ea typeface="Sora"/>
                <a:cs typeface="Sora"/>
                <a:sym typeface="Sora"/>
              </a:defRPr>
            </a:lvl7pPr>
            <a:lvl8pPr lvl="7" algn="ctr">
              <a:lnSpc>
                <a:spcPct val="115000"/>
              </a:lnSpc>
              <a:spcBef>
                <a:spcPts val="0"/>
              </a:spcBef>
              <a:spcAft>
                <a:spcPts val="0"/>
              </a:spcAft>
              <a:buSzPts val="2400"/>
              <a:buFont typeface="Sora"/>
              <a:buNone/>
              <a:defRPr b="1" sz="2400">
                <a:latin typeface="Sora"/>
                <a:ea typeface="Sora"/>
                <a:cs typeface="Sora"/>
                <a:sym typeface="Sora"/>
              </a:defRPr>
            </a:lvl8pPr>
            <a:lvl9pPr lvl="8" algn="ctr">
              <a:lnSpc>
                <a:spcPct val="115000"/>
              </a:lnSpc>
              <a:spcBef>
                <a:spcPts val="0"/>
              </a:spcBef>
              <a:spcAft>
                <a:spcPts val="0"/>
              </a:spcAft>
              <a:buSzPts val="2400"/>
              <a:buFont typeface="Sora"/>
              <a:buNone/>
              <a:defRPr b="1" sz="2400">
                <a:latin typeface="Sora"/>
                <a:ea typeface="Sora"/>
                <a:cs typeface="Sora"/>
                <a:sym typeface="Sora"/>
              </a:defRPr>
            </a:lvl9pPr>
          </a:lstStyle>
          <a:p/>
        </p:txBody>
      </p:sp>
      <p:sp>
        <p:nvSpPr>
          <p:cNvPr id="752" name="Google Shape;752;p63"/>
          <p:cNvSpPr txBox="1"/>
          <p:nvPr>
            <p:ph idx="4" type="subTitle"/>
          </p:nvPr>
        </p:nvSpPr>
        <p:spPr>
          <a:xfrm>
            <a:off x="1543450" y="2662226"/>
            <a:ext cx="2560500" cy="4149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SzPts val="2400"/>
              <a:buFont typeface="Sora"/>
              <a:buNone/>
              <a:defRPr b="1" sz="2000">
                <a:latin typeface="Sora"/>
                <a:ea typeface="Sora"/>
                <a:cs typeface="Sora"/>
                <a:sym typeface="Sora"/>
              </a:defRPr>
            </a:lvl1pPr>
            <a:lvl2pPr lvl="1" algn="ctr">
              <a:lnSpc>
                <a:spcPct val="115000"/>
              </a:lnSpc>
              <a:spcBef>
                <a:spcPts val="0"/>
              </a:spcBef>
              <a:spcAft>
                <a:spcPts val="0"/>
              </a:spcAft>
              <a:buSzPts val="2400"/>
              <a:buFont typeface="Sora"/>
              <a:buNone/>
              <a:defRPr b="1" sz="2400">
                <a:latin typeface="Sora"/>
                <a:ea typeface="Sora"/>
                <a:cs typeface="Sora"/>
                <a:sym typeface="Sora"/>
              </a:defRPr>
            </a:lvl2pPr>
            <a:lvl3pPr lvl="2" algn="ctr">
              <a:lnSpc>
                <a:spcPct val="115000"/>
              </a:lnSpc>
              <a:spcBef>
                <a:spcPts val="0"/>
              </a:spcBef>
              <a:spcAft>
                <a:spcPts val="0"/>
              </a:spcAft>
              <a:buSzPts val="2400"/>
              <a:buFont typeface="Sora"/>
              <a:buNone/>
              <a:defRPr b="1" sz="2400">
                <a:latin typeface="Sora"/>
                <a:ea typeface="Sora"/>
                <a:cs typeface="Sora"/>
                <a:sym typeface="Sora"/>
              </a:defRPr>
            </a:lvl3pPr>
            <a:lvl4pPr lvl="3" algn="ctr">
              <a:lnSpc>
                <a:spcPct val="115000"/>
              </a:lnSpc>
              <a:spcBef>
                <a:spcPts val="0"/>
              </a:spcBef>
              <a:spcAft>
                <a:spcPts val="0"/>
              </a:spcAft>
              <a:buSzPts val="2400"/>
              <a:buFont typeface="Sora"/>
              <a:buNone/>
              <a:defRPr b="1" sz="2400">
                <a:latin typeface="Sora"/>
                <a:ea typeface="Sora"/>
                <a:cs typeface="Sora"/>
                <a:sym typeface="Sora"/>
              </a:defRPr>
            </a:lvl4pPr>
            <a:lvl5pPr lvl="4" algn="ctr">
              <a:lnSpc>
                <a:spcPct val="115000"/>
              </a:lnSpc>
              <a:spcBef>
                <a:spcPts val="0"/>
              </a:spcBef>
              <a:spcAft>
                <a:spcPts val="0"/>
              </a:spcAft>
              <a:buSzPts val="2400"/>
              <a:buFont typeface="Sora"/>
              <a:buNone/>
              <a:defRPr b="1" sz="2400">
                <a:latin typeface="Sora"/>
                <a:ea typeface="Sora"/>
                <a:cs typeface="Sora"/>
                <a:sym typeface="Sora"/>
              </a:defRPr>
            </a:lvl5pPr>
            <a:lvl6pPr lvl="5" algn="ctr">
              <a:lnSpc>
                <a:spcPct val="115000"/>
              </a:lnSpc>
              <a:spcBef>
                <a:spcPts val="0"/>
              </a:spcBef>
              <a:spcAft>
                <a:spcPts val="0"/>
              </a:spcAft>
              <a:buSzPts val="2400"/>
              <a:buFont typeface="Sora"/>
              <a:buNone/>
              <a:defRPr b="1" sz="2400">
                <a:latin typeface="Sora"/>
                <a:ea typeface="Sora"/>
                <a:cs typeface="Sora"/>
                <a:sym typeface="Sora"/>
              </a:defRPr>
            </a:lvl6pPr>
            <a:lvl7pPr lvl="6" algn="ctr">
              <a:lnSpc>
                <a:spcPct val="115000"/>
              </a:lnSpc>
              <a:spcBef>
                <a:spcPts val="0"/>
              </a:spcBef>
              <a:spcAft>
                <a:spcPts val="0"/>
              </a:spcAft>
              <a:buSzPts val="2400"/>
              <a:buFont typeface="Sora"/>
              <a:buNone/>
              <a:defRPr b="1" sz="2400">
                <a:latin typeface="Sora"/>
                <a:ea typeface="Sora"/>
                <a:cs typeface="Sora"/>
                <a:sym typeface="Sora"/>
              </a:defRPr>
            </a:lvl7pPr>
            <a:lvl8pPr lvl="7" algn="ctr">
              <a:lnSpc>
                <a:spcPct val="115000"/>
              </a:lnSpc>
              <a:spcBef>
                <a:spcPts val="0"/>
              </a:spcBef>
              <a:spcAft>
                <a:spcPts val="0"/>
              </a:spcAft>
              <a:buSzPts val="2400"/>
              <a:buFont typeface="Sora"/>
              <a:buNone/>
              <a:defRPr b="1" sz="2400">
                <a:latin typeface="Sora"/>
                <a:ea typeface="Sora"/>
                <a:cs typeface="Sora"/>
                <a:sym typeface="Sora"/>
              </a:defRPr>
            </a:lvl8pPr>
            <a:lvl9pPr lvl="8" algn="ctr">
              <a:lnSpc>
                <a:spcPct val="115000"/>
              </a:lnSpc>
              <a:spcBef>
                <a:spcPts val="0"/>
              </a:spcBef>
              <a:spcAft>
                <a:spcPts val="0"/>
              </a:spcAft>
              <a:buSzPts val="2400"/>
              <a:buFont typeface="Sora"/>
              <a:buNone/>
              <a:defRPr b="1" sz="2400">
                <a:latin typeface="Sora"/>
                <a:ea typeface="Sora"/>
                <a:cs typeface="Sora"/>
                <a:sym typeface="Sora"/>
              </a:defRPr>
            </a:lvl9pPr>
          </a:lstStyle>
          <a:p/>
        </p:txBody>
      </p:sp>
      <p:grpSp>
        <p:nvGrpSpPr>
          <p:cNvPr id="753" name="Google Shape;753;p63"/>
          <p:cNvGrpSpPr/>
          <p:nvPr/>
        </p:nvGrpSpPr>
        <p:grpSpPr>
          <a:xfrm>
            <a:off x="65750" y="123192"/>
            <a:ext cx="9078236" cy="5947020"/>
            <a:chOff x="65750" y="123192"/>
            <a:chExt cx="9078236" cy="5947020"/>
          </a:xfrm>
        </p:grpSpPr>
        <p:cxnSp>
          <p:nvCxnSpPr>
            <p:cNvPr id="754" name="Google Shape;754;p63"/>
            <p:cNvCxnSpPr/>
            <p:nvPr/>
          </p:nvCxnSpPr>
          <p:spPr>
            <a:xfrm rot="-5400000">
              <a:off x="6194650" y="2609525"/>
              <a:ext cx="4686900" cy="546300"/>
            </a:xfrm>
            <a:prstGeom prst="bentConnector3">
              <a:avLst>
                <a:gd fmla="val 50000" name="adj1"/>
              </a:avLst>
            </a:prstGeom>
            <a:noFill/>
            <a:ln cap="flat" cmpd="sng" w="19050">
              <a:solidFill>
                <a:schemeClr val="lt2"/>
              </a:solidFill>
              <a:prstDash val="solid"/>
              <a:round/>
              <a:headEnd len="med" w="med" type="none"/>
              <a:tailEnd len="med" w="med" type="oval"/>
            </a:ln>
          </p:spPr>
        </p:cxnSp>
        <p:cxnSp>
          <p:nvCxnSpPr>
            <p:cNvPr id="755" name="Google Shape;755;p63"/>
            <p:cNvCxnSpPr/>
            <p:nvPr/>
          </p:nvCxnSpPr>
          <p:spPr>
            <a:xfrm rot="-5400000">
              <a:off x="6564000" y="2981200"/>
              <a:ext cx="4140000" cy="606600"/>
            </a:xfrm>
            <a:prstGeom prst="bentConnector3">
              <a:avLst>
                <a:gd fmla="val 50000" name="adj1"/>
              </a:avLst>
            </a:prstGeom>
            <a:noFill/>
            <a:ln cap="flat" cmpd="sng" w="19050">
              <a:solidFill>
                <a:schemeClr val="lt2"/>
              </a:solidFill>
              <a:prstDash val="solid"/>
              <a:round/>
              <a:headEnd len="med" w="med" type="none"/>
              <a:tailEnd len="med" w="med" type="oval"/>
            </a:ln>
          </p:spPr>
        </p:cxnSp>
        <p:cxnSp>
          <p:nvCxnSpPr>
            <p:cNvPr id="756" name="Google Shape;756;p63"/>
            <p:cNvCxnSpPr/>
            <p:nvPr/>
          </p:nvCxnSpPr>
          <p:spPr>
            <a:xfrm rot="-5400000">
              <a:off x="-2013300" y="3409838"/>
              <a:ext cx="4697700" cy="366300"/>
            </a:xfrm>
            <a:prstGeom prst="bentConnector3">
              <a:avLst>
                <a:gd fmla="val 50000" name="adj1"/>
              </a:avLst>
            </a:prstGeom>
            <a:noFill/>
            <a:ln cap="flat" cmpd="sng" w="19050">
              <a:solidFill>
                <a:schemeClr val="lt2"/>
              </a:solidFill>
              <a:prstDash val="solid"/>
              <a:round/>
              <a:headEnd len="med" w="med" type="none"/>
              <a:tailEnd len="med" w="med" type="oval"/>
            </a:ln>
          </p:spPr>
        </p:cxnSp>
        <p:cxnSp>
          <p:nvCxnSpPr>
            <p:cNvPr id="757" name="Google Shape;757;p63"/>
            <p:cNvCxnSpPr/>
            <p:nvPr/>
          </p:nvCxnSpPr>
          <p:spPr>
            <a:xfrm rot="-5400000">
              <a:off x="-1700950" y="3696913"/>
              <a:ext cx="4140000" cy="606600"/>
            </a:xfrm>
            <a:prstGeom prst="bentConnector3">
              <a:avLst>
                <a:gd fmla="val 50000" name="adj1"/>
              </a:avLst>
            </a:prstGeom>
            <a:noFill/>
            <a:ln cap="flat" cmpd="sng" w="19050">
              <a:solidFill>
                <a:schemeClr val="lt2"/>
              </a:solidFill>
              <a:prstDash val="solid"/>
              <a:round/>
              <a:headEnd len="med" w="med" type="none"/>
              <a:tailEnd len="med" w="med" type="oval"/>
            </a:ln>
          </p:spPr>
        </p:cxnSp>
        <p:grpSp>
          <p:nvGrpSpPr>
            <p:cNvPr id="758" name="Google Shape;758;p63"/>
            <p:cNvGrpSpPr/>
            <p:nvPr/>
          </p:nvGrpSpPr>
          <p:grpSpPr>
            <a:xfrm>
              <a:off x="244996" y="123192"/>
              <a:ext cx="8898990" cy="3904742"/>
              <a:chOff x="244996" y="123192"/>
              <a:chExt cx="8898990" cy="3904742"/>
            </a:xfrm>
          </p:grpSpPr>
          <p:sp>
            <p:nvSpPr>
              <p:cNvPr id="759" name="Google Shape;759;p63"/>
              <p:cNvSpPr/>
              <p:nvPr/>
            </p:nvSpPr>
            <p:spPr>
              <a:xfrm>
                <a:off x="8307552" y="123192"/>
                <a:ext cx="246441" cy="246441"/>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63"/>
              <p:cNvSpPr/>
              <p:nvPr/>
            </p:nvSpPr>
            <p:spPr>
              <a:xfrm>
                <a:off x="8554009" y="836635"/>
                <a:ext cx="181108" cy="181108"/>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63"/>
              <p:cNvSpPr/>
              <p:nvPr/>
            </p:nvSpPr>
            <p:spPr>
              <a:xfrm>
                <a:off x="9010993" y="3894941"/>
                <a:ext cx="132993" cy="132993"/>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63"/>
              <p:cNvSpPr/>
              <p:nvPr/>
            </p:nvSpPr>
            <p:spPr>
              <a:xfrm>
                <a:off x="244996" y="1750985"/>
                <a:ext cx="181108" cy="181108"/>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63" name="Shape 763"/>
        <p:cNvGrpSpPr/>
        <p:nvPr/>
      </p:nvGrpSpPr>
      <p:grpSpPr>
        <a:xfrm>
          <a:off x="0" y="0"/>
          <a:ext cx="0" cy="0"/>
          <a:chOff x="0" y="0"/>
          <a:chExt cx="0" cy="0"/>
        </a:xfrm>
      </p:grpSpPr>
      <p:sp>
        <p:nvSpPr>
          <p:cNvPr id="764" name="Google Shape;764;p6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grpSp>
        <p:nvGrpSpPr>
          <p:cNvPr id="765" name="Google Shape;765;p64"/>
          <p:cNvGrpSpPr/>
          <p:nvPr/>
        </p:nvGrpSpPr>
        <p:grpSpPr>
          <a:xfrm>
            <a:off x="8576588" y="4496315"/>
            <a:ext cx="422946" cy="368845"/>
            <a:chOff x="8576588" y="4496315"/>
            <a:chExt cx="422946" cy="368845"/>
          </a:xfrm>
        </p:grpSpPr>
        <p:sp>
          <p:nvSpPr>
            <p:cNvPr id="766" name="Google Shape;766;p64"/>
            <p:cNvSpPr/>
            <p:nvPr/>
          </p:nvSpPr>
          <p:spPr>
            <a:xfrm rot="-5400000">
              <a:off x="8576580" y="4720848"/>
              <a:ext cx="144320" cy="144304"/>
            </a:xfrm>
            <a:custGeom>
              <a:rect b="b" l="l" r="r" t="t"/>
              <a:pathLst>
                <a:path extrusionOk="0" h="3298" w="3298">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64"/>
            <p:cNvSpPr/>
            <p:nvPr/>
          </p:nvSpPr>
          <p:spPr>
            <a:xfrm rot="-5400000">
              <a:off x="8775019" y="4496328"/>
              <a:ext cx="224528" cy="224503"/>
            </a:xfrm>
            <a:custGeom>
              <a:rect b="b" l="l" r="r" t="t"/>
              <a:pathLst>
                <a:path extrusionOk="0" h="3298" w="3298">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8" name="Google Shape;768;p64"/>
          <p:cNvGrpSpPr/>
          <p:nvPr/>
        </p:nvGrpSpPr>
        <p:grpSpPr>
          <a:xfrm>
            <a:off x="67325" y="-592117"/>
            <a:ext cx="8932200" cy="5485500"/>
            <a:chOff x="67325" y="-592117"/>
            <a:chExt cx="8932200" cy="5485500"/>
          </a:xfrm>
        </p:grpSpPr>
        <p:cxnSp>
          <p:nvCxnSpPr>
            <p:cNvPr id="769" name="Google Shape;769;p64"/>
            <p:cNvCxnSpPr/>
            <p:nvPr/>
          </p:nvCxnSpPr>
          <p:spPr>
            <a:xfrm>
              <a:off x="67325" y="-592117"/>
              <a:ext cx="8932200" cy="5485500"/>
            </a:xfrm>
            <a:prstGeom prst="bentConnector3">
              <a:avLst>
                <a:gd fmla="val 814" name="adj1"/>
              </a:avLst>
            </a:prstGeom>
            <a:noFill/>
            <a:ln cap="flat" cmpd="sng" w="19050">
              <a:solidFill>
                <a:schemeClr val="lt2"/>
              </a:solidFill>
              <a:prstDash val="solid"/>
              <a:round/>
              <a:headEnd len="med" w="med" type="none"/>
              <a:tailEnd len="med" w="med" type="oval"/>
            </a:ln>
          </p:spPr>
        </p:cxnSp>
        <p:cxnSp>
          <p:nvCxnSpPr>
            <p:cNvPr id="770" name="Google Shape;770;p64"/>
            <p:cNvCxnSpPr/>
            <p:nvPr/>
          </p:nvCxnSpPr>
          <p:spPr>
            <a:xfrm flipH="1" rot="-5400000">
              <a:off x="-2079325" y="1859333"/>
              <a:ext cx="4747800" cy="149700"/>
            </a:xfrm>
            <a:prstGeom prst="bentConnector3">
              <a:avLst>
                <a:gd fmla="val 50000" name="adj1"/>
              </a:avLst>
            </a:prstGeom>
            <a:noFill/>
            <a:ln cap="flat" cmpd="sng" w="19050">
              <a:solidFill>
                <a:schemeClr val="lt2"/>
              </a:solidFill>
              <a:prstDash val="solid"/>
              <a:round/>
              <a:headEnd len="med" w="med" type="none"/>
              <a:tailEnd len="med" w="med" type="oval"/>
            </a:ln>
          </p:spPr>
        </p:cxnSp>
      </p:gr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71" name="Shape 771"/>
        <p:cNvGrpSpPr/>
        <p:nvPr/>
      </p:nvGrpSpPr>
      <p:grpSpPr>
        <a:xfrm>
          <a:off x="0" y="0"/>
          <a:ext cx="0" cy="0"/>
          <a:chOff x="0" y="0"/>
          <a:chExt cx="0" cy="0"/>
        </a:xfrm>
      </p:grpSpPr>
      <p:sp>
        <p:nvSpPr>
          <p:cNvPr id="772" name="Google Shape;772;p65"/>
          <p:cNvSpPr txBox="1"/>
          <p:nvPr>
            <p:ph idx="1" type="subTitle"/>
          </p:nvPr>
        </p:nvSpPr>
        <p:spPr>
          <a:xfrm>
            <a:off x="2375775" y="2379467"/>
            <a:ext cx="3247500" cy="11727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chemeClr val="dk2"/>
              </a:buClr>
              <a:buSzPts val="1400"/>
              <a:buAutoNum type="arabicPeriod"/>
              <a:defRPr sz="1400"/>
            </a:lvl1pPr>
            <a:lvl2pPr lvl="1" algn="ctr">
              <a:lnSpc>
                <a:spcPct val="115000"/>
              </a:lnSpc>
              <a:spcBef>
                <a:spcPts val="0"/>
              </a:spcBef>
              <a:spcAft>
                <a:spcPts val="0"/>
              </a:spcAft>
              <a:buClr>
                <a:srgbClr val="999999"/>
              </a:buClr>
              <a:buSzPts val="800"/>
              <a:buAutoNum type="alphaLcPeriod"/>
              <a:defRPr/>
            </a:lvl2pPr>
            <a:lvl3pPr lvl="2" algn="ctr">
              <a:lnSpc>
                <a:spcPct val="115000"/>
              </a:lnSpc>
              <a:spcBef>
                <a:spcPts val="0"/>
              </a:spcBef>
              <a:spcAft>
                <a:spcPts val="0"/>
              </a:spcAft>
              <a:buClr>
                <a:srgbClr val="999999"/>
              </a:buClr>
              <a:buSzPts val="800"/>
              <a:buAutoNum type="romanLcPeriod"/>
              <a:defRPr/>
            </a:lvl3pPr>
            <a:lvl4pPr lvl="3" algn="ctr">
              <a:lnSpc>
                <a:spcPct val="115000"/>
              </a:lnSpc>
              <a:spcBef>
                <a:spcPts val="0"/>
              </a:spcBef>
              <a:spcAft>
                <a:spcPts val="0"/>
              </a:spcAft>
              <a:buClr>
                <a:srgbClr val="999999"/>
              </a:buClr>
              <a:buSzPts val="800"/>
              <a:buAutoNum type="arabicPeriod"/>
              <a:defRPr/>
            </a:lvl4pPr>
            <a:lvl5pPr lvl="4" algn="ctr">
              <a:lnSpc>
                <a:spcPct val="115000"/>
              </a:lnSpc>
              <a:spcBef>
                <a:spcPts val="0"/>
              </a:spcBef>
              <a:spcAft>
                <a:spcPts val="0"/>
              </a:spcAft>
              <a:buClr>
                <a:srgbClr val="999999"/>
              </a:buClr>
              <a:buSzPts val="1200"/>
              <a:buAutoNum type="alphaLcPeriod"/>
              <a:defRPr/>
            </a:lvl5pPr>
            <a:lvl6pPr lvl="5" algn="ctr">
              <a:lnSpc>
                <a:spcPct val="115000"/>
              </a:lnSpc>
              <a:spcBef>
                <a:spcPts val="0"/>
              </a:spcBef>
              <a:spcAft>
                <a:spcPts val="0"/>
              </a:spcAft>
              <a:buClr>
                <a:srgbClr val="999999"/>
              </a:buClr>
              <a:buSzPts val="1200"/>
              <a:buAutoNum type="romanLcPeriod"/>
              <a:defRPr/>
            </a:lvl6pPr>
            <a:lvl7pPr lvl="6" algn="ctr">
              <a:lnSpc>
                <a:spcPct val="115000"/>
              </a:lnSpc>
              <a:spcBef>
                <a:spcPts val="0"/>
              </a:spcBef>
              <a:spcAft>
                <a:spcPts val="0"/>
              </a:spcAft>
              <a:buClr>
                <a:srgbClr val="999999"/>
              </a:buClr>
              <a:buSzPts val="700"/>
              <a:buAutoNum type="arabicPeriod"/>
              <a:defRPr/>
            </a:lvl7pPr>
            <a:lvl8pPr lvl="7" algn="ctr">
              <a:lnSpc>
                <a:spcPct val="115000"/>
              </a:lnSpc>
              <a:spcBef>
                <a:spcPts val="0"/>
              </a:spcBef>
              <a:spcAft>
                <a:spcPts val="0"/>
              </a:spcAft>
              <a:buClr>
                <a:srgbClr val="999999"/>
              </a:buClr>
              <a:buSzPts val="700"/>
              <a:buAutoNum type="alphaLcPeriod"/>
              <a:defRPr/>
            </a:lvl8pPr>
            <a:lvl9pPr lvl="8" algn="ctr">
              <a:lnSpc>
                <a:spcPct val="115000"/>
              </a:lnSpc>
              <a:spcBef>
                <a:spcPts val="0"/>
              </a:spcBef>
              <a:spcAft>
                <a:spcPts val="0"/>
              </a:spcAft>
              <a:buClr>
                <a:srgbClr val="999999"/>
              </a:buClr>
              <a:buSzPts val="600"/>
              <a:buAutoNum type="romanLcPeriod"/>
              <a:defRPr/>
            </a:lvl9pPr>
          </a:lstStyle>
          <a:p/>
        </p:txBody>
      </p:sp>
      <p:sp>
        <p:nvSpPr>
          <p:cNvPr id="773" name="Google Shape;773;p6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grpSp>
        <p:nvGrpSpPr>
          <p:cNvPr id="774" name="Google Shape;774;p65"/>
          <p:cNvGrpSpPr/>
          <p:nvPr/>
        </p:nvGrpSpPr>
        <p:grpSpPr>
          <a:xfrm>
            <a:off x="144288" y="147077"/>
            <a:ext cx="454046" cy="1101386"/>
            <a:chOff x="144288" y="147077"/>
            <a:chExt cx="454046" cy="1101386"/>
          </a:xfrm>
        </p:grpSpPr>
        <p:sp>
          <p:nvSpPr>
            <p:cNvPr id="775" name="Google Shape;775;p65"/>
            <p:cNvSpPr/>
            <p:nvPr/>
          </p:nvSpPr>
          <p:spPr>
            <a:xfrm rot="-5400000">
              <a:off x="144280" y="147085"/>
              <a:ext cx="144320" cy="144304"/>
            </a:xfrm>
            <a:custGeom>
              <a:rect b="b" l="l" r="r" t="t"/>
              <a:pathLst>
                <a:path extrusionOk="0" h="3298" w="3298">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65"/>
            <p:cNvSpPr/>
            <p:nvPr/>
          </p:nvSpPr>
          <p:spPr>
            <a:xfrm rot="-5400000">
              <a:off x="193389" y="1068025"/>
              <a:ext cx="180450" cy="180425"/>
            </a:xfrm>
            <a:custGeom>
              <a:rect b="b" l="l" r="r" t="t"/>
              <a:pathLst>
                <a:path extrusionOk="0" h="3298" w="3298">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65"/>
            <p:cNvSpPr/>
            <p:nvPr/>
          </p:nvSpPr>
          <p:spPr>
            <a:xfrm rot="-5400000">
              <a:off x="211443" y="746585"/>
              <a:ext cx="144320" cy="144304"/>
            </a:xfrm>
            <a:custGeom>
              <a:rect b="b" l="l" r="r" t="t"/>
              <a:pathLst>
                <a:path extrusionOk="0" h="3298" w="3298">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65"/>
            <p:cNvSpPr/>
            <p:nvPr/>
          </p:nvSpPr>
          <p:spPr>
            <a:xfrm rot="-5400000">
              <a:off x="373819" y="291403"/>
              <a:ext cx="224528" cy="224503"/>
            </a:xfrm>
            <a:custGeom>
              <a:rect b="b" l="l" r="r" t="t"/>
              <a:pathLst>
                <a:path extrusionOk="0" h="3298" w="3298">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9" name="Google Shape;779;p65"/>
          <p:cNvGrpSpPr/>
          <p:nvPr/>
        </p:nvGrpSpPr>
        <p:grpSpPr>
          <a:xfrm>
            <a:off x="569675" y="183250"/>
            <a:ext cx="8764375" cy="5229850"/>
            <a:chOff x="569675" y="183250"/>
            <a:chExt cx="8764375" cy="5229850"/>
          </a:xfrm>
        </p:grpSpPr>
        <p:cxnSp>
          <p:nvCxnSpPr>
            <p:cNvPr id="780" name="Google Shape;780;p65"/>
            <p:cNvCxnSpPr/>
            <p:nvPr/>
          </p:nvCxnSpPr>
          <p:spPr>
            <a:xfrm rot="10800000">
              <a:off x="569675" y="183250"/>
              <a:ext cx="8572500" cy="5118300"/>
            </a:xfrm>
            <a:prstGeom prst="bentConnector3">
              <a:avLst>
                <a:gd fmla="val 5355" name="adj1"/>
              </a:avLst>
            </a:prstGeom>
            <a:noFill/>
            <a:ln cap="flat" cmpd="sng" w="19050">
              <a:solidFill>
                <a:schemeClr val="lt2"/>
              </a:solidFill>
              <a:prstDash val="solid"/>
              <a:round/>
              <a:headEnd len="med" w="med" type="none"/>
              <a:tailEnd len="med" w="med" type="oval"/>
            </a:ln>
          </p:spPr>
        </p:cxnSp>
        <p:cxnSp>
          <p:nvCxnSpPr>
            <p:cNvPr id="781" name="Google Shape;781;p65"/>
            <p:cNvCxnSpPr/>
            <p:nvPr/>
          </p:nvCxnSpPr>
          <p:spPr>
            <a:xfrm rot="10800000">
              <a:off x="761550" y="294800"/>
              <a:ext cx="8572500" cy="5118300"/>
            </a:xfrm>
            <a:prstGeom prst="bentConnector3">
              <a:avLst>
                <a:gd fmla="val 5355" name="adj1"/>
              </a:avLst>
            </a:prstGeom>
            <a:noFill/>
            <a:ln cap="flat" cmpd="sng" w="19050">
              <a:solidFill>
                <a:schemeClr val="lt2"/>
              </a:solidFill>
              <a:prstDash val="solid"/>
              <a:round/>
              <a:headEnd len="med" w="med" type="none"/>
              <a:tailEnd len="med" w="med" type="oval"/>
            </a:ln>
          </p:spPr>
        </p:cxnSp>
      </p:grpSp>
    </p:spTree>
  </p:cSld>
  <p:clrMapOvr>
    <a:masterClrMapping/>
  </p:clrMapOvr>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82" name="Shape 782"/>
        <p:cNvGrpSpPr/>
        <p:nvPr/>
      </p:nvGrpSpPr>
      <p:grpSpPr>
        <a:xfrm>
          <a:off x="0" y="0"/>
          <a:ext cx="0" cy="0"/>
          <a:chOff x="0" y="0"/>
          <a:chExt cx="0" cy="0"/>
        </a:xfrm>
      </p:grpSpPr>
      <p:sp>
        <p:nvSpPr>
          <p:cNvPr id="783" name="Google Shape;783;p66"/>
          <p:cNvSpPr txBox="1"/>
          <p:nvPr>
            <p:ph type="title"/>
          </p:nvPr>
        </p:nvSpPr>
        <p:spPr>
          <a:xfrm>
            <a:off x="838650" y="1518450"/>
            <a:ext cx="4151400" cy="2106600"/>
          </a:xfrm>
          <a:prstGeom prst="rect">
            <a:avLst/>
          </a:prstGeom>
        </p:spPr>
        <p:txBody>
          <a:bodyPr anchorCtr="0" anchor="b" bIns="91425" lIns="91425" spcFirstLastPara="1" rIns="91425" wrap="square" tIns="91425">
            <a:noAutofit/>
          </a:bodyPr>
          <a:lstStyle>
            <a:lvl1pPr lvl="0" algn="r">
              <a:lnSpc>
                <a:spcPct val="115000"/>
              </a:lnSpc>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784" name="Google Shape;784;p66"/>
          <p:cNvGrpSpPr/>
          <p:nvPr/>
        </p:nvGrpSpPr>
        <p:grpSpPr>
          <a:xfrm>
            <a:off x="-950200" y="-235500"/>
            <a:ext cx="9904500" cy="5229850"/>
            <a:chOff x="-950200" y="-235500"/>
            <a:chExt cx="9904500" cy="5229850"/>
          </a:xfrm>
        </p:grpSpPr>
        <p:cxnSp>
          <p:nvCxnSpPr>
            <p:cNvPr id="785" name="Google Shape;785;p66"/>
            <p:cNvCxnSpPr/>
            <p:nvPr/>
          </p:nvCxnSpPr>
          <p:spPr>
            <a:xfrm>
              <a:off x="-122100" y="-123950"/>
              <a:ext cx="8572500" cy="5118300"/>
            </a:xfrm>
            <a:prstGeom prst="bentConnector3">
              <a:avLst>
                <a:gd fmla="val 5355" name="adj1"/>
              </a:avLst>
            </a:prstGeom>
            <a:noFill/>
            <a:ln cap="flat" cmpd="sng" w="19050">
              <a:solidFill>
                <a:schemeClr val="lt2"/>
              </a:solidFill>
              <a:prstDash val="solid"/>
              <a:round/>
              <a:headEnd len="med" w="med" type="none"/>
              <a:tailEnd len="med" w="med" type="oval"/>
            </a:ln>
          </p:spPr>
        </p:cxnSp>
        <p:cxnSp>
          <p:nvCxnSpPr>
            <p:cNvPr id="786" name="Google Shape;786;p66"/>
            <p:cNvCxnSpPr/>
            <p:nvPr/>
          </p:nvCxnSpPr>
          <p:spPr>
            <a:xfrm>
              <a:off x="-313975" y="-235500"/>
              <a:ext cx="8572500" cy="5118300"/>
            </a:xfrm>
            <a:prstGeom prst="bentConnector3">
              <a:avLst>
                <a:gd fmla="val 5355" name="adj1"/>
              </a:avLst>
            </a:prstGeom>
            <a:noFill/>
            <a:ln cap="flat" cmpd="sng" w="19050">
              <a:solidFill>
                <a:schemeClr val="lt2"/>
              </a:solidFill>
              <a:prstDash val="solid"/>
              <a:round/>
              <a:headEnd len="med" w="med" type="none"/>
              <a:tailEnd len="med" w="med" type="oval"/>
            </a:ln>
          </p:spPr>
        </p:cxnSp>
        <p:cxnSp>
          <p:nvCxnSpPr>
            <p:cNvPr id="787" name="Google Shape;787;p66"/>
            <p:cNvCxnSpPr/>
            <p:nvPr/>
          </p:nvCxnSpPr>
          <p:spPr>
            <a:xfrm>
              <a:off x="-766600" y="2793225"/>
              <a:ext cx="9720900" cy="1699500"/>
            </a:xfrm>
            <a:prstGeom prst="bentConnector3">
              <a:avLst>
                <a:gd fmla="val 5194" name="adj1"/>
              </a:avLst>
            </a:prstGeom>
            <a:noFill/>
            <a:ln cap="flat" cmpd="sng" w="19050">
              <a:solidFill>
                <a:schemeClr val="lt2"/>
              </a:solidFill>
              <a:prstDash val="solid"/>
              <a:round/>
              <a:headEnd len="med" w="med" type="none"/>
              <a:tailEnd len="med" w="med" type="oval"/>
            </a:ln>
          </p:spPr>
        </p:cxnSp>
        <p:cxnSp>
          <p:nvCxnSpPr>
            <p:cNvPr id="788" name="Google Shape;788;p66"/>
            <p:cNvCxnSpPr/>
            <p:nvPr/>
          </p:nvCxnSpPr>
          <p:spPr>
            <a:xfrm>
              <a:off x="-950200" y="2976850"/>
              <a:ext cx="9712500" cy="1404300"/>
            </a:xfrm>
            <a:prstGeom prst="bentConnector3">
              <a:avLst>
                <a:gd fmla="val 14297" name="adj1"/>
              </a:avLst>
            </a:prstGeom>
            <a:noFill/>
            <a:ln cap="flat" cmpd="sng" w="19050">
              <a:solidFill>
                <a:schemeClr val="lt2"/>
              </a:solidFill>
              <a:prstDash val="solid"/>
              <a:round/>
              <a:headEnd len="med" w="med" type="none"/>
              <a:tailEnd len="med" w="med" type="oval"/>
            </a:ln>
          </p:spPr>
        </p:cxnSp>
      </p:grpSp>
    </p:spTree>
  </p:cSld>
  <p:clrMapOvr>
    <a:masterClrMapping/>
  </p:clrMapOvr>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89" name="Shape 789"/>
        <p:cNvGrpSpPr/>
        <p:nvPr/>
      </p:nvGrpSpPr>
      <p:grpSpPr>
        <a:xfrm>
          <a:off x="0" y="0"/>
          <a:ext cx="0" cy="0"/>
          <a:chOff x="0" y="0"/>
          <a:chExt cx="0" cy="0"/>
        </a:xfrm>
      </p:grpSpPr>
      <p:sp>
        <p:nvSpPr>
          <p:cNvPr id="790" name="Google Shape;790;p67"/>
          <p:cNvSpPr txBox="1"/>
          <p:nvPr>
            <p:ph type="title"/>
          </p:nvPr>
        </p:nvSpPr>
        <p:spPr>
          <a:xfrm>
            <a:off x="4906675" y="1132975"/>
            <a:ext cx="3524100" cy="14034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91" name="Google Shape;791;p67"/>
          <p:cNvSpPr txBox="1"/>
          <p:nvPr>
            <p:ph idx="1" type="subTitle"/>
          </p:nvPr>
        </p:nvSpPr>
        <p:spPr>
          <a:xfrm>
            <a:off x="4906675" y="2724350"/>
            <a:ext cx="3524100" cy="14034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Clr>
                <a:srgbClr val="999999"/>
              </a:buClr>
              <a:buSzPts val="800"/>
              <a:buFont typeface="Open Sans"/>
              <a:buChar char="●"/>
              <a:defRPr/>
            </a:lvl1pPr>
            <a:lvl2pPr lvl="1" algn="ctr">
              <a:lnSpc>
                <a:spcPct val="115000"/>
              </a:lnSpc>
              <a:spcBef>
                <a:spcPts val="0"/>
              </a:spcBef>
              <a:spcAft>
                <a:spcPts val="0"/>
              </a:spcAft>
              <a:buClr>
                <a:srgbClr val="999999"/>
              </a:buClr>
              <a:buSzPts val="800"/>
              <a:buFont typeface="Open Sans"/>
              <a:buChar char="○"/>
              <a:defRPr/>
            </a:lvl2pPr>
            <a:lvl3pPr lvl="2" algn="ctr">
              <a:lnSpc>
                <a:spcPct val="115000"/>
              </a:lnSpc>
              <a:spcBef>
                <a:spcPts val="0"/>
              </a:spcBef>
              <a:spcAft>
                <a:spcPts val="0"/>
              </a:spcAft>
              <a:buClr>
                <a:srgbClr val="999999"/>
              </a:buClr>
              <a:buSzPts val="800"/>
              <a:buFont typeface="Open Sans"/>
              <a:buChar char="■"/>
              <a:defRPr/>
            </a:lvl3pPr>
            <a:lvl4pPr lvl="3" algn="ctr">
              <a:lnSpc>
                <a:spcPct val="115000"/>
              </a:lnSpc>
              <a:spcBef>
                <a:spcPts val="0"/>
              </a:spcBef>
              <a:spcAft>
                <a:spcPts val="0"/>
              </a:spcAft>
              <a:buClr>
                <a:srgbClr val="999999"/>
              </a:buClr>
              <a:buSzPts val="800"/>
              <a:buFont typeface="Open Sans"/>
              <a:buChar char="●"/>
              <a:defRPr/>
            </a:lvl4pPr>
            <a:lvl5pPr lvl="4" algn="ctr">
              <a:lnSpc>
                <a:spcPct val="115000"/>
              </a:lnSpc>
              <a:spcBef>
                <a:spcPts val="0"/>
              </a:spcBef>
              <a:spcAft>
                <a:spcPts val="0"/>
              </a:spcAft>
              <a:buClr>
                <a:srgbClr val="999999"/>
              </a:buClr>
              <a:buSzPts val="1200"/>
              <a:buFont typeface="Open Sans"/>
              <a:buChar char="○"/>
              <a:defRPr/>
            </a:lvl5pPr>
            <a:lvl6pPr lvl="5" algn="ctr">
              <a:lnSpc>
                <a:spcPct val="115000"/>
              </a:lnSpc>
              <a:spcBef>
                <a:spcPts val="0"/>
              </a:spcBef>
              <a:spcAft>
                <a:spcPts val="0"/>
              </a:spcAft>
              <a:buClr>
                <a:srgbClr val="999999"/>
              </a:buClr>
              <a:buSzPts val="1200"/>
              <a:buFont typeface="Open Sans"/>
              <a:buChar char="■"/>
              <a:defRPr/>
            </a:lvl6pPr>
            <a:lvl7pPr lvl="6" algn="ctr">
              <a:lnSpc>
                <a:spcPct val="115000"/>
              </a:lnSpc>
              <a:spcBef>
                <a:spcPts val="0"/>
              </a:spcBef>
              <a:spcAft>
                <a:spcPts val="0"/>
              </a:spcAft>
              <a:buClr>
                <a:srgbClr val="999999"/>
              </a:buClr>
              <a:buSzPts val="700"/>
              <a:buFont typeface="Open Sans"/>
              <a:buChar char="●"/>
              <a:defRPr/>
            </a:lvl7pPr>
            <a:lvl8pPr lvl="7" algn="ctr">
              <a:lnSpc>
                <a:spcPct val="115000"/>
              </a:lnSpc>
              <a:spcBef>
                <a:spcPts val="0"/>
              </a:spcBef>
              <a:spcAft>
                <a:spcPts val="0"/>
              </a:spcAft>
              <a:buClr>
                <a:srgbClr val="999999"/>
              </a:buClr>
              <a:buSzPts val="700"/>
              <a:buFont typeface="Open Sans"/>
              <a:buChar char="○"/>
              <a:defRPr/>
            </a:lvl8pPr>
            <a:lvl9pPr lvl="8" algn="ctr">
              <a:lnSpc>
                <a:spcPct val="115000"/>
              </a:lnSpc>
              <a:spcBef>
                <a:spcPts val="0"/>
              </a:spcBef>
              <a:spcAft>
                <a:spcPts val="0"/>
              </a:spcAft>
              <a:buClr>
                <a:srgbClr val="999999"/>
              </a:buClr>
              <a:buSzPts val="600"/>
              <a:buFont typeface="Open Sans"/>
              <a:buChar char="■"/>
              <a:defRPr/>
            </a:lvl9pPr>
          </a:lstStyle>
          <a:p/>
        </p:txBody>
      </p:sp>
      <p:sp>
        <p:nvSpPr>
          <p:cNvPr id="792" name="Google Shape;792;p67"/>
          <p:cNvSpPr/>
          <p:nvPr>
            <p:ph idx="2" type="pic"/>
          </p:nvPr>
        </p:nvSpPr>
        <p:spPr>
          <a:xfrm>
            <a:off x="202954" y="388500"/>
            <a:ext cx="4379700" cy="4379700"/>
          </a:xfrm>
          <a:prstGeom prst="ellipse">
            <a:avLst/>
          </a:prstGeom>
          <a:noFill/>
          <a:ln>
            <a:noFill/>
          </a:ln>
        </p:spPr>
      </p:sp>
      <p:grpSp>
        <p:nvGrpSpPr>
          <p:cNvPr id="793" name="Google Shape;793;p67"/>
          <p:cNvGrpSpPr/>
          <p:nvPr/>
        </p:nvGrpSpPr>
        <p:grpSpPr>
          <a:xfrm rot="-1395165">
            <a:off x="172631" y="490168"/>
            <a:ext cx="882626" cy="403567"/>
            <a:chOff x="7884075" y="238975"/>
            <a:chExt cx="882599" cy="403555"/>
          </a:xfrm>
        </p:grpSpPr>
        <p:sp>
          <p:nvSpPr>
            <p:cNvPr id="794" name="Google Shape;794;p67"/>
            <p:cNvSpPr/>
            <p:nvPr/>
          </p:nvSpPr>
          <p:spPr>
            <a:xfrm>
              <a:off x="8255437" y="436475"/>
              <a:ext cx="206055" cy="206055"/>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67"/>
            <p:cNvSpPr/>
            <p:nvPr/>
          </p:nvSpPr>
          <p:spPr>
            <a:xfrm>
              <a:off x="7884075" y="238975"/>
              <a:ext cx="139874" cy="139874"/>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67"/>
            <p:cNvSpPr/>
            <p:nvPr/>
          </p:nvSpPr>
          <p:spPr>
            <a:xfrm>
              <a:off x="8626800" y="378850"/>
              <a:ext cx="139874" cy="139874"/>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7" name="Google Shape;797;p67"/>
          <p:cNvGrpSpPr/>
          <p:nvPr/>
        </p:nvGrpSpPr>
        <p:grpSpPr>
          <a:xfrm>
            <a:off x="2422725" y="4313625"/>
            <a:ext cx="7035600" cy="513300"/>
            <a:chOff x="2422725" y="4313625"/>
            <a:chExt cx="7035600" cy="513300"/>
          </a:xfrm>
        </p:grpSpPr>
        <p:cxnSp>
          <p:nvCxnSpPr>
            <p:cNvPr id="798" name="Google Shape;798;p67"/>
            <p:cNvCxnSpPr/>
            <p:nvPr/>
          </p:nvCxnSpPr>
          <p:spPr>
            <a:xfrm rot="10800000">
              <a:off x="3750275" y="4313625"/>
              <a:ext cx="5590200" cy="513300"/>
            </a:xfrm>
            <a:prstGeom prst="bentConnector3">
              <a:avLst>
                <a:gd fmla="val 64140" name="adj1"/>
              </a:avLst>
            </a:prstGeom>
            <a:noFill/>
            <a:ln cap="flat" cmpd="sng" w="19050">
              <a:solidFill>
                <a:schemeClr val="lt2"/>
              </a:solidFill>
              <a:prstDash val="solid"/>
              <a:round/>
              <a:headEnd len="med" w="med" type="none"/>
              <a:tailEnd len="med" w="med" type="oval"/>
            </a:ln>
          </p:spPr>
        </p:cxnSp>
        <p:cxnSp>
          <p:nvCxnSpPr>
            <p:cNvPr id="799" name="Google Shape;799;p67"/>
            <p:cNvCxnSpPr/>
            <p:nvPr/>
          </p:nvCxnSpPr>
          <p:spPr>
            <a:xfrm flipH="1">
              <a:off x="2422725" y="4652400"/>
              <a:ext cx="7035600" cy="115800"/>
            </a:xfrm>
            <a:prstGeom prst="bentConnector4">
              <a:avLst>
                <a:gd fmla="val 34437" name="adj1"/>
                <a:gd fmla="val 305635" name="adj2"/>
              </a:avLst>
            </a:prstGeom>
            <a:noFill/>
            <a:ln cap="flat" cmpd="sng" w="19050">
              <a:solidFill>
                <a:schemeClr val="lt2"/>
              </a:solidFill>
              <a:prstDash val="solid"/>
              <a:round/>
              <a:headEnd len="med" w="med" type="none"/>
              <a:tailEnd len="med" w="med" type="oval"/>
            </a:ln>
          </p:spPr>
        </p:cxnSp>
      </p:grpSp>
    </p:spTree>
  </p:cSld>
  <p:clrMapOvr>
    <a:masterClrMapping/>
  </p:clrMapOvr>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00" name="Shape 800"/>
        <p:cNvGrpSpPr/>
        <p:nvPr/>
      </p:nvGrpSpPr>
      <p:grpSpPr>
        <a:xfrm>
          <a:off x="0" y="0"/>
          <a:ext cx="0" cy="0"/>
          <a:chOff x="0" y="0"/>
          <a:chExt cx="0" cy="0"/>
        </a:xfrm>
      </p:grpSpPr>
      <p:sp>
        <p:nvSpPr>
          <p:cNvPr id="801" name="Google Shape;801;p68"/>
          <p:cNvSpPr/>
          <p:nvPr>
            <p:ph idx="2" type="pic"/>
          </p:nvPr>
        </p:nvSpPr>
        <p:spPr>
          <a:xfrm>
            <a:off x="0" y="0"/>
            <a:ext cx="9144000" cy="5143500"/>
          </a:xfrm>
          <a:prstGeom prst="rect">
            <a:avLst/>
          </a:prstGeom>
          <a:noFill/>
          <a:ln>
            <a:noFill/>
          </a:ln>
        </p:spPr>
      </p:sp>
      <p:sp>
        <p:nvSpPr>
          <p:cNvPr id="802" name="Google Shape;802;p68"/>
          <p:cNvSpPr txBox="1"/>
          <p:nvPr>
            <p:ph type="title"/>
          </p:nvPr>
        </p:nvSpPr>
        <p:spPr>
          <a:xfrm>
            <a:off x="5403175" y="3859175"/>
            <a:ext cx="3027600" cy="749400"/>
          </a:xfrm>
          <a:prstGeom prst="rect">
            <a:avLst/>
          </a:prstGeom>
          <a:solidFill>
            <a:schemeClr val="lt2"/>
          </a:solidFill>
        </p:spPr>
        <p:txBody>
          <a:bodyPr anchorCtr="0" anchor="ctr" bIns="91425" lIns="91425" spcFirstLastPara="1" rIns="91425" wrap="square" tIns="91425">
            <a:noAutofit/>
          </a:bodyPr>
          <a:lstStyle>
            <a:lvl1pPr lvl="0" algn="ctr">
              <a:spcBef>
                <a:spcPts val="0"/>
              </a:spcBef>
              <a:spcAft>
                <a:spcPts val="0"/>
              </a:spcAft>
              <a:buSzPts val="3000"/>
              <a:buNone/>
              <a:defRPr sz="2000">
                <a:solidFill>
                  <a:schemeClr val="accent5"/>
                </a:solidFill>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03" name="Shape 803"/>
        <p:cNvGrpSpPr/>
        <p:nvPr/>
      </p:nvGrpSpPr>
      <p:grpSpPr>
        <a:xfrm>
          <a:off x="0" y="0"/>
          <a:ext cx="0" cy="0"/>
          <a:chOff x="0" y="0"/>
          <a:chExt cx="0" cy="0"/>
        </a:xfrm>
      </p:grpSpPr>
      <p:sp>
        <p:nvSpPr>
          <p:cNvPr id="804" name="Google Shape;804;p69"/>
          <p:cNvSpPr txBox="1"/>
          <p:nvPr>
            <p:ph hasCustomPrompt="1" type="title"/>
          </p:nvPr>
        </p:nvSpPr>
        <p:spPr>
          <a:xfrm>
            <a:off x="1284000" y="1555613"/>
            <a:ext cx="6576000" cy="1360200"/>
          </a:xfrm>
          <a:prstGeom prst="rect">
            <a:avLst/>
          </a:prstGeom>
          <a:solidFill>
            <a:schemeClr val="lt2"/>
          </a:solidFill>
        </p:spPr>
        <p:txBody>
          <a:bodyPr anchorCtr="0" anchor="ctr" bIns="91425" lIns="91425" spcFirstLastPara="1" rIns="91425" wrap="square" tIns="91425">
            <a:noAutofit/>
          </a:bodyPr>
          <a:lstStyle>
            <a:lvl1pPr lvl="0" algn="ctr">
              <a:spcBef>
                <a:spcPts val="0"/>
              </a:spcBef>
              <a:spcAft>
                <a:spcPts val="0"/>
              </a:spcAft>
              <a:buSzPts val="9600"/>
              <a:buNone/>
              <a:defRPr sz="6000">
                <a:solidFill>
                  <a:schemeClr val="accent2"/>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805" name="Google Shape;805;p69"/>
          <p:cNvSpPr txBox="1"/>
          <p:nvPr>
            <p:ph idx="1" type="subTitle"/>
          </p:nvPr>
        </p:nvSpPr>
        <p:spPr>
          <a:xfrm>
            <a:off x="1284000" y="3090788"/>
            <a:ext cx="6576000" cy="365700"/>
          </a:xfrm>
          <a:prstGeom prst="rect">
            <a:avLst/>
          </a:prstGeom>
          <a:solidFill>
            <a:schemeClr val="lt2"/>
          </a:solidFill>
        </p:spPr>
        <p:txBody>
          <a:bodyPr anchorCtr="0" anchor="ctr" bIns="91425" lIns="91425" spcFirstLastPara="1" rIns="91425" wrap="square" tIns="91425">
            <a:noAutofit/>
          </a:bodyPr>
          <a:lstStyle>
            <a:lvl1pPr lvl="0" algn="ctr">
              <a:lnSpc>
                <a:spcPct val="100000"/>
              </a:lnSpc>
              <a:spcBef>
                <a:spcPts val="0"/>
              </a:spcBef>
              <a:spcAft>
                <a:spcPts val="0"/>
              </a:spcAft>
              <a:buSzPts val="1600"/>
              <a:buNone/>
              <a:defRPr sz="1600">
                <a:solidFill>
                  <a:schemeClr val="accent5"/>
                </a:solidFill>
              </a:defRPr>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grpSp>
        <p:nvGrpSpPr>
          <p:cNvPr id="806" name="Google Shape;806;p69"/>
          <p:cNvGrpSpPr/>
          <p:nvPr/>
        </p:nvGrpSpPr>
        <p:grpSpPr>
          <a:xfrm>
            <a:off x="-135425" y="-190387"/>
            <a:ext cx="9421725" cy="5232813"/>
            <a:chOff x="-135425" y="-190387"/>
            <a:chExt cx="9421725" cy="5232813"/>
          </a:xfrm>
        </p:grpSpPr>
        <p:cxnSp>
          <p:nvCxnSpPr>
            <p:cNvPr id="807" name="Google Shape;807;p69"/>
            <p:cNvCxnSpPr/>
            <p:nvPr/>
          </p:nvCxnSpPr>
          <p:spPr>
            <a:xfrm flipH="1" rot="-5400000">
              <a:off x="-380550" y="571163"/>
              <a:ext cx="2426100" cy="903000"/>
            </a:xfrm>
            <a:prstGeom prst="bentConnector2">
              <a:avLst/>
            </a:prstGeom>
            <a:noFill/>
            <a:ln cap="flat" cmpd="sng" w="19050">
              <a:solidFill>
                <a:schemeClr val="lt2"/>
              </a:solidFill>
              <a:prstDash val="solid"/>
              <a:round/>
              <a:headEnd len="med" w="med" type="none"/>
              <a:tailEnd len="med" w="med" type="oval"/>
            </a:ln>
          </p:spPr>
        </p:cxnSp>
        <p:cxnSp>
          <p:nvCxnSpPr>
            <p:cNvPr id="808" name="Google Shape;808;p69"/>
            <p:cNvCxnSpPr/>
            <p:nvPr/>
          </p:nvCxnSpPr>
          <p:spPr>
            <a:xfrm flipH="1" rot="-5400000">
              <a:off x="-924000" y="1419413"/>
              <a:ext cx="3439500" cy="524700"/>
            </a:xfrm>
            <a:prstGeom prst="bentConnector3">
              <a:avLst>
                <a:gd fmla="val 50000" name="adj1"/>
              </a:avLst>
            </a:prstGeom>
            <a:noFill/>
            <a:ln cap="flat" cmpd="sng" w="19050">
              <a:solidFill>
                <a:schemeClr val="lt2"/>
              </a:solidFill>
              <a:prstDash val="solid"/>
              <a:round/>
              <a:headEnd len="med" w="med" type="none"/>
              <a:tailEnd len="med" w="med" type="oval"/>
            </a:ln>
          </p:spPr>
        </p:cxnSp>
        <p:cxnSp>
          <p:nvCxnSpPr>
            <p:cNvPr id="809" name="Google Shape;809;p69"/>
            <p:cNvCxnSpPr/>
            <p:nvPr/>
          </p:nvCxnSpPr>
          <p:spPr>
            <a:xfrm rot="5400000">
              <a:off x="7914850" y="2156275"/>
              <a:ext cx="1491900" cy="1251000"/>
            </a:xfrm>
            <a:prstGeom prst="bentConnector3">
              <a:avLst>
                <a:gd fmla="val 50000" name="adj1"/>
              </a:avLst>
            </a:prstGeom>
            <a:noFill/>
            <a:ln cap="flat" cmpd="sng" w="19050">
              <a:solidFill>
                <a:schemeClr val="lt2"/>
              </a:solidFill>
              <a:prstDash val="solid"/>
              <a:round/>
              <a:headEnd len="med" w="med" type="none"/>
              <a:tailEnd len="med" w="med" type="oval"/>
            </a:ln>
          </p:spPr>
        </p:cxnSp>
        <p:cxnSp>
          <p:nvCxnSpPr>
            <p:cNvPr id="810" name="Google Shape;810;p69"/>
            <p:cNvCxnSpPr/>
            <p:nvPr/>
          </p:nvCxnSpPr>
          <p:spPr>
            <a:xfrm>
              <a:off x="-123950" y="4755625"/>
              <a:ext cx="9146400" cy="286800"/>
            </a:xfrm>
            <a:prstGeom prst="bentConnector3">
              <a:avLst>
                <a:gd fmla="val 51191" name="adj1"/>
              </a:avLst>
            </a:prstGeom>
            <a:noFill/>
            <a:ln cap="flat" cmpd="sng" w="19050">
              <a:solidFill>
                <a:schemeClr val="lt2"/>
              </a:solidFill>
              <a:prstDash val="solid"/>
              <a:round/>
              <a:headEnd len="med" w="med" type="none"/>
              <a:tailEnd len="med" w="med" type="oval"/>
            </a:ln>
          </p:spPr>
        </p:cxnSp>
        <p:cxnSp>
          <p:nvCxnSpPr>
            <p:cNvPr id="811" name="Google Shape;811;p69"/>
            <p:cNvCxnSpPr/>
            <p:nvPr/>
          </p:nvCxnSpPr>
          <p:spPr>
            <a:xfrm flipH="1" rot="10800000">
              <a:off x="-135425" y="4399725"/>
              <a:ext cx="8882400" cy="252600"/>
            </a:xfrm>
            <a:prstGeom prst="bentConnector3">
              <a:avLst>
                <a:gd fmla="val 50000" name="adj1"/>
              </a:avLst>
            </a:prstGeom>
            <a:noFill/>
            <a:ln cap="flat" cmpd="sng" w="19050">
              <a:solidFill>
                <a:schemeClr val="lt2"/>
              </a:solidFill>
              <a:prstDash val="solid"/>
              <a:round/>
              <a:headEnd len="med" w="med" type="none"/>
              <a:tailEnd len="med" w="med" type="oval"/>
            </a:ln>
          </p:spPr>
        </p:cxnSp>
      </p:grpSp>
      <p:grpSp>
        <p:nvGrpSpPr>
          <p:cNvPr id="812" name="Google Shape;812;p69"/>
          <p:cNvGrpSpPr/>
          <p:nvPr/>
        </p:nvGrpSpPr>
        <p:grpSpPr>
          <a:xfrm rot="-5400000">
            <a:off x="8438575" y="4204225"/>
            <a:ext cx="882599" cy="403555"/>
            <a:chOff x="7884075" y="238975"/>
            <a:chExt cx="882599" cy="403555"/>
          </a:xfrm>
        </p:grpSpPr>
        <p:sp>
          <p:nvSpPr>
            <p:cNvPr id="813" name="Google Shape;813;p69"/>
            <p:cNvSpPr/>
            <p:nvPr/>
          </p:nvSpPr>
          <p:spPr>
            <a:xfrm>
              <a:off x="8255437" y="436475"/>
              <a:ext cx="206055" cy="206055"/>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69"/>
            <p:cNvSpPr/>
            <p:nvPr/>
          </p:nvSpPr>
          <p:spPr>
            <a:xfrm>
              <a:off x="7884075" y="238975"/>
              <a:ext cx="139874" cy="139874"/>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69"/>
            <p:cNvSpPr/>
            <p:nvPr/>
          </p:nvSpPr>
          <p:spPr>
            <a:xfrm>
              <a:off x="8626800" y="378850"/>
              <a:ext cx="139874" cy="139874"/>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16" name="Shape 816"/>
        <p:cNvGrpSpPr/>
        <p:nvPr/>
      </p:nvGrpSpPr>
      <p:grpSpPr>
        <a:xfrm>
          <a:off x="0" y="0"/>
          <a:ext cx="0" cy="0"/>
          <a:chOff x="0" y="0"/>
          <a:chExt cx="0" cy="0"/>
        </a:xfrm>
      </p:grpSpPr>
    </p:spTree>
  </p:cSld>
  <p:clrMapOvr>
    <a:masterClrMapping/>
  </p:clrMapOvr>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817" name="Shape 817"/>
        <p:cNvGrpSpPr/>
        <p:nvPr/>
      </p:nvGrpSpPr>
      <p:grpSpPr>
        <a:xfrm>
          <a:off x="0" y="0"/>
          <a:ext cx="0" cy="0"/>
          <a:chOff x="0" y="0"/>
          <a:chExt cx="0" cy="0"/>
        </a:xfrm>
      </p:grpSpPr>
      <p:sp>
        <p:nvSpPr>
          <p:cNvPr id="818" name="Google Shape;818;p7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sp>
        <p:nvSpPr>
          <p:cNvPr id="819" name="Google Shape;819;p71"/>
          <p:cNvSpPr txBox="1"/>
          <p:nvPr>
            <p:ph idx="1" type="subTitle"/>
          </p:nvPr>
        </p:nvSpPr>
        <p:spPr>
          <a:xfrm>
            <a:off x="2917223" y="1661100"/>
            <a:ext cx="4240500" cy="3636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820" name="Google Shape;820;p71"/>
          <p:cNvSpPr txBox="1"/>
          <p:nvPr>
            <p:ph idx="2" type="subTitle"/>
          </p:nvPr>
        </p:nvSpPr>
        <p:spPr>
          <a:xfrm>
            <a:off x="2917223" y="2479450"/>
            <a:ext cx="4240500" cy="3636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821" name="Google Shape;821;p71"/>
          <p:cNvSpPr txBox="1"/>
          <p:nvPr>
            <p:ph idx="3" type="subTitle"/>
          </p:nvPr>
        </p:nvSpPr>
        <p:spPr>
          <a:xfrm>
            <a:off x="2917223" y="3297775"/>
            <a:ext cx="4240500" cy="3636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822" name="Google Shape;822;p71"/>
          <p:cNvSpPr txBox="1"/>
          <p:nvPr>
            <p:ph idx="4" type="subTitle"/>
          </p:nvPr>
        </p:nvSpPr>
        <p:spPr>
          <a:xfrm>
            <a:off x="2917223" y="4116100"/>
            <a:ext cx="4240500" cy="3636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SzPts val="1400"/>
              <a:buNone/>
              <a:defRPr sz="1400"/>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823" name="Google Shape;823;p71"/>
          <p:cNvSpPr txBox="1"/>
          <p:nvPr>
            <p:ph hasCustomPrompt="1" idx="5" type="title"/>
          </p:nvPr>
        </p:nvSpPr>
        <p:spPr>
          <a:xfrm>
            <a:off x="1986273" y="1401350"/>
            <a:ext cx="590400" cy="363600"/>
          </a:xfrm>
          <a:prstGeom prst="rect">
            <a:avLst/>
          </a:prstGeom>
          <a:solidFill>
            <a:schemeClr val="lt2"/>
          </a:solidFill>
        </p:spPr>
        <p:txBody>
          <a:bodyPr anchorCtr="0" anchor="ctr" bIns="91425" lIns="91425" spcFirstLastPara="1" rIns="91425" wrap="square" tIns="91425">
            <a:noAutofit/>
          </a:bodyPr>
          <a:lstStyle>
            <a:lvl1pPr lvl="0" algn="ctr">
              <a:spcBef>
                <a:spcPts val="0"/>
              </a:spcBef>
              <a:spcAft>
                <a:spcPts val="0"/>
              </a:spcAft>
              <a:buSzPts val="3000"/>
              <a:buNone/>
              <a:defRPr sz="2000">
                <a:solidFill>
                  <a:schemeClr val="accent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824" name="Google Shape;824;p71"/>
          <p:cNvSpPr txBox="1"/>
          <p:nvPr>
            <p:ph hasCustomPrompt="1" idx="6" type="title"/>
          </p:nvPr>
        </p:nvSpPr>
        <p:spPr>
          <a:xfrm>
            <a:off x="1986273" y="3037983"/>
            <a:ext cx="590400" cy="363600"/>
          </a:xfrm>
          <a:prstGeom prst="rect">
            <a:avLst/>
          </a:prstGeom>
          <a:solidFill>
            <a:schemeClr val="lt2"/>
          </a:solidFill>
        </p:spPr>
        <p:txBody>
          <a:bodyPr anchorCtr="0" anchor="ctr" bIns="91425" lIns="91425" spcFirstLastPara="1" rIns="91425" wrap="square" tIns="91425">
            <a:noAutofit/>
          </a:bodyPr>
          <a:lstStyle>
            <a:lvl1pPr lvl="0" algn="ctr">
              <a:spcBef>
                <a:spcPts val="0"/>
              </a:spcBef>
              <a:spcAft>
                <a:spcPts val="0"/>
              </a:spcAft>
              <a:buSzPts val="3000"/>
              <a:buNone/>
              <a:defRPr sz="2000">
                <a:solidFill>
                  <a:schemeClr val="accent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825" name="Google Shape;825;p71"/>
          <p:cNvSpPr txBox="1"/>
          <p:nvPr>
            <p:ph hasCustomPrompt="1" idx="7" type="title"/>
          </p:nvPr>
        </p:nvSpPr>
        <p:spPr>
          <a:xfrm>
            <a:off x="1986273" y="2219667"/>
            <a:ext cx="590400" cy="363600"/>
          </a:xfrm>
          <a:prstGeom prst="rect">
            <a:avLst/>
          </a:prstGeom>
          <a:solidFill>
            <a:schemeClr val="lt2"/>
          </a:solidFill>
        </p:spPr>
        <p:txBody>
          <a:bodyPr anchorCtr="0" anchor="ctr" bIns="91425" lIns="91425" spcFirstLastPara="1" rIns="91425" wrap="square" tIns="91425">
            <a:noAutofit/>
          </a:bodyPr>
          <a:lstStyle>
            <a:lvl1pPr lvl="0" algn="ctr">
              <a:spcBef>
                <a:spcPts val="0"/>
              </a:spcBef>
              <a:spcAft>
                <a:spcPts val="0"/>
              </a:spcAft>
              <a:buSzPts val="3000"/>
              <a:buNone/>
              <a:defRPr sz="2000">
                <a:solidFill>
                  <a:schemeClr val="accent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826" name="Google Shape;826;p71"/>
          <p:cNvSpPr txBox="1"/>
          <p:nvPr>
            <p:ph hasCustomPrompt="1" idx="8" type="title"/>
          </p:nvPr>
        </p:nvSpPr>
        <p:spPr>
          <a:xfrm>
            <a:off x="1986273" y="3856300"/>
            <a:ext cx="590400" cy="363600"/>
          </a:xfrm>
          <a:prstGeom prst="rect">
            <a:avLst/>
          </a:prstGeom>
          <a:solidFill>
            <a:schemeClr val="lt2"/>
          </a:solidFill>
        </p:spPr>
        <p:txBody>
          <a:bodyPr anchorCtr="0" anchor="ctr" bIns="91425" lIns="91425" spcFirstLastPara="1" rIns="91425" wrap="square" tIns="91425">
            <a:noAutofit/>
          </a:bodyPr>
          <a:lstStyle>
            <a:lvl1pPr lvl="0" algn="ctr">
              <a:spcBef>
                <a:spcPts val="0"/>
              </a:spcBef>
              <a:spcAft>
                <a:spcPts val="0"/>
              </a:spcAft>
              <a:buSzPts val="3000"/>
              <a:buNone/>
              <a:defRPr sz="2000">
                <a:solidFill>
                  <a:schemeClr val="accent2"/>
                </a:solidFill>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r>
              <a:t>xx%</a:t>
            </a:r>
          </a:p>
        </p:txBody>
      </p:sp>
      <p:sp>
        <p:nvSpPr>
          <p:cNvPr id="827" name="Google Shape;827;p71"/>
          <p:cNvSpPr txBox="1"/>
          <p:nvPr>
            <p:ph idx="9" type="subTitle"/>
          </p:nvPr>
        </p:nvSpPr>
        <p:spPr>
          <a:xfrm>
            <a:off x="2917223" y="1401350"/>
            <a:ext cx="4240500" cy="3636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SzPts val="2400"/>
              <a:buFont typeface="Sora"/>
              <a:buNone/>
              <a:defRPr b="1" sz="2000">
                <a:latin typeface="Sora"/>
                <a:ea typeface="Sora"/>
                <a:cs typeface="Sora"/>
                <a:sym typeface="Sora"/>
              </a:defRPr>
            </a:lvl1pPr>
            <a:lvl2pPr lvl="1" algn="ctr">
              <a:lnSpc>
                <a:spcPct val="115000"/>
              </a:lnSpc>
              <a:spcBef>
                <a:spcPts val="0"/>
              </a:spcBef>
              <a:spcAft>
                <a:spcPts val="0"/>
              </a:spcAft>
              <a:buSzPts val="2400"/>
              <a:buFont typeface="Sora"/>
              <a:buNone/>
              <a:defRPr b="1" sz="2400">
                <a:latin typeface="Sora"/>
                <a:ea typeface="Sora"/>
                <a:cs typeface="Sora"/>
                <a:sym typeface="Sora"/>
              </a:defRPr>
            </a:lvl2pPr>
            <a:lvl3pPr lvl="2" algn="ctr">
              <a:lnSpc>
                <a:spcPct val="115000"/>
              </a:lnSpc>
              <a:spcBef>
                <a:spcPts val="0"/>
              </a:spcBef>
              <a:spcAft>
                <a:spcPts val="0"/>
              </a:spcAft>
              <a:buSzPts val="2400"/>
              <a:buFont typeface="Sora"/>
              <a:buNone/>
              <a:defRPr b="1" sz="2400">
                <a:latin typeface="Sora"/>
                <a:ea typeface="Sora"/>
                <a:cs typeface="Sora"/>
                <a:sym typeface="Sora"/>
              </a:defRPr>
            </a:lvl3pPr>
            <a:lvl4pPr lvl="3" algn="ctr">
              <a:lnSpc>
                <a:spcPct val="115000"/>
              </a:lnSpc>
              <a:spcBef>
                <a:spcPts val="0"/>
              </a:spcBef>
              <a:spcAft>
                <a:spcPts val="0"/>
              </a:spcAft>
              <a:buSzPts val="2400"/>
              <a:buFont typeface="Sora"/>
              <a:buNone/>
              <a:defRPr b="1" sz="2400">
                <a:latin typeface="Sora"/>
                <a:ea typeface="Sora"/>
                <a:cs typeface="Sora"/>
                <a:sym typeface="Sora"/>
              </a:defRPr>
            </a:lvl4pPr>
            <a:lvl5pPr lvl="4" algn="ctr">
              <a:lnSpc>
                <a:spcPct val="115000"/>
              </a:lnSpc>
              <a:spcBef>
                <a:spcPts val="0"/>
              </a:spcBef>
              <a:spcAft>
                <a:spcPts val="0"/>
              </a:spcAft>
              <a:buSzPts val="2400"/>
              <a:buFont typeface="Sora"/>
              <a:buNone/>
              <a:defRPr b="1" sz="2400">
                <a:latin typeface="Sora"/>
                <a:ea typeface="Sora"/>
                <a:cs typeface="Sora"/>
                <a:sym typeface="Sora"/>
              </a:defRPr>
            </a:lvl5pPr>
            <a:lvl6pPr lvl="5" algn="ctr">
              <a:lnSpc>
                <a:spcPct val="115000"/>
              </a:lnSpc>
              <a:spcBef>
                <a:spcPts val="0"/>
              </a:spcBef>
              <a:spcAft>
                <a:spcPts val="0"/>
              </a:spcAft>
              <a:buSzPts val="2400"/>
              <a:buFont typeface="Sora"/>
              <a:buNone/>
              <a:defRPr b="1" sz="2400">
                <a:latin typeface="Sora"/>
                <a:ea typeface="Sora"/>
                <a:cs typeface="Sora"/>
                <a:sym typeface="Sora"/>
              </a:defRPr>
            </a:lvl6pPr>
            <a:lvl7pPr lvl="6" algn="ctr">
              <a:lnSpc>
                <a:spcPct val="115000"/>
              </a:lnSpc>
              <a:spcBef>
                <a:spcPts val="0"/>
              </a:spcBef>
              <a:spcAft>
                <a:spcPts val="0"/>
              </a:spcAft>
              <a:buSzPts val="2400"/>
              <a:buFont typeface="Sora"/>
              <a:buNone/>
              <a:defRPr b="1" sz="2400">
                <a:latin typeface="Sora"/>
                <a:ea typeface="Sora"/>
                <a:cs typeface="Sora"/>
                <a:sym typeface="Sora"/>
              </a:defRPr>
            </a:lvl7pPr>
            <a:lvl8pPr lvl="7" algn="ctr">
              <a:lnSpc>
                <a:spcPct val="115000"/>
              </a:lnSpc>
              <a:spcBef>
                <a:spcPts val="0"/>
              </a:spcBef>
              <a:spcAft>
                <a:spcPts val="0"/>
              </a:spcAft>
              <a:buSzPts val="2400"/>
              <a:buFont typeface="Sora"/>
              <a:buNone/>
              <a:defRPr b="1" sz="2400">
                <a:latin typeface="Sora"/>
                <a:ea typeface="Sora"/>
                <a:cs typeface="Sora"/>
                <a:sym typeface="Sora"/>
              </a:defRPr>
            </a:lvl8pPr>
            <a:lvl9pPr lvl="8" algn="ctr">
              <a:lnSpc>
                <a:spcPct val="115000"/>
              </a:lnSpc>
              <a:spcBef>
                <a:spcPts val="0"/>
              </a:spcBef>
              <a:spcAft>
                <a:spcPts val="0"/>
              </a:spcAft>
              <a:buSzPts val="2400"/>
              <a:buFont typeface="Sora"/>
              <a:buNone/>
              <a:defRPr b="1" sz="2400">
                <a:latin typeface="Sora"/>
                <a:ea typeface="Sora"/>
                <a:cs typeface="Sora"/>
                <a:sym typeface="Sora"/>
              </a:defRPr>
            </a:lvl9pPr>
          </a:lstStyle>
          <a:p/>
        </p:txBody>
      </p:sp>
      <p:sp>
        <p:nvSpPr>
          <p:cNvPr id="828" name="Google Shape;828;p71"/>
          <p:cNvSpPr txBox="1"/>
          <p:nvPr>
            <p:ph idx="13" type="subTitle"/>
          </p:nvPr>
        </p:nvSpPr>
        <p:spPr>
          <a:xfrm>
            <a:off x="2917227" y="2219700"/>
            <a:ext cx="4240500" cy="3636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SzPts val="2400"/>
              <a:buFont typeface="Sora"/>
              <a:buNone/>
              <a:defRPr b="1" sz="2000">
                <a:latin typeface="Sora"/>
                <a:ea typeface="Sora"/>
                <a:cs typeface="Sora"/>
                <a:sym typeface="Sora"/>
              </a:defRPr>
            </a:lvl1pPr>
            <a:lvl2pPr lvl="1" algn="ctr">
              <a:lnSpc>
                <a:spcPct val="115000"/>
              </a:lnSpc>
              <a:spcBef>
                <a:spcPts val="0"/>
              </a:spcBef>
              <a:spcAft>
                <a:spcPts val="0"/>
              </a:spcAft>
              <a:buSzPts val="2400"/>
              <a:buFont typeface="Sora"/>
              <a:buNone/>
              <a:defRPr b="1" sz="2400">
                <a:latin typeface="Sora"/>
                <a:ea typeface="Sora"/>
                <a:cs typeface="Sora"/>
                <a:sym typeface="Sora"/>
              </a:defRPr>
            </a:lvl2pPr>
            <a:lvl3pPr lvl="2" algn="ctr">
              <a:lnSpc>
                <a:spcPct val="115000"/>
              </a:lnSpc>
              <a:spcBef>
                <a:spcPts val="0"/>
              </a:spcBef>
              <a:spcAft>
                <a:spcPts val="0"/>
              </a:spcAft>
              <a:buSzPts val="2400"/>
              <a:buFont typeface="Sora"/>
              <a:buNone/>
              <a:defRPr b="1" sz="2400">
                <a:latin typeface="Sora"/>
                <a:ea typeface="Sora"/>
                <a:cs typeface="Sora"/>
                <a:sym typeface="Sora"/>
              </a:defRPr>
            </a:lvl3pPr>
            <a:lvl4pPr lvl="3" algn="ctr">
              <a:lnSpc>
                <a:spcPct val="115000"/>
              </a:lnSpc>
              <a:spcBef>
                <a:spcPts val="0"/>
              </a:spcBef>
              <a:spcAft>
                <a:spcPts val="0"/>
              </a:spcAft>
              <a:buSzPts val="2400"/>
              <a:buFont typeface="Sora"/>
              <a:buNone/>
              <a:defRPr b="1" sz="2400">
                <a:latin typeface="Sora"/>
                <a:ea typeface="Sora"/>
                <a:cs typeface="Sora"/>
                <a:sym typeface="Sora"/>
              </a:defRPr>
            </a:lvl4pPr>
            <a:lvl5pPr lvl="4" algn="ctr">
              <a:lnSpc>
                <a:spcPct val="115000"/>
              </a:lnSpc>
              <a:spcBef>
                <a:spcPts val="0"/>
              </a:spcBef>
              <a:spcAft>
                <a:spcPts val="0"/>
              </a:spcAft>
              <a:buSzPts val="2400"/>
              <a:buFont typeface="Sora"/>
              <a:buNone/>
              <a:defRPr b="1" sz="2400">
                <a:latin typeface="Sora"/>
                <a:ea typeface="Sora"/>
                <a:cs typeface="Sora"/>
                <a:sym typeface="Sora"/>
              </a:defRPr>
            </a:lvl5pPr>
            <a:lvl6pPr lvl="5" algn="ctr">
              <a:lnSpc>
                <a:spcPct val="115000"/>
              </a:lnSpc>
              <a:spcBef>
                <a:spcPts val="0"/>
              </a:spcBef>
              <a:spcAft>
                <a:spcPts val="0"/>
              </a:spcAft>
              <a:buSzPts val="2400"/>
              <a:buFont typeface="Sora"/>
              <a:buNone/>
              <a:defRPr b="1" sz="2400">
                <a:latin typeface="Sora"/>
                <a:ea typeface="Sora"/>
                <a:cs typeface="Sora"/>
                <a:sym typeface="Sora"/>
              </a:defRPr>
            </a:lvl6pPr>
            <a:lvl7pPr lvl="6" algn="ctr">
              <a:lnSpc>
                <a:spcPct val="115000"/>
              </a:lnSpc>
              <a:spcBef>
                <a:spcPts val="0"/>
              </a:spcBef>
              <a:spcAft>
                <a:spcPts val="0"/>
              </a:spcAft>
              <a:buSzPts val="2400"/>
              <a:buFont typeface="Sora"/>
              <a:buNone/>
              <a:defRPr b="1" sz="2400">
                <a:latin typeface="Sora"/>
                <a:ea typeface="Sora"/>
                <a:cs typeface="Sora"/>
                <a:sym typeface="Sora"/>
              </a:defRPr>
            </a:lvl7pPr>
            <a:lvl8pPr lvl="7" algn="ctr">
              <a:lnSpc>
                <a:spcPct val="115000"/>
              </a:lnSpc>
              <a:spcBef>
                <a:spcPts val="0"/>
              </a:spcBef>
              <a:spcAft>
                <a:spcPts val="0"/>
              </a:spcAft>
              <a:buSzPts val="2400"/>
              <a:buFont typeface="Sora"/>
              <a:buNone/>
              <a:defRPr b="1" sz="2400">
                <a:latin typeface="Sora"/>
                <a:ea typeface="Sora"/>
                <a:cs typeface="Sora"/>
                <a:sym typeface="Sora"/>
              </a:defRPr>
            </a:lvl8pPr>
            <a:lvl9pPr lvl="8" algn="ctr">
              <a:lnSpc>
                <a:spcPct val="115000"/>
              </a:lnSpc>
              <a:spcBef>
                <a:spcPts val="0"/>
              </a:spcBef>
              <a:spcAft>
                <a:spcPts val="0"/>
              </a:spcAft>
              <a:buSzPts val="2400"/>
              <a:buFont typeface="Sora"/>
              <a:buNone/>
              <a:defRPr b="1" sz="2400">
                <a:latin typeface="Sora"/>
                <a:ea typeface="Sora"/>
                <a:cs typeface="Sora"/>
                <a:sym typeface="Sora"/>
              </a:defRPr>
            </a:lvl9pPr>
          </a:lstStyle>
          <a:p/>
        </p:txBody>
      </p:sp>
      <p:sp>
        <p:nvSpPr>
          <p:cNvPr id="829" name="Google Shape;829;p71"/>
          <p:cNvSpPr txBox="1"/>
          <p:nvPr>
            <p:ph idx="14" type="subTitle"/>
          </p:nvPr>
        </p:nvSpPr>
        <p:spPr>
          <a:xfrm>
            <a:off x="2917223" y="3037976"/>
            <a:ext cx="4240500" cy="3636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SzPts val="2400"/>
              <a:buFont typeface="Sora"/>
              <a:buNone/>
              <a:defRPr b="1" sz="2000">
                <a:latin typeface="Sora"/>
                <a:ea typeface="Sora"/>
                <a:cs typeface="Sora"/>
                <a:sym typeface="Sora"/>
              </a:defRPr>
            </a:lvl1pPr>
            <a:lvl2pPr lvl="1" algn="ctr">
              <a:lnSpc>
                <a:spcPct val="115000"/>
              </a:lnSpc>
              <a:spcBef>
                <a:spcPts val="0"/>
              </a:spcBef>
              <a:spcAft>
                <a:spcPts val="0"/>
              </a:spcAft>
              <a:buSzPts val="2400"/>
              <a:buFont typeface="Sora"/>
              <a:buNone/>
              <a:defRPr b="1" sz="2400">
                <a:latin typeface="Sora"/>
                <a:ea typeface="Sora"/>
                <a:cs typeface="Sora"/>
                <a:sym typeface="Sora"/>
              </a:defRPr>
            </a:lvl2pPr>
            <a:lvl3pPr lvl="2" algn="ctr">
              <a:lnSpc>
                <a:spcPct val="115000"/>
              </a:lnSpc>
              <a:spcBef>
                <a:spcPts val="0"/>
              </a:spcBef>
              <a:spcAft>
                <a:spcPts val="0"/>
              </a:spcAft>
              <a:buSzPts val="2400"/>
              <a:buFont typeface="Sora"/>
              <a:buNone/>
              <a:defRPr b="1" sz="2400">
                <a:latin typeface="Sora"/>
                <a:ea typeface="Sora"/>
                <a:cs typeface="Sora"/>
                <a:sym typeface="Sora"/>
              </a:defRPr>
            </a:lvl3pPr>
            <a:lvl4pPr lvl="3" algn="ctr">
              <a:lnSpc>
                <a:spcPct val="115000"/>
              </a:lnSpc>
              <a:spcBef>
                <a:spcPts val="0"/>
              </a:spcBef>
              <a:spcAft>
                <a:spcPts val="0"/>
              </a:spcAft>
              <a:buSzPts val="2400"/>
              <a:buFont typeface="Sora"/>
              <a:buNone/>
              <a:defRPr b="1" sz="2400">
                <a:latin typeface="Sora"/>
                <a:ea typeface="Sora"/>
                <a:cs typeface="Sora"/>
                <a:sym typeface="Sora"/>
              </a:defRPr>
            </a:lvl4pPr>
            <a:lvl5pPr lvl="4" algn="ctr">
              <a:lnSpc>
                <a:spcPct val="115000"/>
              </a:lnSpc>
              <a:spcBef>
                <a:spcPts val="0"/>
              </a:spcBef>
              <a:spcAft>
                <a:spcPts val="0"/>
              </a:spcAft>
              <a:buSzPts val="2400"/>
              <a:buFont typeface="Sora"/>
              <a:buNone/>
              <a:defRPr b="1" sz="2400">
                <a:latin typeface="Sora"/>
                <a:ea typeface="Sora"/>
                <a:cs typeface="Sora"/>
                <a:sym typeface="Sora"/>
              </a:defRPr>
            </a:lvl5pPr>
            <a:lvl6pPr lvl="5" algn="ctr">
              <a:lnSpc>
                <a:spcPct val="115000"/>
              </a:lnSpc>
              <a:spcBef>
                <a:spcPts val="0"/>
              </a:spcBef>
              <a:spcAft>
                <a:spcPts val="0"/>
              </a:spcAft>
              <a:buSzPts val="2400"/>
              <a:buFont typeface="Sora"/>
              <a:buNone/>
              <a:defRPr b="1" sz="2400">
                <a:latin typeface="Sora"/>
                <a:ea typeface="Sora"/>
                <a:cs typeface="Sora"/>
                <a:sym typeface="Sora"/>
              </a:defRPr>
            </a:lvl6pPr>
            <a:lvl7pPr lvl="6" algn="ctr">
              <a:lnSpc>
                <a:spcPct val="115000"/>
              </a:lnSpc>
              <a:spcBef>
                <a:spcPts val="0"/>
              </a:spcBef>
              <a:spcAft>
                <a:spcPts val="0"/>
              </a:spcAft>
              <a:buSzPts val="2400"/>
              <a:buFont typeface="Sora"/>
              <a:buNone/>
              <a:defRPr b="1" sz="2400">
                <a:latin typeface="Sora"/>
                <a:ea typeface="Sora"/>
                <a:cs typeface="Sora"/>
                <a:sym typeface="Sora"/>
              </a:defRPr>
            </a:lvl7pPr>
            <a:lvl8pPr lvl="7" algn="ctr">
              <a:lnSpc>
                <a:spcPct val="115000"/>
              </a:lnSpc>
              <a:spcBef>
                <a:spcPts val="0"/>
              </a:spcBef>
              <a:spcAft>
                <a:spcPts val="0"/>
              </a:spcAft>
              <a:buSzPts val="2400"/>
              <a:buFont typeface="Sora"/>
              <a:buNone/>
              <a:defRPr b="1" sz="2400">
                <a:latin typeface="Sora"/>
                <a:ea typeface="Sora"/>
                <a:cs typeface="Sora"/>
                <a:sym typeface="Sora"/>
              </a:defRPr>
            </a:lvl8pPr>
            <a:lvl9pPr lvl="8" algn="ctr">
              <a:lnSpc>
                <a:spcPct val="115000"/>
              </a:lnSpc>
              <a:spcBef>
                <a:spcPts val="0"/>
              </a:spcBef>
              <a:spcAft>
                <a:spcPts val="0"/>
              </a:spcAft>
              <a:buSzPts val="2400"/>
              <a:buFont typeface="Sora"/>
              <a:buNone/>
              <a:defRPr b="1" sz="2400">
                <a:latin typeface="Sora"/>
                <a:ea typeface="Sora"/>
                <a:cs typeface="Sora"/>
                <a:sym typeface="Sora"/>
              </a:defRPr>
            </a:lvl9pPr>
          </a:lstStyle>
          <a:p/>
        </p:txBody>
      </p:sp>
      <p:sp>
        <p:nvSpPr>
          <p:cNvPr id="830" name="Google Shape;830;p71"/>
          <p:cNvSpPr txBox="1"/>
          <p:nvPr>
            <p:ph idx="15" type="subTitle"/>
          </p:nvPr>
        </p:nvSpPr>
        <p:spPr>
          <a:xfrm>
            <a:off x="2917227" y="3856301"/>
            <a:ext cx="4240500" cy="3636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SzPts val="2400"/>
              <a:buFont typeface="Sora"/>
              <a:buNone/>
              <a:defRPr b="1" sz="2000">
                <a:latin typeface="Sora"/>
                <a:ea typeface="Sora"/>
                <a:cs typeface="Sora"/>
                <a:sym typeface="Sora"/>
              </a:defRPr>
            </a:lvl1pPr>
            <a:lvl2pPr lvl="1" algn="ctr">
              <a:lnSpc>
                <a:spcPct val="115000"/>
              </a:lnSpc>
              <a:spcBef>
                <a:spcPts val="0"/>
              </a:spcBef>
              <a:spcAft>
                <a:spcPts val="0"/>
              </a:spcAft>
              <a:buSzPts val="2400"/>
              <a:buFont typeface="Sora"/>
              <a:buNone/>
              <a:defRPr b="1" sz="2400">
                <a:latin typeface="Sora"/>
                <a:ea typeface="Sora"/>
                <a:cs typeface="Sora"/>
                <a:sym typeface="Sora"/>
              </a:defRPr>
            </a:lvl2pPr>
            <a:lvl3pPr lvl="2" algn="ctr">
              <a:lnSpc>
                <a:spcPct val="115000"/>
              </a:lnSpc>
              <a:spcBef>
                <a:spcPts val="0"/>
              </a:spcBef>
              <a:spcAft>
                <a:spcPts val="0"/>
              </a:spcAft>
              <a:buSzPts val="2400"/>
              <a:buFont typeface="Sora"/>
              <a:buNone/>
              <a:defRPr b="1" sz="2400">
                <a:latin typeface="Sora"/>
                <a:ea typeface="Sora"/>
                <a:cs typeface="Sora"/>
                <a:sym typeface="Sora"/>
              </a:defRPr>
            </a:lvl3pPr>
            <a:lvl4pPr lvl="3" algn="ctr">
              <a:lnSpc>
                <a:spcPct val="115000"/>
              </a:lnSpc>
              <a:spcBef>
                <a:spcPts val="0"/>
              </a:spcBef>
              <a:spcAft>
                <a:spcPts val="0"/>
              </a:spcAft>
              <a:buSzPts val="2400"/>
              <a:buFont typeface="Sora"/>
              <a:buNone/>
              <a:defRPr b="1" sz="2400">
                <a:latin typeface="Sora"/>
                <a:ea typeface="Sora"/>
                <a:cs typeface="Sora"/>
                <a:sym typeface="Sora"/>
              </a:defRPr>
            </a:lvl4pPr>
            <a:lvl5pPr lvl="4" algn="ctr">
              <a:lnSpc>
                <a:spcPct val="115000"/>
              </a:lnSpc>
              <a:spcBef>
                <a:spcPts val="0"/>
              </a:spcBef>
              <a:spcAft>
                <a:spcPts val="0"/>
              </a:spcAft>
              <a:buSzPts val="2400"/>
              <a:buFont typeface="Sora"/>
              <a:buNone/>
              <a:defRPr b="1" sz="2400">
                <a:latin typeface="Sora"/>
                <a:ea typeface="Sora"/>
                <a:cs typeface="Sora"/>
                <a:sym typeface="Sora"/>
              </a:defRPr>
            </a:lvl5pPr>
            <a:lvl6pPr lvl="5" algn="ctr">
              <a:lnSpc>
                <a:spcPct val="115000"/>
              </a:lnSpc>
              <a:spcBef>
                <a:spcPts val="0"/>
              </a:spcBef>
              <a:spcAft>
                <a:spcPts val="0"/>
              </a:spcAft>
              <a:buSzPts val="2400"/>
              <a:buFont typeface="Sora"/>
              <a:buNone/>
              <a:defRPr b="1" sz="2400">
                <a:latin typeface="Sora"/>
                <a:ea typeface="Sora"/>
                <a:cs typeface="Sora"/>
                <a:sym typeface="Sora"/>
              </a:defRPr>
            </a:lvl6pPr>
            <a:lvl7pPr lvl="6" algn="ctr">
              <a:lnSpc>
                <a:spcPct val="115000"/>
              </a:lnSpc>
              <a:spcBef>
                <a:spcPts val="0"/>
              </a:spcBef>
              <a:spcAft>
                <a:spcPts val="0"/>
              </a:spcAft>
              <a:buSzPts val="2400"/>
              <a:buFont typeface="Sora"/>
              <a:buNone/>
              <a:defRPr b="1" sz="2400">
                <a:latin typeface="Sora"/>
                <a:ea typeface="Sora"/>
                <a:cs typeface="Sora"/>
                <a:sym typeface="Sora"/>
              </a:defRPr>
            </a:lvl7pPr>
            <a:lvl8pPr lvl="7" algn="ctr">
              <a:lnSpc>
                <a:spcPct val="115000"/>
              </a:lnSpc>
              <a:spcBef>
                <a:spcPts val="0"/>
              </a:spcBef>
              <a:spcAft>
                <a:spcPts val="0"/>
              </a:spcAft>
              <a:buSzPts val="2400"/>
              <a:buFont typeface="Sora"/>
              <a:buNone/>
              <a:defRPr b="1" sz="2400">
                <a:latin typeface="Sora"/>
                <a:ea typeface="Sora"/>
                <a:cs typeface="Sora"/>
                <a:sym typeface="Sora"/>
              </a:defRPr>
            </a:lvl8pPr>
            <a:lvl9pPr lvl="8" algn="ctr">
              <a:lnSpc>
                <a:spcPct val="115000"/>
              </a:lnSpc>
              <a:spcBef>
                <a:spcPts val="0"/>
              </a:spcBef>
              <a:spcAft>
                <a:spcPts val="0"/>
              </a:spcAft>
              <a:buSzPts val="2400"/>
              <a:buFont typeface="Sora"/>
              <a:buNone/>
              <a:defRPr b="1" sz="2400">
                <a:latin typeface="Sora"/>
                <a:ea typeface="Sora"/>
                <a:cs typeface="Sora"/>
                <a:sym typeface="Sora"/>
              </a:defRPr>
            </a:lvl9pPr>
          </a:lstStyle>
          <a:p/>
        </p:txBody>
      </p:sp>
      <p:grpSp>
        <p:nvGrpSpPr>
          <p:cNvPr id="831" name="Google Shape;831;p71"/>
          <p:cNvGrpSpPr/>
          <p:nvPr/>
        </p:nvGrpSpPr>
        <p:grpSpPr>
          <a:xfrm>
            <a:off x="8113600" y="227500"/>
            <a:ext cx="882599" cy="403555"/>
            <a:chOff x="7884075" y="238975"/>
            <a:chExt cx="882599" cy="403555"/>
          </a:xfrm>
        </p:grpSpPr>
        <p:sp>
          <p:nvSpPr>
            <p:cNvPr id="832" name="Google Shape;832;p71"/>
            <p:cNvSpPr/>
            <p:nvPr/>
          </p:nvSpPr>
          <p:spPr>
            <a:xfrm>
              <a:off x="8255437" y="436475"/>
              <a:ext cx="206055" cy="206055"/>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71"/>
            <p:cNvSpPr/>
            <p:nvPr/>
          </p:nvSpPr>
          <p:spPr>
            <a:xfrm>
              <a:off x="7884075" y="238975"/>
              <a:ext cx="139874" cy="139874"/>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71"/>
            <p:cNvSpPr/>
            <p:nvPr/>
          </p:nvSpPr>
          <p:spPr>
            <a:xfrm>
              <a:off x="8626800" y="378850"/>
              <a:ext cx="139874" cy="139874"/>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5" name="Google Shape;835;p71"/>
          <p:cNvGrpSpPr/>
          <p:nvPr/>
        </p:nvGrpSpPr>
        <p:grpSpPr>
          <a:xfrm>
            <a:off x="378100" y="-216500"/>
            <a:ext cx="8131200" cy="5239200"/>
            <a:chOff x="378100" y="-216500"/>
            <a:chExt cx="8131200" cy="5239200"/>
          </a:xfrm>
        </p:grpSpPr>
        <p:cxnSp>
          <p:nvCxnSpPr>
            <p:cNvPr id="836" name="Google Shape;836;p71"/>
            <p:cNvCxnSpPr/>
            <p:nvPr/>
          </p:nvCxnSpPr>
          <p:spPr>
            <a:xfrm>
              <a:off x="378100" y="-216500"/>
              <a:ext cx="7978800" cy="5086800"/>
            </a:xfrm>
            <a:prstGeom prst="bentConnector3">
              <a:avLst>
                <a:gd fmla="val -970" name="adj1"/>
              </a:avLst>
            </a:prstGeom>
            <a:noFill/>
            <a:ln cap="flat" cmpd="sng" w="19050">
              <a:solidFill>
                <a:schemeClr val="lt2"/>
              </a:solidFill>
              <a:prstDash val="solid"/>
              <a:round/>
              <a:headEnd len="med" w="med" type="none"/>
              <a:tailEnd len="med" w="med" type="oval"/>
            </a:ln>
          </p:spPr>
        </p:cxnSp>
        <p:cxnSp>
          <p:nvCxnSpPr>
            <p:cNvPr id="837" name="Google Shape;837;p71"/>
            <p:cNvCxnSpPr/>
            <p:nvPr/>
          </p:nvCxnSpPr>
          <p:spPr>
            <a:xfrm>
              <a:off x="530500" y="-64100"/>
              <a:ext cx="7978800" cy="5086800"/>
            </a:xfrm>
            <a:prstGeom prst="bentConnector3">
              <a:avLst>
                <a:gd fmla="val -970" name="adj1"/>
              </a:avLst>
            </a:prstGeom>
            <a:noFill/>
            <a:ln cap="flat" cmpd="sng" w="19050">
              <a:solidFill>
                <a:schemeClr val="lt2"/>
              </a:solidFill>
              <a:prstDash val="solid"/>
              <a:round/>
              <a:headEnd len="med" w="med" type="none"/>
              <a:tailEnd len="med" w="med" type="oval"/>
            </a:ln>
          </p:spPr>
        </p:cxnSp>
      </p:grpSp>
    </p:spTree>
  </p:cSld>
  <p:clrMapOvr>
    <a:masterClrMapping/>
  </p:clrMapOvr>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0">
    <p:spTree>
      <p:nvGrpSpPr>
        <p:cNvPr id="838" name="Shape 838"/>
        <p:cNvGrpSpPr/>
        <p:nvPr/>
      </p:nvGrpSpPr>
      <p:grpSpPr>
        <a:xfrm>
          <a:off x="0" y="0"/>
          <a:ext cx="0" cy="0"/>
          <a:chOff x="0" y="0"/>
          <a:chExt cx="0" cy="0"/>
        </a:xfrm>
      </p:grpSpPr>
      <p:sp>
        <p:nvSpPr>
          <p:cNvPr id="839" name="Google Shape;839;p7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grpSp>
        <p:nvGrpSpPr>
          <p:cNvPr id="840" name="Google Shape;840;p72"/>
          <p:cNvGrpSpPr/>
          <p:nvPr/>
        </p:nvGrpSpPr>
        <p:grpSpPr>
          <a:xfrm>
            <a:off x="199188" y="123990"/>
            <a:ext cx="422946" cy="368845"/>
            <a:chOff x="8576588" y="4496315"/>
            <a:chExt cx="422946" cy="368845"/>
          </a:xfrm>
        </p:grpSpPr>
        <p:sp>
          <p:nvSpPr>
            <p:cNvPr id="841" name="Google Shape;841;p72"/>
            <p:cNvSpPr/>
            <p:nvPr/>
          </p:nvSpPr>
          <p:spPr>
            <a:xfrm rot="-5400000">
              <a:off x="8576580" y="4720848"/>
              <a:ext cx="144320" cy="144304"/>
            </a:xfrm>
            <a:custGeom>
              <a:rect b="b" l="l" r="r" t="t"/>
              <a:pathLst>
                <a:path extrusionOk="0" h="3298" w="3298">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72"/>
            <p:cNvSpPr/>
            <p:nvPr/>
          </p:nvSpPr>
          <p:spPr>
            <a:xfrm rot="-5400000">
              <a:off x="8775019" y="4496328"/>
              <a:ext cx="224528" cy="224503"/>
            </a:xfrm>
            <a:custGeom>
              <a:rect b="b" l="l" r="r" t="t"/>
              <a:pathLst>
                <a:path extrusionOk="0" h="3298" w="3298">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43" name="Google Shape;843;p72"/>
          <p:cNvGrpSpPr/>
          <p:nvPr/>
        </p:nvGrpSpPr>
        <p:grpSpPr>
          <a:xfrm rot="10800000">
            <a:off x="25225" y="282300"/>
            <a:ext cx="9157800" cy="5003500"/>
            <a:chOff x="-116175" y="-984534"/>
            <a:chExt cx="9157800" cy="5003500"/>
          </a:xfrm>
        </p:grpSpPr>
        <p:cxnSp>
          <p:nvCxnSpPr>
            <p:cNvPr id="844" name="Google Shape;844;p72"/>
            <p:cNvCxnSpPr/>
            <p:nvPr/>
          </p:nvCxnSpPr>
          <p:spPr>
            <a:xfrm>
              <a:off x="-116175" y="-605834"/>
              <a:ext cx="9157800" cy="4624800"/>
            </a:xfrm>
            <a:prstGeom prst="bentConnector3">
              <a:avLst>
                <a:gd fmla="val 3258" name="adj1"/>
              </a:avLst>
            </a:prstGeom>
            <a:noFill/>
            <a:ln cap="flat" cmpd="sng" w="19050">
              <a:solidFill>
                <a:schemeClr val="lt2"/>
              </a:solidFill>
              <a:prstDash val="solid"/>
              <a:round/>
              <a:headEnd len="med" w="med" type="none"/>
              <a:tailEnd len="med" w="med" type="oval"/>
            </a:ln>
          </p:spPr>
        </p:cxnSp>
        <p:cxnSp>
          <p:nvCxnSpPr>
            <p:cNvPr id="845" name="Google Shape;845;p72"/>
            <p:cNvCxnSpPr/>
            <p:nvPr/>
          </p:nvCxnSpPr>
          <p:spPr>
            <a:xfrm flipH="1" rot="-5400000">
              <a:off x="-2164550" y="1408116"/>
              <a:ext cx="4877100" cy="91800"/>
            </a:xfrm>
            <a:prstGeom prst="bentConnector3">
              <a:avLst>
                <a:gd fmla="val 50000" name="adj1"/>
              </a:avLst>
            </a:prstGeom>
            <a:noFill/>
            <a:ln cap="flat" cmpd="sng" w="19050">
              <a:solidFill>
                <a:schemeClr val="lt2"/>
              </a:solidFill>
              <a:prstDash val="solid"/>
              <a:round/>
              <a:headEnd len="med" w="med" type="none"/>
              <a:tailEnd len="med" w="med" type="oval"/>
            </a:ln>
          </p:spPr>
        </p:cxnSp>
      </p:grpSp>
    </p:spTree>
  </p:cSld>
  <p:clrMapOvr>
    <a:masterClrMapping/>
  </p:clrMapOvr>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0_1">
    <p:spTree>
      <p:nvGrpSpPr>
        <p:cNvPr id="846" name="Shape 846"/>
        <p:cNvGrpSpPr/>
        <p:nvPr/>
      </p:nvGrpSpPr>
      <p:grpSpPr>
        <a:xfrm>
          <a:off x="0" y="0"/>
          <a:ext cx="0" cy="0"/>
          <a:chOff x="0" y="0"/>
          <a:chExt cx="0" cy="0"/>
        </a:xfrm>
      </p:grpSpPr>
      <p:sp>
        <p:nvSpPr>
          <p:cNvPr id="847" name="Google Shape;847;p7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grpSp>
        <p:nvGrpSpPr>
          <p:cNvPr id="848" name="Google Shape;848;p73"/>
          <p:cNvGrpSpPr/>
          <p:nvPr/>
        </p:nvGrpSpPr>
        <p:grpSpPr>
          <a:xfrm>
            <a:off x="8430763" y="-10"/>
            <a:ext cx="422946" cy="368845"/>
            <a:chOff x="8576588" y="4496315"/>
            <a:chExt cx="422946" cy="368845"/>
          </a:xfrm>
        </p:grpSpPr>
        <p:sp>
          <p:nvSpPr>
            <p:cNvPr id="849" name="Google Shape;849;p73"/>
            <p:cNvSpPr/>
            <p:nvPr/>
          </p:nvSpPr>
          <p:spPr>
            <a:xfrm rot="-5400000">
              <a:off x="8576580" y="4720848"/>
              <a:ext cx="144320" cy="144304"/>
            </a:xfrm>
            <a:custGeom>
              <a:rect b="b" l="l" r="r" t="t"/>
              <a:pathLst>
                <a:path extrusionOk="0" h="3298" w="3298">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73"/>
            <p:cNvSpPr/>
            <p:nvPr/>
          </p:nvSpPr>
          <p:spPr>
            <a:xfrm rot="-5400000">
              <a:off x="8775019" y="4496328"/>
              <a:ext cx="224528" cy="224503"/>
            </a:xfrm>
            <a:custGeom>
              <a:rect b="b" l="l" r="r" t="t"/>
              <a:pathLst>
                <a:path extrusionOk="0" h="3298" w="3298">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1" name="Google Shape;851;p73"/>
          <p:cNvGrpSpPr/>
          <p:nvPr/>
        </p:nvGrpSpPr>
        <p:grpSpPr>
          <a:xfrm flipH="1" rot="10800000">
            <a:off x="25325" y="282383"/>
            <a:ext cx="8974200" cy="5003417"/>
            <a:chOff x="67325" y="-984534"/>
            <a:chExt cx="8974200" cy="5003417"/>
          </a:xfrm>
        </p:grpSpPr>
        <p:cxnSp>
          <p:nvCxnSpPr>
            <p:cNvPr id="852" name="Google Shape;852;p73"/>
            <p:cNvCxnSpPr/>
            <p:nvPr/>
          </p:nvCxnSpPr>
          <p:spPr>
            <a:xfrm>
              <a:off x="67325" y="-592117"/>
              <a:ext cx="8974200" cy="4611000"/>
            </a:xfrm>
            <a:prstGeom prst="bentConnector3">
              <a:avLst>
                <a:gd fmla="val 4347" name="adj1"/>
              </a:avLst>
            </a:prstGeom>
            <a:noFill/>
            <a:ln cap="flat" cmpd="sng" w="19050">
              <a:solidFill>
                <a:schemeClr val="lt2"/>
              </a:solidFill>
              <a:prstDash val="solid"/>
              <a:round/>
              <a:headEnd len="med" w="med" type="none"/>
              <a:tailEnd len="med" w="med" type="oval"/>
            </a:ln>
          </p:spPr>
        </p:cxnSp>
        <p:cxnSp>
          <p:nvCxnSpPr>
            <p:cNvPr id="853" name="Google Shape;853;p73"/>
            <p:cNvCxnSpPr/>
            <p:nvPr/>
          </p:nvCxnSpPr>
          <p:spPr>
            <a:xfrm flipH="1" rot="-5400000">
              <a:off x="-2164550" y="1408116"/>
              <a:ext cx="4877100" cy="91800"/>
            </a:xfrm>
            <a:prstGeom prst="bentConnector3">
              <a:avLst>
                <a:gd fmla="val 50000" name="adj1"/>
              </a:avLst>
            </a:prstGeom>
            <a:noFill/>
            <a:ln cap="flat" cmpd="sng" w="19050">
              <a:solidFill>
                <a:schemeClr val="lt2"/>
              </a:solidFill>
              <a:prstDash val="solid"/>
              <a:round/>
              <a:headEnd len="med" w="med" type="none"/>
              <a:tailEnd len="med" w="med" type="oval"/>
            </a:ln>
          </p:spPr>
        </p:cxnSp>
      </p:grpSp>
    </p:spTree>
  </p:cSld>
  <p:clrMapOvr>
    <a:masterClrMapping/>
  </p:clrMapOvr>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854" name="Shape 854"/>
        <p:cNvGrpSpPr/>
        <p:nvPr/>
      </p:nvGrpSpPr>
      <p:grpSpPr>
        <a:xfrm>
          <a:off x="0" y="0"/>
          <a:ext cx="0" cy="0"/>
          <a:chOff x="0" y="0"/>
          <a:chExt cx="0" cy="0"/>
        </a:xfrm>
      </p:grpSpPr>
      <p:sp>
        <p:nvSpPr>
          <p:cNvPr id="855" name="Google Shape;855;p74"/>
          <p:cNvSpPr txBox="1"/>
          <p:nvPr>
            <p:ph type="title"/>
          </p:nvPr>
        </p:nvSpPr>
        <p:spPr>
          <a:xfrm>
            <a:off x="1851163" y="3797875"/>
            <a:ext cx="3233100" cy="365700"/>
          </a:xfrm>
          <a:prstGeom prst="rect">
            <a:avLst/>
          </a:prstGeom>
          <a:solidFill>
            <a:schemeClr val="lt2"/>
          </a:solidFill>
        </p:spPr>
        <p:txBody>
          <a:bodyPr anchorCtr="0" anchor="ctr" bIns="91425" lIns="91425" spcFirstLastPara="1" rIns="91425" wrap="square" tIns="91425">
            <a:noAutofit/>
          </a:bodyPr>
          <a:lstStyle>
            <a:lvl1pPr lvl="0" algn="r">
              <a:spcBef>
                <a:spcPts val="0"/>
              </a:spcBef>
              <a:spcAft>
                <a:spcPts val="0"/>
              </a:spcAft>
              <a:buSzPts val="2000"/>
              <a:buNone/>
              <a:defRPr sz="2000">
                <a:solidFill>
                  <a:schemeClr val="accent5"/>
                </a:solidFill>
              </a:defRPr>
            </a:lvl1pPr>
            <a:lvl2pPr lvl="1" algn="ctr">
              <a:spcBef>
                <a:spcPts val="0"/>
              </a:spcBef>
              <a:spcAft>
                <a:spcPts val="0"/>
              </a:spcAft>
              <a:buSzPts val="3000"/>
              <a:buNone/>
              <a:defRPr sz="3000"/>
            </a:lvl2pPr>
            <a:lvl3pPr lvl="2" algn="ctr">
              <a:spcBef>
                <a:spcPts val="0"/>
              </a:spcBef>
              <a:spcAft>
                <a:spcPts val="0"/>
              </a:spcAft>
              <a:buSzPts val="3000"/>
              <a:buNone/>
              <a:defRPr sz="3000"/>
            </a:lvl3pPr>
            <a:lvl4pPr lvl="3" algn="ctr">
              <a:spcBef>
                <a:spcPts val="0"/>
              </a:spcBef>
              <a:spcAft>
                <a:spcPts val="0"/>
              </a:spcAft>
              <a:buSzPts val="3000"/>
              <a:buNone/>
              <a:defRPr sz="3000"/>
            </a:lvl4pPr>
            <a:lvl5pPr lvl="4" algn="ctr">
              <a:spcBef>
                <a:spcPts val="0"/>
              </a:spcBef>
              <a:spcAft>
                <a:spcPts val="0"/>
              </a:spcAft>
              <a:buSzPts val="3000"/>
              <a:buNone/>
              <a:defRPr sz="3000"/>
            </a:lvl5pPr>
            <a:lvl6pPr lvl="5" algn="ctr">
              <a:spcBef>
                <a:spcPts val="0"/>
              </a:spcBef>
              <a:spcAft>
                <a:spcPts val="0"/>
              </a:spcAft>
              <a:buSzPts val="3000"/>
              <a:buNone/>
              <a:defRPr sz="3000"/>
            </a:lvl6pPr>
            <a:lvl7pPr lvl="6" algn="ctr">
              <a:spcBef>
                <a:spcPts val="0"/>
              </a:spcBef>
              <a:spcAft>
                <a:spcPts val="0"/>
              </a:spcAft>
              <a:buSzPts val="3000"/>
              <a:buNone/>
              <a:defRPr sz="3000"/>
            </a:lvl7pPr>
            <a:lvl8pPr lvl="7" algn="ctr">
              <a:spcBef>
                <a:spcPts val="0"/>
              </a:spcBef>
              <a:spcAft>
                <a:spcPts val="0"/>
              </a:spcAft>
              <a:buSzPts val="3000"/>
              <a:buNone/>
              <a:defRPr sz="3000"/>
            </a:lvl8pPr>
            <a:lvl9pPr lvl="8" algn="ctr">
              <a:spcBef>
                <a:spcPts val="0"/>
              </a:spcBef>
              <a:spcAft>
                <a:spcPts val="0"/>
              </a:spcAft>
              <a:buSzPts val="3000"/>
              <a:buNone/>
              <a:defRPr sz="3000"/>
            </a:lvl9pPr>
          </a:lstStyle>
          <a:p/>
        </p:txBody>
      </p:sp>
      <p:sp>
        <p:nvSpPr>
          <p:cNvPr id="856" name="Google Shape;856;p74"/>
          <p:cNvSpPr txBox="1"/>
          <p:nvPr>
            <p:ph idx="1" type="subTitle"/>
          </p:nvPr>
        </p:nvSpPr>
        <p:spPr>
          <a:xfrm>
            <a:off x="713225" y="945625"/>
            <a:ext cx="4371300" cy="2741700"/>
          </a:xfrm>
          <a:prstGeom prst="rect">
            <a:avLst/>
          </a:prstGeom>
        </p:spPr>
        <p:txBody>
          <a:bodyPr anchorCtr="0" anchor="b" bIns="91425" lIns="91425" spcFirstLastPara="1" rIns="91425" wrap="square" tIns="91425">
            <a:noAutofit/>
          </a:bodyPr>
          <a:lstStyle>
            <a:lvl1pPr lvl="0" algn="r">
              <a:lnSpc>
                <a:spcPct val="115000"/>
              </a:lnSpc>
              <a:spcBef>
                <a:spcPts val="0"/>
              </a:spcBef>
              <a:spcAft>
                <a:spcPts val="0"/>
              </a:spcAft>
              <a:buSzPts val="3000"/>
              <a:buNone/>
              <a:defRPr sz="3000"/>
            </a:lvl1pPr>
            <a:lvl2pPr lvl="1" algn="ctr">
              <a:lnSpc>
                <a:spcPct val="115000"/>
              </a:lnSpc>
              <a:spcBef>
                <a:spcPts val="0"/>
              </a:spcBef>
              <a:spcAft>
                <a:spcPts val="0"/>
              </a:spcAft>
              <a:buSzPts val="3000"/>
              <a:buNone/>
              <a:defRPr sz="3000"/>
            </a:lvl2pPr>
            <a:lvl3pPr lvl="2" algn="ctr">
              <a:lnSpc>
                <a:spcPct val="115000"/>
              </a:lnSpc>
              <a:spcBef>
                <a:spcPts val="0"/>
              </a:spcBef>
              <a:spcAft>
                <a:spcPts val="0"/>
              </a:spcAft>
              <a:buSzPts val="3000"/>
              <a:buNone/>
              <a:defRPr sz="3000"/>
            </a:lvl3pPr>
            <a:lvl4pPr lvl="3" algn="ctr">
              <a:lnSpc>
                <a:spcPct val="115000"/>
              </a:lnSpc>
              <a:spcBef>
                <a:spcPts val="0"/>
              </a:spcBef>
              <a:spcAft>
                <a:spcPts val="0"/>
              </a:spcAft>
              <a:buSzPts val="3000"/>
              <a:buNone/>
              <a:defRPr sz="3000"/>
            </a:lvl4pPr>
            <a:lvl5pPr lvl="4" algn="ctr">
              <a:lnSpc>
                <a:spcPct val="115000"/>
              </a:lnSpc>
              <a:spcBef>
                <a:spcPts val="0"/>
              </a:spcBef>
              <a:spcAft>
                <a:spcPts val="0"/>
              </a:spcAft>
              <a:buSzPts val="3000"/>
              <a:buNone/>
              <a:defRPr sz="3000"/>
            </a:lvl5pPr>
            <a:lvl6pPr lvl="5" algn="ctr">
              <a:lnSpc>
                <a:spcPct val="115000"/>
              </a:lnSpc>
              <a:spcBef>
                <a:spcPts val="0"/>
              </a:spcBef>
              <a:spcAft>
                <a:spcPts val="0"/>
              </a:spcAft>
              <a:buSzPts val="3000"/>
              <a:buNone/>
              <a:defRPr sz="3000"/>
            </a:lvl6pPr>
            <a:lvl7pPr lvl="6" algn="ctr">
              <a:lnSpc>
                <a:spcPct val="115000"/>
              </a:lnSpc>
              <a:spcBef>
                <a:spcPts val="0"/>
              </a:spcBef>
              <a:spcAft>
                <a:spcPts val="0"/>
              </a:spcAft>
              <a:buSzPts val="3000"/>
              <a:buNone/>
              <a:defRPr sz="3000"/>
            </a:lvl7pPr>
            <a:lvl8pPr lvl="7" algn="ctr">
              <a:lnSpc>
                <a:spcPct val="115000"/>
              </a:lnSpc>
              <a:spcBef>
                <a:spcPts val="0"/>
              </a:spcBef>
              <a:spcAft>
                <a:spcPts val="0"/>
              </a:spcAft>
              <a:buSzPts val="3000"/>
              <a:buNone/>
              <a:defRPr sz="3000"/>
            </a:lvl8pPr>
            <a:lvl9pPr lvl="8" algn="ctr">
              <a:lnSpc>
                <a:spcPct val="115000"/>
              </a:lnSpc>
              <a:spcBef>
                <a:spcPts val="0"/>
              </a:spcBef>
              <a:spcAft>
                <a:spcPts val="0"/>
              </a:spcAft>
              <a:buSzPts val="3000"/>
              <a:buNone/>
              <a:defRPr sz="3000"/>
            </a:lvl9pPr>
          </a:lstStyle>
          <a:p/>
        </p:txBody>
      </p:sp>
      <p:grpSp>
        <p:nvGrpSpPr>
          <p:cNvPr id="857" name="Google Shape;857;p74"/>
          <p:cNvGrpSpPr/>
          <p:nvPr/>
        </p:nvGrpSpPr>
        <p:grpSpPr>
          <a:xfrm>
            <a:off x="259568" y="1973966"/>
            <a:ext cx="6622142" cy="3013471"/>
            <a:chOff x="7553711" y="-2334286"/>
            <a:chExt cx="7534579" cy="3428684"/>
          </a:xfrm>
        </p:grpSpPr>
        <p:sp>
          <p:nvSpPr>
            <p:cNvPr id="858" name="Google Shape;858;p74"/>
            <p:cNvSpPr/>
            <p:nvPr/>
          </p:nvSpPr>
          <p:spPr>
            <a:xfrm>
              <a:off x="7728940" y="-1977361"/>
              <a:ext cx="280396" cy="280396"/>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74"/>
            <p:cNvSpPr/>
            <p:nvPr/>
          </p:nvSpPr>
          <p:spPr>
            <a:xfrm>
              <a:off x="14882235" y="888343"/>
              <a:ext cx="206055" cy="206055"/>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74"/>
            <p:cNvSpPr/>
            <p:nvPr/>
          </p:nvSpPr>
          <p:spPr>
            <a:xfrm>
              <a:off x="7553711" y="-2334286"/>
              <a:ext cx="151325" cy="151325"/>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1" name="Google Shape;861;p74"/>
          <p:cNvGrpSpPr/>
          <p:nvPr/>
        </p:nvGrpSpPr>
        <p:grpSpPr>
          <a:xfrm>
            <a:off x="458900" y="-674125"/>
            <a:ext cx="10001150" cy="5624875"/>
            <a:chOff x="458900" y="-674125"/>
            <a:chExt cx="10001150" cy="5624875"/>
          </a:xfrm>
        </p:grpSpPr>
        <p:cxnSp>
          <p:nvCxnSpPr>
            <p:cNvPr id="862" name="Google Shape;862;p74"/>
            <p:cNvCxnSpPr/>
            <p:nvPr/>
          </p:nvCxnSpPr>
          <p:spPr>
            <a:xfrm rot="5400000">
              <a:off x="-510550" y="295325"/>
              <a:ext cx="2648100" cy="709200"/>
            </a:xfrm>
            <a:prstGeom prst="bentConnector3">
              <a:avLst>
                <a:gd fmla="val 40711" name="adj1"/>
              </a:avLst>
            </a:prstGeom>
            <a:noFill/>
            <a:ln cap="flat" cmpd="sng" w="19050">
              <a:solidFill>
                <a:schemeClr val="lt2"/>
              </a:solidFill>
              <a:prstDash val="solid"/>
              <a:round/>
              <a:headEnd len="med" w="med" type="none"/>
              <a:tailEnd len="med" w="med" type="oval"/>
            </a:ln>
          </p:spPr>
        </p:cxnSp>
        <p:cxnSp>
          <p:nvCxnSpPr>
            <p:cNvPr id="863" name="Google Shape;863;p74"/>
            <p:cNvCxnSpPr/>
            <p:nvPr/>
          </p:nvCxnSpPr>
          <p:spPr>
            <a:xfrm rot="5400000">
              <a:off x="-358150" y="447725"/>
              <a:ext cx="2648100" cy="709200"/>
            </a:xfrm>
            <a:prstGeom prst="bentConnector3">
              <a:avLst>
                <a:gd fmla="val 40711" name="adj1"/>
              </a:avLst>
            </a:prstGeom>
            <a:noFill/>
            <a:ln cap="flat" cmpd="sng" w="19050">
              <a:solidFill>
                <a:schemeClr val="lt2"/>
              </a:solidFill>
              <a:prstDash val="solid"/>
              <a:round/>
              <a:headEnd len="med" w="med" type="none"/>
              <a:tailEnd len="med" w="med" type="oval"/>
            </a:ln>
          </p:spPr>
        </p:cxnSp>
        <p:cxnSp>
          <p:nvCxnSpPr>
            <p:cNvPr id="864" name="Google Shape;864;p74"/>
            <p:cNvCxnSpPr/>
            <p:nvPr/>
          </p:nvCxnSpPr>
          <p:spPr>
            <a:xfrm flipH="1">
              <a:off x="6956600" y="3734250"/>
              <a:ext cx="3431400" cy="987000"/>
            </a:xfrm>
            <a:prstGeom prst="bentConnector3">
              <a:avLst>
                <a:gd fmla="val 45484" name="adj1"/>
              </a:avLst>
            </a:prstGeom>
            <a:noFill/>
            <a:ln cap="flat" cmpd="sng" w="19050">
              <a:solidFill>
                <a:schemeClr val="lt2"/>
              </a:solidFill>
              <a:prstDash val="solid"/>
              <a:round/>
              <a:headEnd len="med" w="med" type="none"/>
              <a:tailEnd len="med" w="med" type="oval"/>
            </a:ln>
          </p:spPr>
        </p:cxnSp>
        <p:cxnSp>
          <p:nvCxnSpPr>
            <p:cNvPr id="865" name="Google Shape;865;p74"/>
            <p:cNvCxnSpPr/>
            <p:nvPr/>
          </p:nvCxnSpPr>
          <p:spPr>
            <a:xfrm flipH="1">
              <a:off x="7656850" y="3932550"/>
              <a:ext cx="2803200" cy="1018200"/>
            </a:xfrm>
            <a:prstGeom prst="bentConnector3">
              <a:avLst>
                <a:gd fmla="val 50000" name="adj1"/>
              </a:avLst>
            </a:prstGeom>
            <a:noFill/>
            <a:ln cap="flat" cmpd="sng" w="19050">
              <a:solidFill>
                <a:schemeClr val="lt2"/>
              </a:solidFill>
              <a:prstDash val="solid"/>
              <a:round/>
              <a:headEnd len="med" w="med" type="none"/>
              <a:tailEnd len="med" w="med" type="oval"/>
            </a:ln>
          </p:spPr>
        </p:cxnSp>
      </p:grpSp>
    </p:spTree>
  </p:cSld>
  <p:clrMapOvr>
    <a:masterClrMapping/>
  </p:clrMapOvr>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ONE_COLUMN_TEXT_1">
    <p:spTree>
      <p:nvGrpSpPr>
        <p:cNvPr id="866" name="Shape 866"/>
        <p:cNvGrpSpPr/>
        <p:nvPr/>
      </p:nvGrpSpPr>
      <p:grpSpPr>
        <a:xfrm>
          <a:off x="0" y="0"/>
          <a:ext cx="0" cy="0"/>
          <a:chOff x="0" y="0"/>
          <a:chExt cx="0" cy="0"/>
        </a:xfrm>
      </p:grpSpPr>
      <p:sp>
        <p:nvSpPr>
          <p:cNvPr id="867" name="Google Shape;867;p7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lgn="ctr">
              <a:spcBef>
                <a:spcPts val="0"/>
              </a:spcBef>
              <a:spcAft>
                <a:spcPts val="0"/>
              </a:spcAft>
              <a:buSzPts val="3000"/>
              <a:buNone/>
              <a:defRPr/>
            </a:lvl2pPr>
            <a:lvl3pPr lvl="2" algn="ctr">
              <a:spcBef>
                <a:spcPts val="0"/>
              </a:spcBef>
              <a:spcAft>
                <a:spcPts val="0"/>
              </a:spcAft>
              <a:buSzPts val="3000"/>
              <a:buNone/>
              <a:defRPr/>
            </a:lvl3pPr>
            <a:lvl4pPr lvl="3" algn="ctr">
              <a:spcBef>
                <a:spcPts val="0"/>
              </a:spcBef>
              <a:spcAft>
                <a:spcPts val="0"/>
              </a:spcAft>
              <a:buSzPts val="3000"/>
              <a:buNone/>
              <a:defRPr/>
            </a:lvl4pPr>
            <a:lvl5pPr lvl="4" algn="ctr">
              <a:spcBef>
                <a:spcPts val="0"/>
              </a:spcBef>
              <a:spcAft>
                <a:spcPts val="0"/>
              </a:spcAft>
              <a:buSzPts val="3000"/>
              <a:buNone/>
              <a:defRPr/>
            </a:lvl5pPr>
            <a:lvl6pPr lvl="5" algn="ctr">
              <a:spcBef>
                <a:spcPts val="0"/>
              </a:spcBef>
              <a:spcAft>
                <a:spcPts val="0"/>
              </a:spcAft>
              <a:buSzPts val="3000"/>
              <a:buNone/>
              <a:defRPr/>
            </a:lvl6pPr>
            <a:lvl7pPr lvl="6" algn="ctr">
              <a:spcBef>
                <a:spcPts val="0"/>
              </a:spcBef>
              <a:spcAft>
                <a:spcPts val="0"/>
              </a:spcAft>
              <a:buSzPts val="3000"/>
              <a:buNone/>
              <a:defRPr/>
            </a:lvl7pPr>
            <a:lvl8pPr lvl="7" algn="ctr">
              <a:spcBef>
                <a:spcPts val="0"/>
              </a:spcBef>
              <a:spcAft>
                <a:spcPts val="0"/>
              </a:spcAft>
              <a:buSzPts val="3000"/>
              <a:buNone/>
              <a:defRPr/>
            </a:lvl8pPr>
            <a:lvl9pPr lvl="8" algn="ctr">
              <a:spcBef>
                <a:spcPts val="0"/>
              </a:spcBef>
              <a:spcAft>
                <a:spcPts val="0"/>
              </a:spcAft>
              <a:buSzPts val="3000"/>
              <a:buNone/>
              <a:defRPr/>
            </a:lvl9pPr>
          </a:lstStyle>
          <a:p/>
        </p:txBody>
      </p:sp>
      <p:sp>
        <p:nvSpPr>
          <p:cNvPr id="868" name="Google Shape;868;p75"/>
          <p:cNvSpPr txBox="1"/>
          <p:nvPr>
            <p:ph idx="1" type="subTitle"/>
          </p:nvPr>
        </p:nvSpPr>
        <p:spPr>
          <a:xfrm>
            <a:off x="4827974" y="1602925"/>
            <a:ext cx="3318600" cy="19215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sp>
        <p:nvSpPr>
          <p:cNvPr id="869" name="Google Shape;869;p75"/>
          <p:cNvSpPr txBox="1"/>
          <p:nvPr>
            <p:ph idx="2" type="subTitle"/>
          </p:nvPr>
        </p:nvSpPr>
        <p:spPr>
          <a:xfrm>
            <a:off x="997425" y="1602925"/>
            <a:ext cx="3318600" cy="19215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SzPts val="1400"/>
              <a:buNone/>
              <a:defRPr/>
            </a:lvl1pPr>
            <a:lvl2pPr lvl="1" algn="ctr">
              <a:lnSpc>
                <a:spcPct val="115000"/>
              </a:lnSpc>
              <a:spcBef>
                <a:spcPts val="0"/>
              </a:spcBef>
              <a:spcAft>
                <a:spcPts val="0"/>
              </a:spcAft>
              <a:buSzPts val="1400"/>
              <a:buNone/>
              <a:defRPr/>
            </a:lvl2pPr>
            <a:lvl3pPr lvl="2" algn="ctr">
              <a:lnSpc>
                <a:spcPct val="115000"/>
              </a:lnSpc>
              <a:spcBef>
                <a:spcPts val="0"/>
              </a:spcBef>
              <a:spcAft>
                <a:spcPts val="0"/>
              </a:spcAft>
              <a:buSzPts val="1400"/>
              <a:buNone/>
              <a:defRPr/>
            </a:lvl3pPr>
            <a:lvl4pPr lvl="3" algn="ctr">
              <a:lnSpc>
                <a:spcPct val="115000"/>
              </a:lnSpc>
              <a:spcBef>
                <a:spcPts val="0"/>
              </a:spcBef>
              <a:spcAft>
                <a:spcPts val="0"/>
              </a:spcAft>
              <a:buSzPts val="1400"/>
              <a:buNone/>
              <a:defRPr/>
            </a:lvl4pPr>
            <a:lvl5pPr lvl="4" algn="ctr">
              <a:lnSpc>
                <a:spcPct val="115000"/>
              </a:lnSpc>
              <a:spcBef>
                <a:spcPts val="0"/>
              </a:spcBef>
              <a:spcAft>
                <a:spcPts val="0"/>
              </a:spcAft>
              <a:buSzPts val="1400"/>
              <a:buNone/>
              <a:defRPr/>
            </a:lvl5pPr>
            <a:lvl6pPr lvl="5" algn="ctr">
              <a:lnSpc>
                <a:spcPct val="115000"/>
              </a:lnSpc>
              <a:spcBef>
                <a:spcPts val="0"/>
              </a:spcBef>
              <a:spcAft>
                <a:spcPts val="0"/>
              </a:spcAft>
              <a:buSzPts val="1400"/>
              <a:buNone/>
              <a:defRPr/>
            </a:lvl6pPr>
            <a:lvl7pPr lvl="6" algn="ctr">
              <a:lnSpc>
                <a:spcPct val="115000"/>
              </a:lnSpc>
              <a:spcBef>
                <a:spcPts val="0"/>
              </a:spcBef>
              <a:spcAft>
                <a:spcPts val="0"/>
              </a:spcAft>
              <a:buSzPts val="1400"/>
              <a:buNone/>
              <a:defRPr/>
            </a:lvl7pPr>
            <a:lvl8pPr lvl="7" algn="ctr">
              <a:lnSpc>
                <a:spcPct val="115000"/>
              </a:lnSpc>
              <a:spcBef>
                <a:spcPts val="0"/>
              </a:spcBef>
              <a:spcAft>
                <a:spcPts val="0"/>
              </a:spcAft>
              <a:buSzPts val="1400"/>
              <a:buNone/>
              <a:defRPr/>
            </a:lvl8pPr>
            <a:lvl9pPr lvl="8" algn="ctr">
              <a:lnSpc>
                <a:spcPct val="115000"/>
              </a:lnSpc>
              <a:spcBef>
                <a:spcPts val="0"/>
              </a:spcBef>
              <a:spcAft>
                <a:spcPts val="0"/>
              </a:spcAft>
              <a:buSzPts val="1400"/>
              <a:buNone/>
              <a:defRPr/>
            </a:lvl9pPr>
          </a:lstStyle>
          <a:p/>
        </p:txBody>
      </p:sp>
      <p:grpSp>
        <p:nvGrpSpPr>
          <p:cNvPr id="870" name="Google Shape;870;p75"/>
          <p:cNvGrpSpPr/>
          <p:nvPr/>
        </p:nvGrpSpPr>
        <p:grpSpPr>
          <a:xfrm>
            <a:off x="-320650" y="-762725"/>
            <a:ext cx="9327075" cy="7125850"/>
            <a:chOff x="-320650" y="-762725"/>
            <a:chExt cx="9327075" cy="7125850"/>
          </a:xfrm>
        </p:grpSpPr>
        <p:cxnSp>
          <p:nvCxnSpPr>
            <p:cNvPr id="871" name="Google Shape;871;p75"/>
            <p:cNvCxnSpPr/>
            <p:nvPr/>
          </p:nvCxnSpPr>
          <p:spPr>
            <a:xfrm flipH="1" rot="-5400000">
              <a:off x="6857075" y="1775500"/>
              <a:ext cx="4097100" cy="187800"/>
            </a:xfrm>
            <a:prstGeom prst="bentConnector3">
              <a:avLst>
                <a:gd fmla="val 50000" name="adj1"/>
              </a:avLst>
            </a:prstGeom>
            <a:noFill/>
            <a:ln cap="flat" cmpd="sng" w="19050">
              <a:solidFill>
                <a:schemeClr val="lt2"/>
              </a:solidFill>
              <a:prstDash val="solid"/>
              <a:round/>
              <a:headEnd len="med" w="med" type="none"/>
              <a:tailEnd len="med" w="med" type="oval"/>
            </a:ln>
          </p:spPr>
        </p:cxnSp>
        <p:cxnSp>
          <p:nvCxnSpPr>
            <p:cNvPr id="872" name="Google Shape;872;p75"/>
            <p:cNvCxnSpPr/>
            <p:nvPr/>
          </p:nvCxnSpPr>
          <p:spPr>
            <a:xfrm flipH="1" rot="10800000">
              <a:off x="667900" y="4271400"/>
              <a:ext cx="2765700" cy="963900"/>
            </a:xfrm>
            <a:prstGeom prst="bentConnector3">
              <a:avLst>
                <a:gd fmla="val 50000" name="adj1"/>
              </a:avLst>
            </a:prstGeom>
            <a:noFill/>
            <a:ln cap="flat" cmpd="sng" w="19050">
              <a:solidFill>
                <a:schemeClr val="lt2"/>
              </a:solidFill>
              <a:prstDash val="solid"/>
              <a:round/>
              <a:headEnd len="med" w="med" type="none"/>
              <a:tailEnd len="med" w="med" type="oval"/>
            </a:ln>
          </p:spPr>
        </p:cxnSp>
        <p:cxnSp>
          <p:nvCxnSpPr>
            <p:cNvPr id="873" name="Google Shape;873;p75"/>
            <p:cNvCxnSpPr/>
            <p:nvPr/>
          </p:nvCxnSpPr>
          <p:spPr>
            <a:xfrm flipH="1" rot="5400000">
              <a:off x="7318025" y="3907700"/>
              <a:ext cx="3045000" cy="331800"/>
            </a:xfrm>
            <a:prstGeom prst="bentConnector3">
              <a:avLst>
                <a:gd fmla="val 50000" name="adj1"/>
              </a:avLst>
            </a:prstGeom>
            <a:noFill/>
            <a:ln cap="flat" cmpd="sng" w="19050">
              <a:solidFill>
                <a:schemeClr val="lt2"/>
              </a:solidFill>
              <a:prstDash val="solid"/>
              <a:round/>
              <a:headEnd len="med" w="med" type="none"/>
              <a:tailEnd len="med" w="med" type="oval"/>
            </a:ln>
          </p:spPr>
        </p:cxnSp>
        <p:cxnSp>
          <p:nvCxnSpPr>
            <p:cNvPr id="874" name="Google Shape;874;p75"/>
            <p:cNvCxnSpPr/>
            <p:nvPr/>
          </p:nvCxnSpPr>
          <p:spPr>
            <a:xfrm flipH="1" rot="5400000">
              <a:off x="7083950" y="4541675"/>
              <a:ext cx="3325500" cy="317400"/>
            </a:xfrm>
            <a:prstGeom prst="bentConnector3">
              <a:avLst>
                <a:gd fmla="val 64575" name="adj1"/>
              </a:avLst>
            </a:prstGeom>
            <a:noFill/>
            <a:ln cap="flat" cmpd="sng" w="19050">
              <a:solidFill>
                <a:schemeClr val="lt2"/>
              </a:solidFill>
              <a:prstDash val="solid"/>
              <a:round/>
              <a:headEnd len="med" w="med" type="none"/>
              <a:tailEnd len="med" w="med" type="oval"/>
            </a:ln>
          </p:spPr>
        </p:cxnSp>
        <p:cxnSp>
          <p:nvCxnSpPr>
            <p:cNvPr id="875" name="Google Shape;875;p75"/>
            <p:cNvCxnSpPr/>
            <p:nvPr/>
          </p:nvCxnSpPr>
          <p:spPr>
            <a:xfrm flipH="1" rot="10800000">
              <a:off x="-320650" y="4087825"/>
              <a:ext cx="5808300" cy="878700"/>
            </a:xfrm>
            <a:prstGeom prst="bentConnector3">
              <a:avLst>
                <a:gd fmla="val 50000" name="adj1"/>
              </a:avLst>
            </a:prstGeom>
            <a:noFill/>
            <a:ln cap="flat" cmpd="sng" w="19050">
              <a:solidFill>
                <a:schemeClr val="lt2"/>
              </a:solidFill>
              <a:prstDash val="solid"/>
              <a:round/>
              <a:headEnd len="med" w="med" type="none"/>
              <a:tailEnd len="med" w="med" type="oval"/>
            </a:ln>
          </p:spPr>
        </p:cxnSp>
        <p:cxnSp>
          <p:nvCxnSpPr>
            <p:cNvPr id="876" name="Google Shape;876;p75"/>
            <p:cNvCxnSpPr/>
            <p:nvPr/>
          </p:nvCxnSpPr>
          <p:spPr>
            <a:xfrm rot="5400000">
              <a:off x="-237850" y="2225"/>
              <a:ext cx="2082300" cy="729600"/>
            </a:xfrm>
            <a:prstGeom prst="bentConnector3">
              <a:avLst>
                <a:gd fmla="val 43507" name="adj1"/>
              </a:avLst>
            </a:prstGeom>
            <a:noFill/>
            <a:ln cap="flat" cmpd="sng" w="19050">
              <a:solidFill>
                <a:schemeClr val="lt2"/>
              </a:solidFill>
              <a:prstDash val="solid"/>
              <a:round/>
              <a:headEnd len="med" w="med" type="none"/>
              <a:tailEnd len="med" w="med" type="oval"/>
            </a:ln>
          </p:spPr>
        </p:cxnSp>
        <p:cxnSp>
          <p:nvCxnSpPr>
            <p:cNvPr id="877" name="Google Shape;877;p75"/>
            <p:cNvCxnSpPr/>
            <p:nvPr/>
          </p:nvCxnSpPr>
          <p:spPr>
            <a:xfrm rot="5400000">
              <a:off x="-317750" y="-132725"/>
              <a:ext cx="1866600" cy="606600"/>
            </a:xfrm>
            <a:prstGeom prst="bentConnector3">
              <a:avLst>
                <a:gd fmla="val 50000" name="adj1"/>
              </a:avLst>
            </a:prstGeom>
            <a:noFill/>
            <a:ln cap="flat" cmpd="sng" w="19050">
              <a:solidFill>
                <a:schemeClr val="lt2"/>
              </a:solidFill>
              <a:prstDash val="solid"/>
              <a:round/>
              <a:headEnd len="med" w="med" type="none"/>
              <a:tailEnd len="med" w="med" type="oval"/>
            </a:ln>
          </p:spPr>
        </p:cxnSp>
      </p:grpSp>
      <p:grpSp>
        <p:nvGrpSpPr>
          <p:cNvPr id="878" name="Google Shape;878;p75"/>
          <p:cNvGrpSpPr/>
          <p:nvPr/>
        </p:nvGrpSpPr>
        <p:grpSpPr>
          <a:xfrm>
            <a:off x="179243" y="1771891"/>
            <a:ext cx="400449" cy="2933146"/>
            <a:chOff x="7553711" y="-2334286"/>
            <a:chExt cx="455625" cy="3337292"/>
          </a:xfrm>
        </p:grpSpPr>
        <p:sp>
          <p:nvSpPr>
            <p:cNvPr id="879" name="Google Shape;879;p75"/>
            <p:cNvSpPr/>
            <p:nvPr/>
          </p:nvSpPr>
          <p:spPr>
            <a:xfrm>
              <a:off x="7728940" y="-1977361"/>
              <a:ext cx="280396" cy="280396"/>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75"/>
            <p:cNvSpPr/>
            <p:nvPr/>
          </p:nvSpPr>
          <p:spPr>
            <a:xfrm>
              <a:off x="7766124" y="796950"/>
              <a:ext cx="206055" cy="206055"/>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75"/>
            <p:cNvSpPr/>
            <p:nvPr/>
          </p:nvSpPr>
          <p:spPr>
            <a:xfrm>
              <a:off x="7553711" y="-2334286"/>
              <a:ext cx="151325" cy="151325"/>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882" name="Shape 882"/>
        <p:cNvGrpSpPr/>
        <p:nvPr/>
      </p:nvGrpSpPr>
      <p:grpSpPr>
        <a:xfrm>
          <a:off x="0" y="0"/>
          <a:ext cx="0" cy="0"/>
          <a:chOff x="0" y="0"/>
          <a:chExt cx="0" cy="0"/>
        </a:xfrm>
      </p:grpSpPr>
      <p:sp>
        <p:nvSpPr>
          <p:cNvPr id="883" name="Google Shape;883;p76"/>
          <p:cNvSpPr txBox="1"/>
          <p:nvPr>
            <p:ph type="title"/>
          </p:nvPr>
        </p:nvSpPr>
        <p:spPr>
          <a:xfrm>
            <a:off x="720000" y="1784150"/>
            <a:ext cx="3597900" cy="6654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84" name="Google Shape;884;p76"/>
          <p:cNvSpPr txBox="1"/>
          <p:nvPr>
            <p:ph idx="1" type="subTitle"/>
          </p:nvPr>
        </p:nvSpPr>
        <p:spPr>
          <a:xfrm>
            <a:off x="720000" y="2449450"/>
            <a:ext cx="3597900" cy="9099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885" name="Google Shape;885;p76"/>
          <p:cNvGrpSpPr/>
          <p:nvPr/>
        </p:nvGrpSpPr>
        <p:grpSpPr>
          <a:xfrm>
            <a:off x="-313975" y="-235500"/>
            <a:ext cx="8764375" cy="5229850"/>
            <a:chOff x="-313975" y="-235500"/>
            <a:chExt cx="8764375" cy="5229850"/>
          </a:xfrm>
        </p:grpSpPr>
        <p:cxnSp>
          <p:nvCxnSpPr>
            <p:cNvPr id="886" name="Google Shape;886;p76"/>
            <p:cNvCxnSpPr/>
            <p:nvPr/>
          </p:nvCxnSpPr>
          <p:spPr>
            <a:xfrm>
              <a:off x="-122100" y="-123950"/>
              <a:ext cx="8572500" cy="5118300"/>
            </a:xfrm>
            <a:prstGeom prst="bentConnector3">
              <a:avLst>
                <a:gd fmla="val 5355" name="adj1"/>
              </a:avLst>
            </a:prstGeom>
            <a:noFill/>
            <a:ln cap="flat" cmpd="sng" w="19050">
              <a:solidFill>
                <a:schemeClr val="lt2"/>
              </a:solidFill>
              <a:prstDash val="solid"/>
              <a:round/>
              <a:headEnd len="med" w="med" type="none"/>
              <a:tailEnd len="med" w="med" type="oval"/>
            </a:ln>
          </p:spPr>
        </p:cxnSp>
        <p:cxnSp>
          <p:nvCxnSpPr>
            <p:cNvPr id="887" name="Google Shape;887;p76"/>
            <p:cNvCxnSpPr/>
            <p:nvPr/>
          </p:nvCxnSpPr>
          <p:spPr>
            <a:xfrm>
              <a:off x="-313975" y="-235500"/>
              <a:ext cx="8572500" cy="5118300"/>
            </a:xfrm>
            <a:prstGeom prst="bentConnector3">
              <a:avLst>
                <a:gd fmla="val 5355" name="adj1"/>
              </a:avLst>
            </a:prstGeom>
            <a:noFill/>
            <a:ln cap="flat" cmpd="sng" w="19050">
              <a:solidFill>
                <a:schemeClr val="lt2"/>
              </a:solidFill>
              <a:prstDash val="solid"/>
              <a:round/>
              <a:headEnd len="med" w="med" type="none"/>
              <a:tailEnd len="med" w="med" type="oval"/>
            </a:ln>
          </p:spPr>
        </p:cxnSp>
      </p:grpSp>
      <p:grpSp>
        <p:nvGrpSpPr>
          <p:cNvPr id="888" name="Google Shape;888;p76"/>
          <p:cNvGrpSpPr/>
          <p:nvPr/>
        </p:nvGrpSpPr>
        <p:grpSpPr>
          <a:xfrm>
            <a:off x="8576588" y="4496315"/>
            <a:ext cx="422946" cy="368845"/>
            <a:chOff x="8576588" y="4496315"/>
            <a:chExt cx="422946" cy="368845"/>
          </a:xfrm>
        </p:grpSpPr>
        <p:sp>
          <p:nvSpPr>
            <p:cNvPr id="889" name="Google Shape;889;p76"/>
            <p:cNvSpPr/>
            <p:nvPr/>
          </p:nvSpPr>
          <p:spPr>
            <a:xfrm rot="-5400000">
              <a:off x="8576580" y="4720848"/>
              <a:ext cx="144320" cy="144304"/>
            </a:xfrm>
            <a:custGeom>
              <a:rect b="b" l="l" r="r" t="t"/>
              <a:pathLst>
                <a:path extrusionOk="0" h="3298" w="3298">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0" name="Google Shape;890;p76"/>
            <p:cNvSpPr/>
            <p:nvPr/>
          </p:nvSpPr>
          <p:spPr>
            <a:xfrm rot="-5400000">
              <a:off x="8775019" y="4496328"/>
              <a:ext cx="224528" cy="224503"/>
            </a:xfrm>
            <a:custGeom>
              <a:rect b="b" l="l" r="r" t="t"/>
              <a:pathLst>
                <a:path extrusionOk="0" h="3298" w="3298">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891" name="Shape 891"/>
        <p:cNvGrpSpPr/>
        <p:nvPr/>
      </p:nvGrpSpPr>
      <p:grpSpPr>
        <a:xfrm>
          <a:off x="0" y="0"/>
          <a:ext cx="0" cy="0"/>
          <a:chOff x="0" y="0"/>
          <a:chExt cx="0" cy="0"/>
        </a:xfrm>
      </p:grpSpPr>
      <p:sp>
        <p:nvSpPr>
          <p:cNvPr id="892" name="Google Shape;892;p7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893" name="Google Shape;893;p77"/>
          <p:cNvSpPr txBox="1"/>
          <p:nvPr>
            <p:ph idx="1" type="subTitle"/>
          </p:nvPr>
        </p:nvSpPr>
        <p:spPr>
          <a:xfrm>
            <a:off x="720000" y="1268825"/>
            <a:ext cx="7704000" cy="8037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grpSp>
        <p:nvGrpSpPr>
          <p:cNvPr id="894" name="Google Shape;894;p77"/>
          <p:cNvGrpSpPr/>
          <p:nvPr/>
        </p:nvGrpSpPr>
        <p:grpSpPr>
          <a:xfrm>
            <a:off x="8217450" y="-781975"/>
            <a:ext cx="1124700" cy="6431700"/>
            <a:chOff x="8217450" y="-781975"/>
            <a:chExt cx="1124700" cy="6431700"/>
          </a:xfrm>
        </p:grpSpPr>
        <p:cxnSp>
          <p:nvCxnSpPr>
            <p:cNvPr id="895" name="Google Shape;895;p77"/>
            <p:cNvCxnSpPr/>
            <p:nvPr/>
          </p:nvCxnSpPr>
          <p:spPr>
            <a:xfrm rot="5400000">
              <a:off x="7864150" y="-105625"/>
              <a:ext cx="2082300" cy="729600"/>
            </a:xfrm>
            <a:prstGeom prst="bentConnector3">
              <a:avLst>
                <a:gd fmla="val 43507" name="adj1"/>
              </a:avLst>
            </a:prstGeom>
            <a:noFill/>
            <a:ln cap="flat" cmpd="sng" w="19050">
              <a:solidFill>
                <a:schemeClr val="lt2"/>
              </a:solidFill>
              <a:prstDash val="solid"/>
              <a:round/>
              <a:headEnd len="med" w="med" type="none"/>
              <a:tailEnd len="med" w="med" type="oval"/>
            </a:ln>
          </p:spPr>
        </p:cxnSp>
        <p:cxnSp>
          <p:nvCxnSpPr>
            <p:cNvPr id="896" name="Google Shape;896;p77"/>
            <p:cNvCxnSpPr/>
            <p:nvPr/>
          </p:nvCxnSpPr>
          <p:spPr>
            <a:xfrm rot="5400000">
              <a:off x="8105550" y="-44125"/>
              <a:ext cx="1866600" cy="606600"/>
            </a:xfrm>
            <a:prstGeom prst="bentConnector3">
              <a:avLst>
                <a:gd fmla="val 50000" name="adj1"/>
              </a:avLst>
            </a:prstGeom>
            <a:noFill/>
            <a:ln cap="flat" cmpd="sng" w="19050">
              <a:solidFill>
                <a:schemeClr val="lt2"/>
              </a:solidFill>
              <a:prstDash val="solid"/>
              <a:round/>
              <a:headEnd len="med" w="med" type="none"/>
              <a:tailEnd len="med" w="med" type="oval"/>
            </a:ln>
          </p:spPr>
        </p:cxnSp>
        <p:cxnSp>
          <p:nvCxnSpPr>
            <p:cNvPr id="897" name="Google Shape;897;p77"/>
            <p:cNvCxnSpPr/>
            <p:nvPr/>
          </p:nvCxnSpPr>
          <p:spPr>
            <a:xfrm rot="-5400000">
              <a:off x="7613150" y="4243775"/>
              <a:ext cx="2082300" cy="729600"/>
            </a:xfrm>
            <a:prstGeom prst="bentConnector3">
              <a:avLst>
                <a:gd fmla="val 43507" name="adj1"/>
              </a:avLst>
            </a:prstGeom>
            <a:noFill/>
            <a:ln cap="flat" cmpd="sng" w="19050">
              <a:solidFill>
                <a:schemeClr val="lt2"/>
              </a:solidFill>
              <a:prstDash val="solid"/>
              <a:round/>
              <a:headEnd len="med" w="med" type="none"/>
              <a:tailEnd len="med" w="med" type="oval"/>
            </a:ln>
          </p:spPr>
        </p:cxnSp>
        <p:cxnSp>
          <p:nvCxnSpPr>
            <p:cNvPr id="898" name="Google Shape;898;p77"/>
            <p:cNvCxnSpPr/>
            <p:nvPr/>
          </p:nvCxnSpPr>
          <p:spPr>
            <a:xfrm rot="-5400000">
              <a:off x="7587450" y="4305275"/>
              <a:ext cx="1866600" cy="606600"/>
            </a:xfrm>
            <a:prstGeom prst="bentConnector3">
              <a:avLst>
                <a:gd fmla="val 50000" name="adj1"/>
              </a:avLst>
            </a:prstGeom>
            <a:noFill/>
            <a:ln cap="flat" cmpd="sng" w="19050">
              <a:solidFill>
                <a:schemeClr val="lt2"/>
              </a:solidFill>
              <a:prstDash val="solid"/>
              <a:round/>
              <a:headEnd len="med" w="med" type="none"/>
              <a:tailEnd len="med" w="med" type="oval"/>
            </a:ln>
          </p:spPr>
        </p:cxnSp>
      </p:grpSp>
      <p:grpSp>
        <p:nvGrpSpPr>
          <p:cNvPr id="899" name="Google Shape;899;p77"/>
          <p:cNvGrpSpPr/>
          <p:nvPr/>
        </p:nvGrpSpPr>
        <p:grpSpPr>
          <a:xfrm>
            <a:off x="8618643" y="1192466"/>
            <a:ext cx="400449" cy="2933146"/>
            <a:chOff x="7553711" y="-2334286"/>
            <a:chExt cx="455625" cy="3337292"/>
          </a:xfrm>
        </p:grpSpPr>
        <p:sp>
          <p:nvSpPr>
            <p:cNvPr id="900" name="Google Shape;900;p77"/>
            <p:cNvSpPr/>
            <p:nvPr/>
          </p:nvSpPr>
          <p:spPr>
            <a:xfrm>
              <a:off x="7728940" y="-1977361"/>
              <a:ext cx="280396" cy="280396"/>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77"/>
            <p:cNvSpPr/>
            <p:nvPr/>
          </p:nvSpPr>
          <p:spPr>
            <a:xfrm>
              <a:off x="7766124" y="796950"/>
              <a:ext cx="206055" cy="206055"/>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77"/>
            <p:cNvSpPr/>
            <p:nvPr/>
          </p:nvSpPr>
          <p:spPr>
            <a:xfrm>
              <a:off x="7553711" y="-2334286"/>
              <a:ext cx="151325" cy="151325"/>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903" name="Shape 903"/>
        <p:cNvGrpSpPr/>
        <p:nvPr/>
      </p:nvGrpSpPr>
      <p:grpSpPr>
        <a:xfrm>
          <a:off x="0" y="0"/>
          <a:ext cx="0" cy="0"/>
          <a:chOff x="0" y="0"/>
          <a:chExt cx="0" cy="0"/>
        </a:xfrm>
      </p:grpSpPr>
      <p:sp>
        <p:nvSpPr>
          <p:cNvPr id="904" name="Google Shape;904;p7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05" name="Google Shape;905;p78"/>
          <p:cNvSpPr txBox="1"/>
          <p:nvPr>
            <p:ph idx="1" type="subTitle"/>
          </p:nvPr>
        </p:nvSpPr>
        <p:spPr>
          <a:xfrm>
            <a:off x="2185575" y="2009825"/>
            <a:ext cx="5249100" cy="6066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SzPts val="2800"/>
              <a:buNone/>
              <a:defRPr sz="1400"/>
            </a:lvl1pPr>
            <a:lvl2pPr lvl="1">
              <a:lnSpc>
                <a:spcPct val="115000"/>
              </a:lnSpc>
              <a:spcBef>
                <a:spcPts val="0"/>
              </a:spcBef>
              <a:spcAft>
                <a:spcPts val="0"/>
              </a:spcAft>
              <a:buSzPts val="2800"/>
              <a:buNone/>
              <a:defRPr sz="2800"/>
            </a:lvl2pPr>
            <a:lvl3pPr lvl="2">
              <a:lnSpc>
                <a:spcPct val="115000"/>
              </a:lnSpc>
              <a:spcBef>
                <a:spcPts val="0"/>
              </a:spcBef>
              <a:spcAft>
                <a:spcPts val="0"/>
              </a:spcAft>
              <a:buSzPts val="2800"/>
              <a:buNone/>
              <a:defRPr sz="2800"/>
            </a:lvl3pPr>
            <a:lvl4pPr lvl="3">
              <a:lnSpc>
                <a:spcPct val="115000"/>
              </a:lnSpc>
              <a:spcBef>
                <a:spcPts val="0"/>
              </a:spcBef>
              <a:spcAft>
                <a:spcPts val="0"/>
              </a:spcAft>
              <a:buSzPts val="2800"/>
              <a:buNone/>
              <a:defRPr sz="2800"/>
            </a:lvl4pPr>
            <a:lvl5pPr lvl="4">
              <a:lnSpc>
                <a:spcPct val="115000"/>
              </a:lnSpc>
              <a:spcBef>
                <a:spcPts val="0"/>
              </a:spcBef>
              <a:spcAft>
                <a:spcPts val="0"/>
              </a:spcAft>
              <a:buSzPts val="2800"/>
              <a:buNone/>
              <a:defRPr sz="2800"/>
            </a:lvl5pPr>
            <a:lvl6pPr lvl="5">
              <a:lnSpc>
                <a:spcPct val="115000"/>
              </a:lnSpc>
              <a:spcBef>
                <a:spcPts val="0"/>
              </a:spcBef>
              <a:spcAft>
                <a:spcPts val="0"/>
              </a:spcAft>
              <a:buSzPts val="2800"/>
              <a:buNone/>
              <a:defRPr sz="2800"/>
            </a:lvl6pPr>
            <a:lvl7pPr lvl="6">
              <a:lnSpc>
                <a:spcPct val="115000"/>
              </a:lnSpc>
              <a:spcBef>
                <a:spcPts val="0"/>
              </a:spcBef>
              <a:spcAft>
                <a:spcPts val="0"/>
              </a:spcAft>
              <a:buSzPts val="2800"/>
              <a:buNone/>
              <a:defRPr sz="2800"/>
            </a:lvl7pPr>
            <a:lvl8pPr lvl="7">
              <a:lnSpc>
                <a:spcPct val="115000"/>
              </a:lnSpc>
              <a:spcBef>
                <a:spcPts val="0"/>
              </a:spcBef>
              <a:spcAft>
                <a:spcPts val="0"/>
              </a:spcAft>
              <a:buSzPts val="2800"/>
              <a:buNone/>
              <a:defRPr sz="2800"/>
            </a:lvl8pPr>
            <a:lvl9pPr lvl="8">
              <a:lnSpc>
                <a:spcPct val="115000"/>
              </a:lnSpc>
              <a:spcBef>
                <a:spcPts val="0"/>
              </a:spcBef>
              <a:spcAft>
                <a:spcPts val="0"/>
              </a:spcAft>
              <a:buSzPts val="2800"/>
              <a:buNone/>
              <a:defRPr sz="2800"/>
            </a:lvl9pPr>
          </a:lstStyle>
          <a:p/>
        </p:txBody>
      </p:sp>
      <p:sp>
        <p:nvSpPr>
          <p:cNvPr id="906" name="Google Shape;906;p78"/>
          <p:cNvSpPr txBox="1"/>
          <p:nvPr>
            <p:ph idx="2" type="subTitle"/>
          </p:nvPr>
        </p:nvSpPr>
        <p:spPr>
          <a:xfrm>
            <a:off x="2185575" y="3459225"/>
            <a:ext cx="5249100" cy="6426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SzPts val="2800"/>
              <a:buNone/>
              <a:defRPr sz="1400"/>
            </a:lvl1pPr>
            <a:lvl2pPr lvl="1">
              <a:lnSpc>
                <a:spcPct val="115000"/>
              </a:lnSpc>
              <a:spcBef>
                <a:spcPts val="0"/>
              </a:spcBef>
              <a:spcAft>
                <a:spcPts val="0"/>
              </a:spcAft>
              <a:buSzPts val="2800"/>
              <a:buNone/>
              <a:defRPr sz="2800"/>
            </a:lvl2pPr>
            <a:lvl3pPr lvl="2">
              <a:lnSpc>
                <a:spcPct val="115000"/>
              </a:lnSpc>
              <a:spcBef>
                <a:spcPts val="0"/>
              </a:spcBef>
              <a:spcAft>
                <a:spcPts val="0"/>
              </a:spcAft>
              <a:buSzPts val="2800"/>
              <a:buNone/>
              <a:defRPr sz="2800"/>
            </a:lvl3pPr>
            <a:lvl4pPr lvl="3">
              <a:lnSpc>
                <a:spcPct val="115000"/>
              </a:lnSpc>
              <a:spcBef>
                <a:spcPts val="0"/>
              </a:spcBef>
              <a:spcAft>
                <a:spcPts val="0"/>
              </a:spcAft>
              <a:buSzPts val="2800"/>
              <a:buNone/>
              <a:defRPr sz="2800"/>
            </a:lvl4pPr>
            <a:lvl5pPr lvl="4">
              <a:lnSpc>
                <a:spcPct val="115000"/>
              </a:lnSpc>
              <a:spcBef>
                <a:spcPts val="0"/>
              </a:spcBef>
              <a:spcAft>
                <a:spcPts val="0"/>
              </a:spcAft>
              <a:buSzPts val="2800"/>
              <a:buNone/>
              <a:defRPr sz="2800"/>
            </a:lvl5pPr>
            <a:lvl6pPr lvl="5">
              <a:lnSpc>
                <a:spcPct val="115000"/>
              </a:lnSpc>
              <a:spcBef>
                <a:spcPts val="0"/>
              </a:spcBef>
              <a:spcAft>
                <a:spcPts val="0"/>
              </a:spcAft>
              <a:buSzPts val="2800"/>
              <a:buNone/>
              <a:defRPr sz="2800"/>
            </a:lvl6pPr>
            <a:lvl7pPr lvl="6">
              <a:lnSpc>
                <a:spcPct val="115000"/>
              </a:lnSpc>
              <a:spcBef>
                <a:spcPts val="0"/>
              </a:spcBef>
              <a:spcAft>
                <a:spcPts val="0"/>
              </a:spcAft>
              <a:buSzPts val="2800"/>
              <a:buNone/>
              <a:defRPr sz="2800"/>
            </a:lvl7pPr>
            <a:lvl8pPr lvl="7">
              <a:lnSpc>
                <a:spcPct val="115000"/>
              </a:lnSpc>
              <a:spcBef>
                <a:spcPts val="0"/>
              </a:spcBef>
              <a:spcAft>
                <a:spcPts val="0"/>
              </a:spcAft>
              <a:buSzPts val="2800"/>
              <a:buNone/>
              <a:defRPr sz="2800"/>
            </a:lvl8pPr>
            <a:lvl9pPr lvl="8">
              <a:lnSpc>
                <a:spcPct val="115000"/>
              </a:lnSpc>
              <a:spcBef>
                <a:spcPts val="0"/>
              </a:spcBef>
              <a:spcAft>
                <a:spcPts val="0"/>
              </a:spcAft>
              <a:buSzPts val="2800"/>
              <a:buNone/>
              <a:defRPr sz="2800"/>
            </a:lvl9pPr>
          </a:lstStyle>
          <a:p/>
        </p:txBody>
      </p:sp>
      <p:sp>
        <p:nvSpPr>
          <p:cNvPr id="907" name="Google Shape;907;p78"/>
          <p:cNvSpPr txBox="1"/>
          <p:nvPr>
            <p:ph idx="3" type="subTitle"/>
          </p:nvPr>
        </p:nvSpPr>
        <p:spPr>
          <a:xfrm>
            <a:off x="2185575" y="1636925"/>
            <a:ext cx="5249100" cy="3699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SzPts val="2400"/>
              <a:buFont typeface="Sora"/>
              <a:buNone/>
              <a:defRPr b="1" sz="2000">
                <a:latin typeface="Sora"/>
                <a:ea typeface="Sora"/>
                <a:cs typeface="Sora"/>
                <a:sym typeface="Sora"/>
              </a:defRPr>
            </a:lvl1pPr>
            <a:lvl2pPr lvl="1">
              <a:lnSpc>
                <a:spcPct val="115000"/>
              </a:lnSpc>
              <a:spcBef>
                <a:spcPts val="0"/>
              </a:spcBef>
              <a:spcAft>
                <a:spcPts val="0"/>
              </a:spcAft>
              <a:buSzPts val="2400"/>
              <a:buFont typeface="Sora"/>
              <a:buNone/>
              <a:defRPr b="1" sz="2400">
                <a:latin typeface="Sora"/>
                <a:ea typeface="Sora"/>
                <a:cs typeface="Sora"/>
                <a:sym typeface="Sora"/>
              </a:defRPr>
            </a:lvl2pPr>
            <a:lvl3pPr lvl="2">
              <a:lnSpc>
                <a:spcPct val="115000"/>
              </a:lnSpc>
              <a:spcBef>
                <a:spcPts val="0"/>
              </a:spcBef>
              <a:spcAft>
                <a:spcPts val="0"/>
              </a:spcAft>
              <a:buSzPts val="2400"/>
              <a:buFont typeface="Sora"/>
              <a:buNone/>
              <a:defRPr b="1" sz="2400">
                <a:latin typeface="Sora"/>
                <a:ea typeface="Sora"/>
                <a:cs typeface="Sora"/>
                <a:sym typeface="Sora"/>
              </a:defRPr>
            </a:lvl3pPr>
            <a:lvl4pPr lvl="3">
              <a:lnSpc>
                <a:spcPct val="115000"/>
              </a:lnSpc>
              <a:spcBef>
                <a:spcPts val="0"/>
              </a:spcBef>
              <a:spcAft>
                <a:spcPts val="0"/>
              </a:spcAft>
              <a:buSzPts val="2400"/>
              <a:buFont typeface="Sora"/>
              <a:buNone/>
              <a:defRPr b="1" sz="2400">
                <a:latin typeface="Sora"/>
                <a:ea typeface="Sora"/>
                <a:cs typeface="Sora"/>
                <a:sym typeface="Sora"/>
              </a:defRPr>
            </a:lvl4pPr>
            <a:lvl5pPr lvl="4">
              <a:lnSpc>
                <a:spcPct val="115000"/>
              </a:lnSpc>
              <a:spcBef>
                <a:spcPts val="0"/>
              </a:spcBef>
              <a:spcAft>
                <a:spcPts val="0"/>
              </a:spcAft>
              <a:buSzPts val="2400"/>
              <a:buFont typeface="Sora"/>
              <a:buNone/>
              <a:defRPr b="1" sz="2400">
                <a:latin typeface="Sora"/>
                <a:ea typeface="Sora"/>
                <a:cs typeface="Sora"/>
                <a:sym typeface="Sora"/>
              </a:defRPr>
            </a:lvl5pPr>
            <a:lvl6pPr lvl="5">
              <a:lnSpc>
                <a:spcPct val="115000"/>
              </a:lnSpc>
              <a:spcBef>
                <a:spcPts val="0"/>
              </a:spcBef>
              <a:spcAft>
                <a:spcPts val="0"/>
              </a:spcAft>
              <a:buSzPts val="2400"/>
              <a:buFont typeface="Sora"/>
              <a:buNone/>
              <a:defRPr b="1" sz="2400">
                <a:latin typeface="Sora"/>
                <a:ea typeface="Sora"/>
                <a:cs typeface="Sora"/>
                <a:sym typeface="Sora"/>
              </a:defRPr>
            </a:lvl6pPr>
            <a:lvl7pPr lvl="6">
              <a:lnSpc>
                <a:spcPct val="115000"/>
              </a:lnSpc>
              <a:spcBef>
                <a:spcPts val="0"/>
              </a:spcBef>
              <a:spcAft>
                <a:spcPts val="0"/>
              </a:spcAft>
              <a:buSzPts val="2400"/>
              <a:buFont typeface="Sora"/>
              <a:buNone/>
              <a:defRPr b="1" sz="2400">
                <a:latin typeface="Sora"/>
                <a:ea typeface="Sora"/>
                <a:cs typeface="Sora"/>
                <a:sym typeface="Sora"/>
              </a:defRPr>
            </a:lvl7pPr>
            <a:lvl8pPr lvl="7">
              <a:lnSpc>
                <a:spcPct val="115000"/>
              </a:lnSpc>
              <a:spcBef>
                <a:spcPts val="0"/>
              </a:spcBef>
              <a:spcAft>
                <a:spcPts val="0"/>
              </a:spcAft>
              <a:buSzPts val="2400"/>
              <a:buFont typeface="Sora"/>
              <a:buNone/>
              <a:defRPr b="1" sz="2400">
                <a:latin typeface="Sora"/>
                <a:ea typeface="Sora"/>
                <a:cs typeface="Sora"/>
                <a:sym typeface="Sora"/>
              </a:defRPr>
            </a:lvl8pPr>
            <a:lvl9pPr lvl="8">
              <a:lnSpc>
                <a:spcPct val="115000"/>
              </a:lnSpc>
              <a:spcBef>
                <a:spcPts val="0"/>
              </a:spcBef>
              <a:spcAft>
                <a:spcPts val="0"/>
              </a:spcAft>
              <a:buSzPts val="2400"/>
              <a:buFont typeface="Sora"/>
              <a:buNone/>
              <a:defRPr b="1" sz="2400">
                <a:latin typeface="Sora"/>
                <a:ea typeface="Sora"/>
                <a:cs typeface="Sora"/>
                <a:sym typeface="Sora"/>
              </a:defRPr>
            </a:lvl9pPr>
          </a:lstStyle>
          <a:p/>
        </p:txBody>
      </p:sp>
      <p:sp>
        <p:nvSpPr>
          <p:cNvPr id="908" name="Google Shape;908;p78"/>
          <p:cNvSpPr txBox="1"/>
          <p:nvPr>
            <p:ph idx="4" type="subTitle"/>
          </p:nvPr>
        </p:nvSpPr>
        <p:spPr>
          <a:xfrm>
            <a:off x="2185575" y="3089325"/>
            <a:ext cx="5249100" cy="3699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SzPts val="2400"/>
              <a:buFont typeface="Sora"/>
              <a:buNone/>
              <a:defRPr b="1" sz="2000">
                <a:latin typeface="Sora"/>
                <a:ea typeface="Sora"/>
                <a:cs typeface="Sora"/>
                <a:sym typeface="Sora"/>
              </a:defRPr>
            </a:lvl1pPr>
            <a:lvl2pPr lvl="1">
              <a:lnSpc>
                <a:spcPct val="115000"/>
              </a:lnSpc>
              <a:spcBef>
                <a:spcPts val="0"/>
              </a:spcBef>
              <a:spcAft>
                <a:spcPts val="0"/>
              </a:spcAft>
              <a:buSzPts val="2400"/>
              <a:buFont typeface="Sora"/>
              <a:buNone/>
              <a:defRPr b="1" sz="2400">
                <a:latin typeface="Sora"/>
                <a:ea typeface="Sora"/>
                <a:cs typeface="Sora"/>
                <a:sym typeface="Sora"/>
              </a:defRPr>
            </a:lvl2pPr>
            <a:lvl3pPr lvl="2">
              <a:lnSpc>
                <a:spcPct val="115000"/>
              </a:lnSpc>
              <a:spcBef>
                <a:spcPts val="0"/>
              </a:spcBef>
              <a:spcAft>
                <a:spcPts val="0"/>
              </a:spcAft>
              <a:buSzPts val="2400"/>
              <a:buFont typeface="Sora"/>
              <a:buNone/>
              <a:defRPr b="1" sz="2400">
                <a:latin typeface="Sora"/>
                <a:ea typeface="Sora"/>
                <a:cs typeface="Sora"/>
                <a:sym typeface="Sora"/>
              </a:defRPr>
            </a:lvl3pPr>
            <a:lvl4pPr lvl="3">
              <a:lnSpc>
                <a:spcPct val="115000"/>
              </a:lnSpc>
              <a:spcBef>
                <a:spcPts val="0"/>
              </a:spcBef>
              <a:spcAft>
                <a:spcPts val="0"/>
              </a:spcAft>
              <a:buSzPts val="2400"/>
              <a:buFont typeface="Sora"/>
              <a:buNone/>
              <a:defRPr b="1" sz="2400">
                <a:latin typeface="Sora"/>
                <a:ea typeface="Sora"/>
                <a:cs typeface="Sora"/>
                <a:sym typeface="Sora"/>
              </a:defRPr>
            </a:lvl4pPr>
            <a:lvl5pPr lvl="4">
              <a:lnSpc>
                <a:spcPct val="115000"/>
              </a:lnSpc>
              <a:spcBef>
                <a:spcPts val="0"/>
              </a:spcBef>
              <a:spcAft>
                <a:spcPts val="0"/>
              </a:spcAft>
              <a:buSzPts val="2400"/>
              <a:buFont typeface="Sora"/>
              <a:buNone/>
              <a:defRPr b="1" sz="2400">
                <a:latin typeface="Sora"/>
                <a:ea typeface="Sora"/>
                <a:cs typeface="Sora"/>
                <a:sym typeface="Sora"/>
              </a:defRPr>
            </a:lvl5pPr>
            <a:lvl6pPr lvl="5">
              <a:lnSpc>
                <a:spcPct val="115000"/>
              </a:lnSpc>
              <a:spcBef>
                <a:spcPts val="0"/>
              </a:spcBef>
              <a:spcAft>
                <a:spcPts val="0"/>
              </a:spcAft>
              <a:buSzPts val="2400"/>
              <a:buFont typeface="Sora"/>
              <a:buNone/>
              <a:defRPr b="1" sz="2400">
                <a:latin typeface="Sora"/>
                <a:ea typeface="Sora"/>
                <a:cs typeface="Sora"/>
                <a:sym typeface="Sora"/>
              </a:defRPr>
            </a:lvl6pPr>
            <a:lvl7pPr lvl="6">
              <a:lnSpc>
                <a:spcPct val="115000"/>
              </a:lnSpc>
              <a:spcBef>
                <a:spcPts val="0"/>
              </a:spcBef>
              <a:spcAft>
                <a:spcPts val="0"/>
              </a:spcAft>
              <a:buSzPts val="2400"/>
              <a:buFont typeface="Sora"/>
              <a:buNone/>
              <a:defRPr b="1" sz="2400">
                <a:latin typeface="Sora"/>
                <a:ea typeface="Sora"/>
                <a:cs typeface="Sora"/>
                <a:sym typeface="Sora"/>
              </a:defRPr>
            </a:lvl7pPr>
            <a:lvl8pPr lvl="7">
              <a:lnSpc>
                <a:spcPct val="115000"/>
              </a:lnSpc>
              <a:spcBef>
                <a:spcPts val="0"/>
              </a:spcBef>
              <a:spcAft>
                <a:spcPts val="0"/>
              </a:spcAft>
              <a:buSzPts val="2400"/>
              <a:buFont typeface="Sora"/>
              <a:buNone/>
              <a:defRPr b="1" sz="2400">
                <a:latin typeface="Sora"/>
                <a:ea typeface="Sora"/>
                <a:cs typeface="Sora"/>
                <a:sym typeface="Sora"/>
              </a:defRPr>
            </a:lvl8pPr>
            <a:lvl9pPr lvl="8">
              <a:lnSpc>
                <a:spcPct val="115000"/>
              </a:lnSpc>
              <a:spcBef>
                <a:spcPts val="0"/>
              </a:spcBef>
              <a:spcAft>
                <a:spcPts val="0"/>
              </a:spcAft>
              <a:buSzPts val="2400"/>
              <a:buFont typeface="Sora"/>
              <a:buNone/>
              <a:defRPr b="1" sz="2400">
                <a:latin typeface="Sora"/>
                <a:ea typeface="Sora"/>
                <a:cs typeface="Sora"/>
                <a:sym typeface="Sora"/>
              </a:defRPr>
            </a:lvl9pPr>
          </a:lstStyle>
          <a:p/>
        </p:txBody>
      </p:sp>
      <p:grpSp>
        <p:nvGrpSpPr>
          <p:cNvPr id="909" name="Google Shape;909;p78"/>
          <p:cNvGrpSpPr/>
          <p:nvPr/>
        </p:nvGrpSpPr>
        <p:grpSpPr>
          <a:xfrm>
            <a:off x="-215750" y="-592117"/>
            <a:ext cx="9367675" cy="5637900"/>
            <a:chOff x="-215750" y="-592117"/>
            <a:chExt cx="9367675" cy="5637900"/>
          </a:xfrm>
        </p:grpSpPr>
        <p:grpSp>
          <p:nvGrpSpPr>
            <p:cNvPr id="910" name="Google Shape;910;p78"/>
            <p:cNvGrpSpPr/>
            <p:nvPr/>
          </p:nvGrpSpPr>
          <p:grpSpPr>
            <a:xfrm>
              <a:off x="-215750" y="-592117"/>
              <a:ext cx="9215275" cy="5485500"/>
              <a:chOff x="-215750" y="-592117"/>
              <a:chExt cx="9215275" cy="5485500"/>
            </a:xfrm>
          </p:grpSpPr>
          <p:cxnSp>
            <p:nvCxnSpPr>
              <p:cNvPr id="911" name="Google Shape;911;p78"/>
              <p:cNvCxnSpPr/>
              <p:nvPr/>
            </p:nvCxnSpPr>
            <p:spPr>
              <a:xfrm>
                <a:off x="67325" y="-592117"/>
                <a:ext cx="8932200" cy="5485500"/>
              </a:xfrm>
              <a:prstGeom prst="bentConnector3">
                <a:avLst>
                  <a:gd fmla="val 814" name="adj1"/>
                </a:avLst>
              </a:prstGeom>
              <a:noFill/>
              <a:ln cap="flat" cmpd="sng" w="19050">
                <a:solidFill>
                  <a:schemeClr val="lt2"/>
                </a:solidFill>
                <a:prstDash val="solid"/>
                <a:round/>
                <a:headEnd len="med" w="med" type="none"/>
                <a:tailEnd len="med" w="med" type="oval"/>
              </a:ln>
            </p:spPr>
          </p:cxnSp>
          <p:cxnSp>
            <p:nvCxnSpPr>
              <p:cNvPr id="912" name="Google Shape;912;p78"/>
              <p:cNvCxnSpPr/>
              <p:nvPr/>
            </p:nvCxnSpPr>
            <p:spPr>
              <a:xfrm>
                <a:off x="-215750" y="165250"/>
                <a:ext cx="9111900" cy="126000"/>
              </a:xfrm>
              <a:prstGeom prst="bentConnector3">
                <a:avLst>
                  <a:gd fmla="val 50000" name="adj1"/>
                </a:avLst>
              </a:prstGeom>
              <a:noFill/>
              <a:ln cap="flat" cmpd="sng" w="19050">
                <a:solidFill>
                  <a:schemeClr val="lt2"/>
                </a:solidFill>
                <a:prstDash val="solid"/>
                <a:round/>
                <a:headEnd len="med" w="med" type="none"/>
                <a:tailEnd len="med" w="med" type="oval"/>
              </a:ln>
            </p:spPr>
          </p:cxnSp>
        </p:grpSp>
        <p:cxnSp>
          <p:nvCxnSpPr>
            <p:cNvPr id="913" name="Google Shape;913;p78"/>
            <p:cNvCxnSpPr/>
            <p:nvPr/>
          </p:nvCxnSpPr>
          <p:spPr>
            <a:xfrm>
              <a:off x="-63350" y="317650"/>
              <a:ext cx="9111900" cy="126000"/>
            </a:xfrm>
            <a:prstGeom prst="bentConnector3">
              <a:avLst>
                <a:gd fmla="val 46942" name="adj1"/>
              </a:avLst>
            </a:prstGeom>
            <a:noFill/>
            <a:ln cap="flat" cmpd="sng" w="19050">
              <a:solidFill>
                <a:schemeClr val="lt2"/>
              </a:solidFill>
              <a:prstDash val="solid"/>
              <a:round/>
              <a:headEnd len="med" w="med" type="none"/>
              <a:tailEnd len="med" w="med" type="oval"/>
            </a:ln>
          </p:spPr>
        </p:cxnSp>
        <p:cxnSp>
          <p:nvCxnSpPr>
            <p:cNvPr id="914" name="Google Shape;914;p78"/>
            <p:cNvCxnSpPr/>
            <p:nvPr/>
          </p:nvCxnSpPr>
          <p:spPr>
            <a:xfrm>
              <a:off x="219725" y="-439717"/>
              <a:ext cx="8932200" cy="5485500"/>
            </a:xfrm>
            <a:prstGeom prst="bentConnector3">
              <a:avLst>
                <a:gd fmla="val 814" name="adj1"/>
              </a:avLst>
            </a:prstGeom>
            <a:noFill/>
            <a:ln cap="flat" cmpd="sng" w="19050">
              <a:solidFill>
                <a:schemeClr val="lt2"/>
              </a:solidFill>
              <a:prstDash val="solid"/>
              <a:round/>
              <a:headEnd len="med" w="med" type="none"/>
              <a:tailEnd len="med" w="med" type="oval"/>
            </a:ln>
          </p:spPr>
        </p:cxnSp>
      </p:grpSp>
      <p:grpSp>
        <p:nvGrpSpPr>
          <p:cNvPr id="915" name="Google Shape;915;p78"/>
          <p:cNvGrpSpPr/>
          <p:nvPr/>
        </p:nvGrpSpPr>
        <p:grpSpPr>
          <a:xfrm>
            <a:off x="8430781" y="-10172"/>
            <a:ext cx="568753" cy="4875332"/>
            <a:chOff x="8430781" y="-10172"/>
            <a:chExt cx="568753" cy="4875332"/>
          </a:xfrm>
        </p:grpSpPr>
        <p:grpSp>
          <p:nvGrpSpPr>
            <p:cNvPr id="916" name="Google Shape;916;p78"/>
            <p:cNvGrpSpPr/>
            <p:nvPr/>
          </p:nvGrpSpPr>
          <p:grpSpPr>
            <a:xfrm>
              <a:off x="8576588" y="4496315"/>
              <a:ext cx="422946" cy="368845"/>
              <a:chOff x="8576588" y="4496315"/>
              <a:chExt cx="422946" cy="368845"/>
            </a:xfrm>
          </p:grpSpPr>
          <p:sp>
            <p:nvSpPr>
              <p:cNvPr id="917" name="Google Shape;917;p78"/>
              <p:cNvSpPr/>
              <p:nvPr/>
            </p:nvSpPr>
            <p:spPr>
              <a:xfrm rot="-5400000">
                <a:off x="8576580" y="4720848"/>
                <a:ext cx="144320" cy="144304"/>
              </a:xfrm>
              <a:custGeom>
                <a:rect b="b" l="l" r="r" t="t"/>
                <a:pathLst>
                  <a:path extrusionOk="0" h="3298" w="3298">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78"/>
              <p:cNvSpPr/>
              <p:nvPr/>
            </p:nvSpPr>
            <p:spPr>
              <a:xfrm rot="-5400000">
                <a:off x="8775019" y="4496328"/>
                <a:ext cx="224528" cy="224503"/>
              </a:xfrm>
              <a:custGeom>
                <a:rect b="b" l="l" r="r" t="t"/>
                <a:pathLst>
                  <a:path extrusionOk="0" h="3298" w="3298">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19" name="Google Shape;919;p78"/>
            <p:cNvGrpSpPr/>
            <p:nvPr/>
          </p:nvGrpSpPr>
          <p:grpSpPr>
            <a:xfrm>
              <a:off x="8430781" y="-10172"/>
              <a:ext cx="290111" cy="925970"/>
              <a:chOff x="8430781" y="3939190"/>
              <a:chExt cx="290111" cy="925970"/>
            </a:xfrm>
          </p:grpSpPr>
          <p:sp>
            <p:nvSpPr>
              <p:cNvPr id="920" name="Google Shape;920;p78"/>
              <p:cNvSpPr/>
              <p:nvPr/>
            </p:nvSpPr>
            <p:spPr>
              <a:xfrm rot="-5400000">
                <a:off x="8576580" y="4720848"/>
                <a:ext cx="144320" cy="144304"/>
              </a:xfrm>
              <a:custGeom>
                <a:rect b="b" l="l" r="r" t="t"/>
                <a:pathLst>
                  <a:path extrusionOk="0" h="3298" w="3298">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78"/>
              <p:cNvSpPr/>
              <p:nvPr/>
            </p:nvSpPr>
            <p:spPr>
              <a:xfrm rot="-5400000">
                <a:off x="8430769" y="3939203"/>
                <a:ext cx="224528" cy="224503"/>
              </a:xfrm>
              <a:custGeom>
                <a:rect b="b" l="l" r="r" t="t"/>
                <a:pathLst>
                  <a:path extrusionOk="0" h="3298" w="3298">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922" name="Shape 922"/>
        <p:cNvGrpSpPr/>
        <p:nvPr/>
      </p:nvGrpSpPr>
      <p:grpSpPr>
        <a:xfrm>
          <a:off x="0" y="0"/>
          <a:ext cx="0" cy="0"/>
          <a:chOff x="0" y="0"/>
          <a:chExt cx="0" cy="0"/>
        </a:xfrm>
      </p:grpSpPr>
      <p:sp>
        <p:nvSpPr>
          <p:cNvPr id="923" name="Google Shape;923;p7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24" name="Google Shape;924;p79"/>
          <p:cNvSpPr txBox="1"/>
          <p:nvPr>
            <p:ph idx="1" type="subTitle"/>
          </p:nvPr>
        </p:nvSpPr>
        <p:spPr>
          <a:xfrm>
            <a:off x="946900" y="1391225"/>
            <a:ext cx="3655800" cy="2788500"/>
          </a:xfrm>
          <a:prstGeom prst="rect">
            <a:avLst/>
          </a:prstGeom>
        </p:spPr>
        <p:txBody>
          <a:bodyPr anchorCtr="0" anchor="t" bIns="91425" lIns="91425" spcFirstLastPara="1" rIns="91425" wrap="square" tIns="91425">
            <a:noAutofit/>
          </a:bodyPr>
          <a:lstStyle>
            <a:lvl1pPr lvl="0">
              <a:spcBef>
                <a:spcPts val="0"/>
              </a:spcBef>
              <a:spcAft>
                <a:spcPts val="0"/>
              </a:spcAft>
              <a:buSzPts val="1400"/>
              <a:buChar char="●"/>
              <a:defRPr/>
            </a:lvl1pPr>
            <a:lvl2pPr lvl="1" algn="ctr">
              <a:lnSpc>
                <a:spcPct val="100000"/>
              </a:lnSpc>
              <a:spcBef>
                <a:spcPts val="0"/>
              </a:spcBef>
              <a:spcAft>
                <a:spcPts val="0"/>
              </a:spcAft>
              <a:buSzPts val="1400"/>
              <a:buChar char="○"/>
              <a:defRPr/>
            </a:lvl2pPr>
            <a:lvl3pPr lvl="2" algn="ctr">
              <a:lnSpc>
                <a:spcPct val="100000"/>
              </a:lnSpc>
              <a:spcBef>
                <a:spcPts val="0"/>
              </a:spcBef>
              <a:spcAft>
                <a:spcPts val="0"/>
              </a:spcAft>
              <a:buSzPts val="1400"/>
              <a:buChar char="■"/>
              <a:defRPr/>
            </a:lvl3pPr>
            <a:lvl4pPr lvl="3" algn="ctr">
              <a:lnSpc>
                <a:spcPct val="100000"/>
              </a:lnSpc>
              <a:spcBef>
                <a:spcPts val="0"/>
              </a:spcBef>
              <a:spcAft>
                <a:spcPts val="0"/>
              </a:spcAft>
              <a:buSzPts val="1400"/>
              <a:buChar char="●"/>
              <a:defRPr/>
            </a:lvl4pPr>
            <a:lvl5pPr lvl="4" algn="ctr">
              <a:lnSpc>
                <a:spcPct val="100000"/>
              </a:lnSpc>
              <a:spcBef>
                <a:spcPts val="0"/>
              </a:spcBef>
              <a:spcAft>
                <a:spcPts val="0"/>
              </a:spcAft>
              <a:buSzPts val="1400"/>
              <a:buChar char="○"/>
              <a:defRPr/>
            </a:lvl5pPr>
            <a:lvl6pPr lvl="5" algn="ctr">
              <a:lnSpc>
                <a:spcPct val="100000"/>
              </a:lnSpc>
              <a:spcBef>
                <a:spcPts val="0"/>
              </a:spcBef>
              <a:spcAft>
                <a:spcPts val="0"/>
              </a:spcAft>
              <a:buSzPts val="1400"/>
              <a:buChar char="■"/>
              <a:defRPr/>
            </a:lvl6pPr>
            <a:lvl7pPr lvl="6" algn="ctr">
              <a:lnSpc>
                <a:spcPct val="100000"/>
              </a:lnSpc>
              <a:spcBef>
                <a:spcPts val="0"/>
              </a:spcBef>
              <a:spcAft>
                <a:spcPts val="0"/>
              </a:spcAft>
              <a:buSzPts val="1400"/>
              <a:buChar char="●"/>
              <a:defRPr/>
            </a:lvl7pPr>
            <a:lvl8pPr lvl="7" algn="ctr">
              <a:lnSpc>
                <a:spcPct val="100000"/>
              </a:lnSpc>
              <a:spcBef>
                <a:spcPts val="0"/>
              </a:spcBef>
              <a:spcAft>
                <a:spcPts val="0"/>
              </a:spcAft>
              <a:buSzPts val="1400"/>
              <a:buChar char="○"/>
              <a:defRPr/>
            </a:lvl8pPr>
            <a:lvl9pPr lvl="8" algn="ctr">
              <a:lnSpc>
                <a:spcPct val="100000"/>
              </a:lnSpc>
              <a:spcBef>
                <a:spcPts val="0"/>
              </a:spcBef>
              <a:spcAft>
                <a:spcPts val="0"/>
              </a:spcAft>
              <a:buSzPts val="1400"/>
              <a:buChar char="■"/>
              <a:defRPr/>
            </a:lvl9pPr>
          </a:lstStyle>
          <a:p/>
        </p:txBody>
      </p:sp>
      <p:sp>
        <p:nvSpPr>
          <p:cNvPr id="925" name="Google Shape;925;p79"/>
          <p:cNvSpPr txBox="1"/>
          <p:nvPr>
            <p:ph idx="2" type="subTitle"/>
          </p:nvPr>
        </p:nvSpPr>
        <p:spPr>
          <a:xfrm>
            <a:off x="4768200" y="1391225"/>
            <a:ext cx="3655800" cy="2788500"/>
          </a:xfrm>
          <a:prstGeom prst="rect">
            <a:avLst/>
          </a:prstGeom>
        </p:spPr>
        <p:txBody>
          <a:bodyPr anchorCtr="0" anchor="t" bIns="91425" lIns="91425" spcFirstLastPara="1" rIns="91425" wrap="square" tIns="91425">
            <a:noAutofit/>
          </a:bodyPr>
          <a:lstStyle>
            <a:lvl1pPr lvl="0">
              <a:spcBef>
                <a:spcPts val="0"/>
              </a:spcBef>
              <a:spcAft>
                <a:spcPts val="0"/>
              </a:spcAft>
              <a:buSzPts val="1400"/>
              <a:buChar char="●"/>
              <a:defRPr b="1"/>
            </a:lvl1pPr>
            <a:lvl2pPr lvl="1" algn="ctr">
              <a:lnSpc>
                <a:spcPct val="100000"/>
              </a:lnSpc>
              <a:spcBef>
                <a:spcPts val="0"/>
              </a:spcBef>
              <a:spcAft>
                <a:spcPts val="0"/>
              </a:spcAft>
              <a:buSzPts val="1400"/>
              <a:buChar char="○"/>
              <a:defRPr/>
            </a:lvl2pPr>
            <a:lvl3pPr lvl="2" algn="ctr">
              <a:lnSpc>
                <a:spcPct val="100000"/>
              </a:lnSpc>
              <a:spcBef>
                <a:spcPts val="0"/>
              </a:spcBef>
              <a:spcAft>
                <a:spcPts val="0"/>
              </a:spcAft>
              <a:buSzPts val="1400"/>
              <a:buChar char="■"/>
              <a:defRPr/>
            </a:lvl3pPr>
            <a:lvl4pPr lvl="3" algn="ctr">
              <a:lnSpc>
                <a:spcPct val="100000"/>
              </a:lnSpc>
              <a:spcBef>
                <a:spcPts val="0"/>
              </a:spcBef>
              <a:spcAft>
                <a:spcPts val="0"/>
              </a:spcAft>
              <a:buSzPts val="1400"/>
              <a:buChar char="●"/>
              <a:defRPr/>
            </a:lvl4pPr>
            <a:lvl5pPr lvl="4" algn="ctr">
              <a:lnSpc>
                <a:spcPct val="100000"/>
              </a:lnSpc>
              <a:spcBef>
                <a:spcPts val="0"/>
              </a:spcBef>
              <a:spcAft>
                <a:spcPts val="0"/>
              </a:spcAft>
              <a:buSzPts val="1400"/>
              <a:buChar char="○"/>
              <a:defRPr/>
            </a:lvl5pPr>
            <a:lvl6pPr lvl="5" algn="ctr">
              <a:lnSpc>
                <a:spcPct val="100000"/>
              </a:lnSpc>
              <a:spcBef>
                <a:spcPts val="0"/>
              </a:spcBef>
              <a:spcAft>
                <a:spcPts val="0"/>
              </a:spcAft>
              <a:buSzPts val="1400"/>
              <a:buChar char="■"/>
              <a:defRPr/>
            </a:lvl6pPr>
            <a:lvl7pPr lvl="6" algn="ctr">
              <a:lnSpc>
                <a:spcPct val="100000"/>
              </a:lnSpc>
              <a:spcBef>
                <a:spcPts val="0"/>
              </a:spcBef>
              <a:spcAft>
                <a:spcPts val="0"/>
              </a:spcAft>
              <a:buSzPts val="1400"/>
              <a:buChar char="●"/>
              <a:defRPr/>
            </a:lvl7pPr>
            <a:lvl8pPr lvl="7" algn="ctr">
              <a:lnSpc>
                <a:spcPct val="100000"/>
              </a:lnSpc>
              <a:spcBef>
                <a:spcPts val="0"/>
              </a:spcBef>
              <a:spcAft>
                <a:spcPts val="0"/>
              </a:spcAft>
              <a:buSzPts val="1400"/>
              <a:buChar char="○"/>
              <a:defRPr/>
            </a:lvl8pPr>
            <a:lvl9pPr lvl="8" algn="ctr">
              <a:lnSpc>
                <a:spcPct val="100000"/>
              </a:lnSpc>
              <a:spcBef>
                <a:spcPts val="0"/>
              </a:spcBef>
              <a:spcAft>
                <a:spcPts val="0"/>
              </a:spcAft>
              <a:buSzPts val="1400"/>
              <a:buChar char="■"/>
              <a:defRPr/>
            </a:lvl9pPr>
          </a:lstStyle>
          <a:p/>
        </p:txBody>
      </p:sp>
      <p:grpSp>
        <p:nvGrpSpPr>
          <p:cNvPr id="926" name="Google Shape;926;p79"/>
          <p:cNvGrpSpPr/>
          <p:nvPr/>
        </p:nvGrpSpPr>
        <p:grpSpPr>
          <a:xfrm>
            <a:off x="151350" y="-3269025"/>
            <a:ext cx="9343200" cy="7939700"/>
            <a:chOff x="151350" y="-3269025"/>
            <a:chExt cx="9343200" cy="7939700"/>
          </a:xfrm>
        </p:grpSpPr>
        <p:cxnSp>
          <p:nvCxnSpPr>
            <p:cNvPr id="927" name="Google Shape;927;p79"/>
            <p:cNvCxnSpPr/>
            <p:nvPr/>
          </p:nvCxnSpPr>
          <p:spPr>
            <a:xfrm rot="5400000">
              <a:off x="7864150" y="-105625"/>
              <a:ext cx="2082300" cy="729600"/>
            </a:xfrm>
            <a:prstGeom prst="bentConnector3">
              <a:avLst>
                <a:gd fmla="val 43507" name="adj1"/>
              </a:avLst>
            </a:prstGeom>
            <a:noFill/>
            <a:ln cap="flat" cmpd="sng" w="19050">
              <a:solidFill>
                <a:schemeClr val="lt2"/>
              </a:solidFill>
              <a:prstDash val="solid"/>
              <a:round/>
              <a:headEnd len="med" w="med" type="none"/>
              <a:tailEnd len="med" w="med" type="oval"/>
            </a:ln>
          </p:spPr>
        </p:cxnSp>
        <p:cxnSp>
          <p:nvCxnSpPr>
            <p:cNvPr id="928" name="Google Shape;928;p79"/>
            <p:cNvCxnSpPr/>
            <p:nvPr/>
          </p:nvCxnSpPr>
          <p:spPr>
            <a:xfrm rot="5400000">
              <a:off x="8105550" y="-44125"/>
              <a:ext cx="1866600" cy="606600"/>
            </a:xfrm>
            <a:prstGeom prst="bentConnector3">
              <a:avLst>
                <a:gd fmla="val 50000" name="adj1"/>
              </a:avLst>
            </a:prstGeom>
            <a:noFill/>
            <a:ln cap="flat" cmpd="sng" w="19050">
              <a:solidFill>
                <a:schemeClr val="lt2"/>
              </a:solidFill>
              <a:prstDash val="solid"/>
              <a:round/>
              <a:headEnd len="med" w="med" type="none"/>
              <a:tailEnd len="med" w="med" type="oval"/>
            </a:ln>
          </p:spPr>
        </p:cxnSp>
        <p:cxnSp>
          <p:nvCxnSpPr>
            <p:cNvPr id="929" name="Google Shape;929;p79"/>
            <p:cNvCxnSpPr/>
            <p:nvPr/>
          </p:nvCxnSpPr>
          <p:spPr>
            <a:xfrm flipH="1" rot="-5400000">
              <a:off x="6680600" y="1389250"/>
              <a:ext cx="3956400" cy="30300"/>
            </a:xfrm>
            <a:prstGeom prst="bentConnector3">
              <a:avLst>
                <a:gd fmla="val 50000" name="adj1"/>
              </a:avLst>
            </a:prstGeom>
            <a:noFill/>
            <a:ln cap="flat" cmpd="sng" w="19050">
              <a:solidFill>
                <a:schemeClr val="lt2"/>
              </a:solidFill>
              <a:prstDash val="solid"/>
              <a:round/>
              <a:headEnd len="med" w="med" type="none"/>
              <a:tailEnd len="med" w="med" type="oval"/>
            </a:ln>
          </p:spPr>
        </p:cxnSp>
        <p:cxnSp>
          <p:nvCxnSpPr>
            <p:cNvPr id="930" name="Google Shape;930;p79"/>
            <p:cNvCxnSpPr/>
            <p:nvPr/>
          </p:nvCxnSpPr>
          <p:spPr>
            <a:xfrm rot="5400000">
              <a:off x="6559050" y="1735175"/>
              <a:ext cx="5192400" cy="678600"/>
            </a:xfrm>
            <a:prstGeom prst="bentConnector3">
              <a:avLst>
                <a:gd fmla="val 35464" name="adj1"/>
              </a:avLst>
            </a:prstGeom>
            <a:noFill/>
            <a:ln cap="flat" cmpd="sng" w="19050">
              <a:solidFill>
                <a:schemeClr val="lt2"/>
              </a:solidFill>
              <a:prstDash val="solid"/>
              <a:round/>
              <a:headEnd len="med" w="med" type="none"/>
              <a:tailEnd len="med" w="med" type="oval"/>
            </a:ln>
          </p:spPr>
        </p:cxnSp>
        <p:cxnSp>
          <p:nvCxnSpPr>
            <p:cNvPr id="931" name="Google Shape;931;p79"/>
            <p:cNvCxnSpPr/>
            <p:nvPr/>
          </p:nvCxnSpPr>
          <p:spPr>
            <a:xfrm rot="5400000">
              <a:off x="-1267400" y="-1712325"/>
              <a:ext cx="3789900" cy="676500"/>
            </a:xfrm>
            <a:prstGeom prst="bentConnector3">
              <a:avLst>
                <a:gd fmla="val 50000" name="adj1"/>
              </a:avLst>
            </a:prstGeom>
            <a:noFill/>
            <a:ln cap="flat" cmpd="sng" w="19050">
              <a:solidFill>
                <a:schemeClr val="lt2"/>
              </a:solidFill>
              <a:prstDash val="solid"/>
              <a:round/>
              <a:headEnd len="med" w="med" type="none"/>
              <a:tailEnd len="med" w="med" type="oval"/>
            </a:ln>
          </p:spPr>
        </p:cxnSp>
        <p:cxnSp>
          <p:nvCxnSpPr>
            <p:cNvPr id="932" name="Google Shape;932;p79"/>
            <p:cNvCxnSpPr/>
            <p:nvPr/>
          </p:nvCxnSpPr>
          <p:spPr>
            <a:xfrm rot="5400000">
              <a:off x="-1476000" y="-1533825"/>
              <a:ext cx="4141200" cy="886500"/>
            </a:xfrm>
            <a:prstGeom prst="bentConnector3">
              <a:avLst>
                <a:gd fmla="val 50000" name="adj1"/>
              </a:avLst>
            </a:prstGeom>
            <a:noFill/>
            <a:ln cap="flat" cmpd="sng" w="19050">
              <a:solidFill>
                <a:schemeClr val="lt2"/>
              </a:solidFill>
              <a:prstDash val="solid"/>
              <a:round/>
              <a:headEnd len="med" w="med" type="none"/>
              <a:tailEnd len="med" w="med" type="oval"/>
            </a:ln>
          </p:spPr>
        </p:cxnSp>
        <p:cxnSp>
          <p:nvCxnSpPr>
            <p:cNvPr id="933" name="Google Shape;933;p79"/>
            <p:cNvCxnSpPr/>
            <p:nvPr/>
          </p:nvCxnSpPr>
          <p:spPr>
            <a:xfrm flipH="1" rot="-5400000">
              <a:off x="-1623700" y="-1097800"/>
              <a:ext cx="3956400" cy="30300"/>
            </a:xfrm>
            <a:prstGeom prst="bentConnector3">
              <a:avLst>
                <a:gd fmla="val 50000" name="adj1"/>
              </a:avLst>
            </a:prstGeom>
            <a:noFill/>
            <a:ln cap="flat" cmpd="sng" w="19050">
              <a:solidFill>
                <a:schemeClr val="lt2"/>
              </a:solidFill>
              <a:prstDash val="solid"/>
              <a:round/>
              <a:headEnd len="med" w="med" type="none"/>
              <a:tailEnd len="med" w="med" type="oval"/>
            </a:ln>
          </p:spPr>
        </p:cxnSp>
        <p:cxnSp>
          <p:nvCxnSpPr>
            <p:cNvPr id="934" name="Google Shape;934;p79"/>
            <p:cNvCxnSpPr/>
            <p:nvPr/>
          </p:nvCxnSpPr>
          <p:spPr>
            <a:xfrm rot="5400000">
              <a:off x="-1745250" y="-751875"/>
              <a:ext cx="5192400" cy="678600"/>
            </a:xfrm>
            <a:prstGeom prst="bentConnector3">
              <a:avLst>
                <a:gd fmla="val 35464" name="adj1"/>
              </a:avLst>
            </a:prstGeom>
            <a:noFill/>
            <a:ln cap="flat" cmpd="sng" w="19050">
              <a:solidFill>
                <a:schemeClr val="lt2"/>
              </a:solidFill>
              <a:prstDash val="solid"/>
              <a:round/>
              <a:headEnd len="med" w="med" type="none"/>
              <a:tailEnd len="med" w="med" type="oval"/>
            </a:ln>
          </p:spPr>
        </p:cxnSp>
      </p:grpSp>
      <p:grpSp>
        <p:nvGrpSpPr>
          <p:cNvPr id="935" name="Google Shape;935;p79"/>
          <p:cNvGrpSpPr/>
          <p:nvPr/>
        </p:nvGrpSpPr>
        <p:grpSpPr>
          <a:xfrm>
            <a:off x="151475" y="1703025"/>
            <a:ext cx="8644525" cy="3344075"/>
            <a:chOff x="151475" y="1703025"/>
            <a:chExt cx="8644525" cy="3344075"/>
          </a:xfrm>
        </p:grpSpPr>
        <p:sp>
          <p:nvSpPr>
            <p:cNvPr id="936" name="Google Shape;936;p79"/>
            <p:cNvSpPr/>
            <p:nvPr/>
          </p:nvSpPr>
          <p:spPr>
            <a:xfrm>
              <a:off x="151475" y="1703025"/>
              <a:ext cx="183600" cy="1836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37" name="Google Shape;937;p79"/>
            <p:cNvSpPr/>
            <p:nvPr/>
          </p:nvSpPr>
          <p:spPr>
            <a:xfrm>
              <a:off x="335075" y="2612825"/>
              <a:ext cx="83400" cy="834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38" name="Google Shape;938;p79"/>
            <p:cNvSpPr/>
            <p:nvPr/>
          </p:nvSpPr>
          <p:spPr>
            <a:xfrm>
              <a:off x="235000" y="2880000"/>
              <a:ext cx="183600" cy="183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39" name="Google Shape;939;p79"/>
            <p:cNvSpPr/>
            <p:nvPr/>
          </p:nvSpPr>
          <p:spPr>
            <a:xfrm>
              <a:off x="335075" y="3371175"/>
              <a:ext cx="83400" cy="834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940" name="Google Shape;940;p79"/>
            <p:cNvSpPr/>
            <p:nvPr/>
          </p:nvSpPr>
          <p:spPr>
            <a:xfrm>
              <a:off x="8612400" y="4863500"/>
              <a:ext cx="183600" cy="183600"/>
            </a:xfrm>
            <a:prstGeom prst="ellipse">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grpSp>
    </p:spTree>
  </p:cSld>
  <p:clrMapOvr>
    <a:masterClrMapping/>
  </p:clrMapOvr>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941" name="Shape 941"/>
        <p:cNvGrpSpPr/>
        <p:nvPr/>
      </p:nvGrpSpPr>
      <p:grpSpPr>
        <a:xfrm>
          <a:off x="0" y="0"/>
          <a:ext cx="0" cy="0"/>
          <a:chOff x="0" y="0"/>
          <a:chExt cx="0" cy="0"/>
        </a:xfrm>
      </p:grpSpPr>
      <p:sp>
        <p:nvSpPr>
          <p:cNvPr id="942" name="Google Shape;942;p80"/>
          <p:cNvSpPr txBox="1"/>
          <p:nvPr>
            <p:ph idx="1" type="subTitle"/>
          </p:nvPr>
        </p:nvSpPr>
        <p:spPr>
          <a:xfrm>
            <a:off x="937700" y="3138773"/>
            <a:ext cx="2175300" cy="861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SzPts val="1400"/>
              <a:buNone/>
              <a:defRPr sz="1400"/>
            </a:lvl1pPr>
            <a:lvl2pPr lvl="1">
              <a:lnSpc>
                <a:spcPct val="115000"/>
              </a:lnSpc>
              <a:spcBef>
                <a:spcPts val="0"/>
              </a:spcBef>
              <a:spcAft>
                <a:spcPts val="0"/>
              </a:spcAft>
              <a:buSzPts val="1400"/>
              <a:buNone/>
              <a:defRPr/>
            </a:lvl2pPr>
            <a:lvl3pPr lvl="2">
              <a:lnSpc>
                <a:spcPct val="115000"/>
              </a:lnSpc>
              <a:spcBef>
                <a:spcPts val="0"/>
              </a:spcBef>
              <a:spcAft>
                <a:spcPts val="0"/>
              </a:spcAft>
              <a:buSzPts val="1400"/>
              <a:buNone/>
              <a:defRPr/>
            </a:lvl3pPr>
            <a:lvl4pPr lvl="3">
              <a:lnSpc>
                <a:spcPct val="115000"/>
              </a:lnSpc>
              <a:spcBef>
                <a:spcPts val="0"/>
              </a:spcBef>
              <a:spcAft>
                <a:spcPts val="0"/>
              </a:spcAft>
              <a:buSzPts val="1400"/>
              <a:buNone/>
              <a:defRPr/>
            </a:lvl4pPr>
            <a:lvl5pPr lvl="4">
              <a:lnSpc>
                <a:spcPct val="115000"/>
              </a:lnSpc>
              <a:spcBef>
                <a:spcPts val="0"/>
              </a:spcBef>
              <a:spcAft>
                <a:spcPts val="0"/>
              </a:spcAft>
              <a:buSzPts val="1400"/>
              <a:buNone/>
              <a:defRPr/>
            </a:lvl5pPr>
            <a:lvl6pPr lvl="5">
              <a:lnSpc>
                <a:spcPct val="115000"/>
              </a:lnSpc>
              <a:spcBef>
                <a:spcPts val="0"/>
              </a:spcBef>
              <a:spcAft>
                <a:spcPts val="0"/>
              </a:spcAft>
              <a:buSzPts val="1400"/>
              <a:buNone/>
              <a:defRPr/>
            </a:lvl6pPr>
            <a:lvl7pPr lvl="6">
              <a:lnSpc>
                <a:spcPct val="115000"/>
              </a:lnSpc>
              <a:spcBef>
                <a:spcPts val="0"/>
              </a:spcBef>
              <a:spcAft>
                <a:spcPts val="0"/>
              </a:spcAft>
              <a:buSzPts val="1400"/>
              <a:buNone/>
              <a:defRPr/>
            </a:lvl7pPr>
            <a:lvl8pPr lvl="7">
              <a:lnSpc>
                <a:spcPct val="115000"/>
              </a:lnSpc>
              <a:spcBef>
                <a:spcPts val="0"/>
              </a:spcBef>
              <a:spcAft>
                <a:spcPts val="0"/>
              </a:spcAft>
              <a:buSzPts val="1400"/>
              <a:buNone/>
              <a:defRPr/>
            </a:lvl8pPr>
            <a:lvl9pPr lvl="8">
              <a:lnSpc>
                <a:spcPct val="115000"/>
              </a:lnSpc>
              <a:spcBef>
                <a:spcPts val="0"/>
              </a:spcBef>
              <a:spcAft>
                <a:spcPts val="0"/>
              </a:spcAft>
              <a:buSzPts val="1400"/>
              <a:buNone/>
              <a:defRPr/>
            </a:lvl9pPr>
          </a:lstStyle>
          <a:p/>
        </p:txBody>
      </p:sp>
      <p:sp>
        <p:nvSpPr>
          <p:cNvPr id="943" name="Google Shape;943;p80"/>
          <p:cNvSpPr txBox="1"/>
          <p:nvPr>
            <p:ph idx="2" type="subTitle"/>
          </p:nvPr>
        </p:nvSpPr>
        <p:spPr>
          <a:xfrm>
            <a:off x="3484422" y="3138773"/>
            <a:ext cx="2175300" cy="861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SzPts val="1400"/>
              <a:buNone/>
              <a:defRPr sz="1400"/>
            </a:lvl1pPr>
            <a:lvl2pPr lvl="1">
              <a:lnSpc>
                <a:spcPct val="115000"/>
              </a:lnSpc>
              <a:spcBef>
                <a:spcPts val="0"/>
              </a:spcBef>
              <a:spcAft>
                <a:spcPts val="0"/>
              </a:spcAft>
              <a:buSzPts val="1400"/>
              <a:buNone/>
              <a:defRPr/>
            </a:lvl2pPr>
            <a:lvl3pPr lvl="2">
              <a:lnSpc>
                <a:spcPct val="115000"/>
              </a:lnSpc>
              <a:spcBef>
                <a:spcPts val="0"/>
              </a:spcBef>
              <a:spcAft>
                <a:spcPts val="0"/>
              </a:spcAft>
              <a:buSzPts val="1400"/>
              <a:buNone/>
              <a:defRPr/>
            </a:lvl3pPr>
            <a:lvl4pPr lvl="3">
              <a:lnSpc>
                <a:spcPct val="115000"/>
              </a:lnSpc>
              <a:spcBef>
                <a:spcPts val="0"/>
              </a:spcBef>
              <a:spcAft>
                <a:spcPts val="0"/>
              </a:spcAft>
              <a:buSzPts val="1400"/>
              <a:buNone/>
              <a:defRPr/>
            </a:lvl4pPr>
            <a:lvl5pPr lvl="4">
              <a:lnSpc>
                <a:spcPct val="115000"/>
              </a:lnSpc>
              <a:spcBef>
                <a:spcPts val="0"/>
              </a:spcBef>
              <a:spcAft>
                <a:spcPts val="0"/>
              </a:spcAft>
              <a:buSzPts val="1400"/>
              <a:buNone/>
              <a:defRPr/>
            </a:lvl5pPr>
            <a:lvl6pPr lvl="5">
              <a:lnSpc>
                <a:spcPct val="115000"/>
              </a:lnSpc>
              <a:spcBef>
                <a:spcPts val="0"/>
              </a:spcBef>
              <a:spcAft>
                <a:spcPts val="0"/>
              </a:spcAft>
              <a:buSzPts val="1400"/>
              <a:buNone/>
              <a:defRPr/>
            </a:lvl6pPr>
            <a:lvl7pPr lvl="6">
              <a:lnSpc>
                <a:spcPct val="115000"/>
              </a:lnSpc>
              <a:spcBef>
                <a:spcPts val="0"/>
              </a:spcBef>
              <a:spcAft>
                <a:spcPts val="0"/>
              </a:spcAft>
              <a:buSzPts val="1400"/>
              <a:buNone/>
              <a:defRPr/>
            </a:lvl7pPr>
            <a:lvl8pPr lvl="7">
              <a:lnSpc>
                <a:spcPct val="115000"/>
              </a:lnSpc>
              <a:spcBef>
                <a:spcPts val="0"/>
              </a:spcBef>
              <a:spcAft>
                <a:spcPts val="0"/>
              </a:spcAft>
              <a:buSzPts val="1400"/>
              <a:buNone/>
              <a:defRPr/>
            </a:lvl8pPr>
            <a:lvl9pPr lvl="8">
              <a:lnSpc>
                <a:spcPct val="115000"/>
              </a:lnSpc>
              <a:spcBef>
                <a:spcPts val="0"/>
              </a:spcBef>
              <a:spcAft>
                <a:spcPts val="0"/>
              </a:spcAft>
              <a:buSzPts val="1400"/>
              <a:buNone/>
              <a:defRPr/>
            </a:lvl9pPr>
          </a:lstStyle>
          <a:p/>
        </p:txBody>
      </p:sp>
      <p:sp>
        <p:nvSpPr>
          <p:cNvPr id="944" name="Google Shape;944;p80"/>
          <p:cNvSpPr txBox="1"/>
          <p:nvPr>
            <p:ph idx="3" type="subTitle"/>
          </p:nvPr>
        </p:nvSpPr>
        <p:spPr>
          <a:xfrm>
            <a:off x="6031150" y="3138773"/>
            <a:ext cx="2175300" cy="861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SzPts val="1400"/>
              <a:buNone/>
              <a:defRPr sz="1400"/>
            </a:lvl1pPr>
            <a:lvl2pPr lvl="1">
              <a:lnSpc>
                <a:spcPct val="115000"/>
              </a:lnSpc>
              <a:spcBef>
                <a:spcPts val="0"/>
              </a:spcBef>
              <a:spcAft>
                <a:spcPts val="0"/>
              </a:spcAft>
              <a:buSzPts val="1400"/>
              <a:buNone/>
              <a:defRPr/>
            </a:lvl2pPr>
            <a:lvl3pPr lvl="2">
              <a:lnSpc>
                <a:spcPct val="115000"/>
              </a:lnSpc>
              <a:spcBef>
                <a:spcPts val="0"/>
              </a:spcBef>
              <a:spcAft>
                <a:spcPts val="0"/>
              </a:spcAft>
              <a:buSzPts val="1400"/>
              <a:buNone/>
              <a:defRPr/>
            </a:lvl3pPr>
            <a:lvl4pPr lvl="3">
              <a:lnSpc>
                <a:spcPct val="115000"/>
              </a:lnSpc>
              <a:spcBef>
                <a:spcPts val="0"/>
              </a:spcBef>
              <a:spcAft>
                <a:spcPts val="0"/>
              </a:spcAft>
              <a:buSzPts val="1400"/>
              <a:buNone/>
              <a:defRPr/>
            </a:lvl4pPr>
            <a:lvl5pPr lvl="4">
              <a:lnSpc>
                <a:spcPct val="115000"/>
              </a:lnSpc>
              <a:spcBef>
                <a:spcPts val="0"/>
              </a:spcBef>
              <a:spcAft>
                <a:spcPts val="0"/>
              </a:spcAft>
              <a:buSzPts val="1400"/>
              <a:buNone/>
              <a:defRPr/>
            </a:lvl5pPr>
            <a:lvl6pPr lvl="5">
              <a:lnSpc>
                <a:spcPct val="115000"/>
              </a:lnSpc>
              <a:spcBef>
                <a:spcPts val="0"/>
              </a:spcBef>
              <a:spcAft>
                <a:spcPts val="0"/>
              </a:spcAft>
              <a:buSzPts val="1400"/>
              <a:buNone/>
              <a:defRPr/>
            </a:lvl6pPr>
            <a:lvl7pPr lvl="6">
              <a:lnSpc>
                <a:spcPct val="115000"/>
              </a:lnSpc>
              <a:spcBef>
                <a:spcPts val="0"/>
              </a:spcBef>
              <a:spcAft>
                <a:spcPts val="0"/>
              </a:spcAft>
              <a:buSzPts val="1400"/>
              <a:buNone/>
              <a:defRPr/>
            </a:lvl7pPr>
            <a:lvl8pPr lvl="7">
              <a:lnSpc>
                <a:spcPct val="115000"/>
              </a:lnSpc>
              <a:spcBef>
                <a:spcPts val="0"/>
              </a:spcBef>
              <a:spcAft>
                <a:spcPts val="0"/>
              </a:spcAft>
              <a:buSzPts val="1400"/>
              <a:buNone/>
              <a:defRPr/>
            </a:lvl8pPr>
            <a:lvl9pPr lvl="8">
              <a:lnSpc>
                <a:spcPct val="115000"/>
              </a:lnSpc>
              <a:spcBef>
                <a:spcPts val="0"/>
              </a:spcBef>
              <a:spcAft>
                <a:spcPts val="0"/>
              </a:spcAft>
              <a:buSzPts val="1400"/>
              <a:buNone/>
              <a:defRPr/>
            </a:lvl9pPr>
          </a:lstStyle>
          <a:p/>
        </p:txBody>
      </p:sp>
      <p:sp>
        <p:nvSpPr>
          <p:cNvPr id="945" name="Google Shape;945;p8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46" name="Google Shape;946;p80"/>
          <p:cNvSpPr txBox="1"/>
          <p:nvPr>
            <p:ph idx="4" type="subTitle"/>
          </p:nvPr>
        </p:nvSpPr>
        <p:spPr>
          <a:xfrm>
            <a:off x="937700" y="2828225"/>
            <a:ext cx="2175300" cy="3942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SzPts val="2400"/>
              <a:buFont typeface="Sora"/>
              <a:buNone/>
              <a:defRPr b="1" sz="2000">
                <a:latin typeface="Sora"/>
                <a:ea typeface="Sora"/>
                <a:cs typeface="Sora"/>
                <a:sym typeface="Sora"/>
              </a:defRPr>
            </a:lvl1pPr>
            <a:lvl2pPr lvl="1">
              <a:lnSpc>
                <a:spcPct val="115000"/>
              </a:lnSpc>
              <a:spcBef>
                <a:spcPts val="0"/>
              </a:spcBef>
              <a:spcAft>
                <a:spcPts val="0"/>
              </a:spcAft>
              <a:buSzPts val="2400"/>
              <a:buFont typeface="Sora"/>
              <a:buNone/>
              <a:defRPr b="1" sz="2400">
                <a:latin typeface="Sora"/>
                <a:ea typeface="Sora"/>
                <a:cs typeface="Sora"/>
                <a:sym typeface="Sora"/>
              </a:defRPr>
            </a:lvl2pPr>
            <a:lvl3pPr lvl="2">
              <a:lnSpc>
                <a:spcPct val="115000"/>
              </a:lnSpc>
              <a:spcBef>
                <a:spcPts val="0"/>
              </a:spcBef>
              <a:spcAft>
                <a:spcPts val="0"/>
              </a:spcAft>
              <a:buSzPts val="2400"/>
              <a:buFont typeface="Sora"/>
              <a:buNone/>
              <a:defRPr b="1" sz="2400">
                <a:latin typeface="Sora"/>
                <a:ea typeface="Sora"/>
                <a:cs typeface="Sora"/>
                <a:sym typeface="Sora"/>
              </a:defRPr>
            </a:lvl3pPr>
            <a:lvl4pPr lvl="3">
              <a:lnSpc>
                <a:spcPct val="115000"/>
              </a:lnSpc>
              <a:spcBef>
                <a:spcPts val="0"/>
              </a:spcBef>
              <a:spcAft>
                <a:spcPts val="0"/>
              </a:spcAft>
              <a:buSzPts val="2400"/>
              <a:buFont typeface="Sora"/>
              <a:buNone/>
              <a:defRPr b="1" sz="2400">
                <a:latin typeface="Sora"/>
                <a:ea typeface="Sora"/>
                <a:cs typeface="Sora"/>
                <a:sym typeface="Sora"/>
              </a:defRPr>
            </a:lvl4pPr>
            <a:lvl5pPr lvl="4">
              <a:lnSpc>
                <a:spcPct val="115000"/>
              </a:lnSpc>
              <a:spcBef>
                <a:spcPts val="0"/>
              </a:spcBef>
              <a:spcAft>
                <a:spcPts val="0"/>
              </a:spcAft>
              <a:buSzPts val="2400"/>
              <a:buFont typeface="Sora"/>
              <a:buNone/>
              <a:defRPr b="1" sz="2400">
                <a:latin typeface="Sora"/>
                <a:ea typeface="Sora"/>
                <a:cs typeface="Sora"/>
                <a:sym typeface="Sora"/>
              </a:defRPr>
            </a:lvl5pPr>
            <a:lvl6pPr lvl="5">
              <a:lnSpc>
                <a:spcPct val="115000"/>
              </a:lnSpc>
              <a:spcBef>
                <a:spcPts val="0"/>
              </a:spcBef>
              <a:spcAft>
                <a:spcPts val="0"/>
              </a:spcAft>
              <a:buSzPts val="2400"/>
              <a:buFont typeface="Sora"/>
              <a:buNone/>
              <a:defRPr b="1" sz="2400">
                <a:latin typeface="Sora"/>
                <a:ea typeface="Sora"/>
                <a:cs typeface="Sora"/>
                <a:sym typeface="Sora"/>
              </a:defRPr>
            </a:lvl6pPr>
            <a:lvl7pPr lvl="6">
              <a:lnSpc>
                <a:spcPct val="115000"/>
              </a:lnSpc>
              <a:spcBef>
                <a:spcPts val="0"/>
              </a:spcBef>
              <a:spcAft>
                <a:spcPts val="0"/>
              </a:spcAft>
              <a:buSzPts val="2400"/>
              <a:buFont typeface="Sora"/>
              <a:buNone/>
              <a:defRPr b="1" sz="2400">
                <a:latin typeface="Sora"/>
                <a:ea typeface="Sora"/>
                <a:cs typeface="Sora"/>
                <a:sym typeface="Sora"/>
              </a:defRPr>
            </a:lvl7pPr>
            <a:lvl8pPr lvl="7">
              <a:lnSpc>
                <a:spcPct val="115000"/>
              </a:lnSpc>
              <a:spcBef>
                <a:spcPts val="0"/>
              </a:spcBef>
              <a:spcAft>
                <a:spcPts val="0"/>
              </a:spcAft>
              <a:buSzPts val="2400"/>
              <a:buFont typeface="Sora"/>
              <a:buNone/>
              <a:defRPr b="1" sz="2400">
                <a:latin typeface="Sora"/>
                <a:ea typeface="Sora"/>
                <a:cs typeface="Sora"/>
                <a:sym typeface="Sora"/>
              </a:defRPr>
            </a:lvl8pPr>
            <a:lvl9pPr lvl="8">
              <a:lnSpc>
                <a:spcPct val="115000"/>
              </a:lnSpc>
              <a:spcBef>
                <a:spcPts val="0"/>
              </a:spcBef>
              <a:spcAft>
                <a:spcPts val="0"/>
              </a:spcAft>
              <a:buSzPts val="2400"/>
              <a:buFont typeface="Sora"/>
              <a:buNone/>
              <a:defRPr b="1" sz="2400">
                <a:latin typeface="Sora"/>
                <a:ea typeface="Sora"/>
                <a:cs typeface="Sora"/>
                <a:sym typeface="Sora"/>
              </a:defRPr>
            </a:lvl9pPr>
          </a:lstStyle>
          <a:p/>
        </p:txBody>
      </p:sp>
      <p:sp>
        <p:nvSpPr>
          <p:cNvPr id="947" name="Google Shape;947;p80"/>
          <p:cNvSpPr txBox="1"/>
          <p:nvPr>
            <p:ph idx="5" type="subTitle"/>
          </p:nvPr>
        </p:nvSpPr>
        <p:spPr>
          <a:xfrm>
            <a:off x="3484422" y="2828225"/>
            <a:ext cx="2175300" cy="3942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SzPts val="2400"/>
              <a:buFont typeface="Sora"/>
              <a:buNone/>
              <a:defRPr b="1" sz="2000">
                <a:latin typeface="Sora"/>
                <a:ea typeface="Sora"/>
                <a:cs typeface="Sora"/>
                <a:sym typeface="Sora"/>
              </a:defRPr>
            </a:lvl1pPr>
            <a:lvl2pPr lvl="1">
              <a:lnSpc>
                <a:spcPct val="115000"/>
              </a:lnSpc>
              <a:spcBef>
                <a:spcPts val="0"/>
              </a:spcBef>
              <a:spcAft>
                <a:spcPts val="0"/>
              </a:spcAft>
              <a:buSzPts val="2400"/>
              <a:buFont typeface="Sora"/>
              <a:buNone/>
              <a:defRPr b="1" sz="2400">
                <a:latin typeface="Sora"/>
                <a:ea typeface="Sora"/>
                <a:cs typeface="Sora"/>
                <a:sym typeface="Sora"/>
              </a:defRPr>
            </a:lvl2pPr>
            <a:lvl3pPr lvl="2">
              <a:lnSpc>
                <a:spcPct val="115000"/>
              </a:lnSpc>
              <a:spcBef>
                <a:spcPts val="0"/>
              </a:spcBef>
              <a:spcAft>
                <a:spcPts val="0"/>
              </a:spcAft>
              <a:buSzPts val="2400"/>
              <a:buFont typeface="Sora"/>
              <a:buNone/>
              <a:defRPr b="1" sz="2400">
                <a:latin typeface="Sora"/>
                <a:ea typeface="Sora"/>
                <a:cs typeface="Sora"/>
                <a:sym typeface="Sora"/>
              </a:defRPr>
            </a:lvl3pPr>
            <a:lvl4pPr lvl="3">
              <a:lnSpc>
                <a:spcPct val="115000"/>
              </a:lnSpc>
              <a:spcBef>
                <a:spcPts val="0"/>
              </a:spcBef>
              <a:spcAft>
                <a:spcPts val="0"/>
              </a:spcAft>
              <a:buSzPts val="2400"/>
              <a:buFont typeface="Sora"/>
              <a:buNone/>
              <a:defRPr b="1" sz="2400">
                <a:latin typeface="Sora"/>
                <a:ea typeface="Sora"/>
                <a:cs typeface="Sora"/>
                <a:sym typeface="Sora"/>
              </a:defRPr>
            </a:lvl4pPr>
            <a:lvl5pPr lvl="4">
              <a:lnSpc>
                <a:spcPct val="115000"/>
              </a:lnSpc>
              <a:spcBef>
                <a:spcPts val="0"/>
              </a:spcBef>
              <a:spcAft>
                <a:spcPts val="0"/>
              </a:spcAft>
              <a:buSzPts val="2400"/>
              <a:buFont typeface="Sora"/>
              <a:buNone/>
              <a:defRPr b="1" sz="2400">
                <a:latin typeface="Sora"/>
                <a:ea typeface="Sora"/>
                <a:cs typeface="Sora"/>
                <a:sym typeface="Sora"/>
              </a:defRPr>
            </a:lvl5pPr>
            <a:lvl6pPr lvl="5">
              <a:lnSpc>
                <a:spcPct val="115000"/>
              </a:lnSpc>
              <a:spcBef>
                <a:spcPts val="0"/>
              </a:spcBef>
              <a:spcAft>
                <a:spcPts val="0"/>
              </a:spcAft>
              <a:buSzPts val="2400"/>
              <a:buFont typeface="Sora"/>
              <a:buNone/>
              <a:defRPr b="1" sz="2400">
                <a:latin typeface="Sora"/>
                <a:ea typeface="Sora"/>
                <a:cs typeface="Sora"/>
                <a:sym typeface="Sora"/>
              </a:defRPr>
            </a:lvl6pPr>
            <a:lvl7pPr lvl="6">
              <a:lnSpc>
                <a:spcPct val="115000"/>
              </a:lnSpc>
              <a:spcBef>
                <a:spcPts val="0"/>
              </a:spcBef>
              <a:spcAft>
                <a:spcPts val="0"/>
              </a:spcAft>
              <a:buSzPts val="2400"/>
              <a:buFont typeface="Sora"/>
              <a:buNone/>
              <a:defRPr b="1" sz="2400">
                <a:latin typeface="Sora"/>
                <a:ea typeface="Sora"/>
                <a:cs typeface="Sora"/>
                <a:sym typeface="Sora"/>
              </a:defRPr>
            </a:lvl7pPr>
            <a:lvl8pPr lvl="7">
              <a:lnSpc>
                <a:spcPct val="115000"/>
              </a:lnSpc>
              <a:spcBef>
                <a:spcPts val="0"/>
              </a:spcBef>
              <a:spcAft>
                <a:spcPts val="0"/>
              </a:spcAft>
              <a:buSzPts val="2400"/>
              <a:buFont typeface="Sora"/>
              <a:buNone/>
              <a:defRPr b="1" sz="2400">
                <a:latin typeface="Sora"/>
                <a:ea typeface="Sora"/>
                <a:cs typeface="Sora"/>
                <a:sym typeface="Sora"/>
              </a:defRPr>
            </a:lvl8pPr>
            <a:lvl9pPr lvl="8">
              <a:lnSpc>
                <a:spcPct val="115000"/>
              </a:lnSpc>
              <a:spcBef>
                <a:spcPts val="0"/>
              </a:spcBef>
              <a:spcAft>
                <a:spcPts val="0"/>
              </a:spcAft>
              <a:buSzPts val="2400"/>
              <a:buFont typeface="Sora"/>
              <a:buNone/>
              <a:defRPr b="1" sz="2400">
                <a:latin typeface="Sora"/>
                <a:ea typeface="Sora"/>
                <a:cs typeface="Sora"/>
                <a:sym typeface="Sora"/>
              </a:defRPr>
            </a:lvl9pPr>
          </a:lstStyle>
          <a:p/>
        </p:txBody>
      </p:sp>
      <p:sp>
        <p:nvSpPr>
          <p:cNvPr id="948" name="Google Shape;948;p80"/>
          <p:cNvSpPr txBox="1"/>
          <p:nvPr>
            <p:ph idx="6" type="subTitle"/>
          </p:nvPr>
        </p:nvSpPr>
        <p:spPr>
          <a:xfrm>
            <a:off x="6031150" y="2828225"/>
            <a:ext cx="2175300" cy="3942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SzPts val="2400"/>
              <a:buFont typeface="Sora"/>
              <a:buNone/>
              <a:defRPr b="1" sz="2000">
                <a:latin typeface="Sora"/>
                <a:ea typeface="Sora"/>
                <a:cs typeface="Sora"/>
                <a:sym typeface="Sora"/>
              </a:defRPr>
            </a:lvl1pPr>
            <a:lvl2pPr lvl="1">
              <a:lnSpc>
                <a:spcPct val="115000"/>
              </a:lnSpc>
              <a:spcBef>
                <a:spcPts val="0"/>
              </a:spcBef>
              <a:spcAft>
                <a:spcPts val="0"/>
              </a:spcAft>
              <a:buSzPts val="2400"/>
              <a:buFont typeface="Sora"/>
              <a:buNone/>
              <a:defRPr b="1" sz="2400">
                <a:latin typeface="Sora"/>
                <a:ea typeface="Sora"/>
                <a:cs typeface="Sora"/>
                <a:sym typeface="Sora"/>
              </a:defRPr>
            </a:lvl2pPr>
            <a:lvl3pPr lvl="2">
              <a:lnSpc>
                <a:spcPct val="115000"/>
              </a:lnSpc>
              <a:spcBef>
                <a:spcPts val="0"/>
              </a:spcBef>
              <a:spcAft>
                <a:spcPts val="0"/>
              </a:spcAft>
              <a:buSzPts val="2400"/>
              <a:buFont typeface="Sora"/>
              <a:buNone/>
              <a:defRPr b="1" sz="2400">
                <a:latin typeface="Sora"/>
                <a:ea typeface="Sora"/>
                <a:cs typeface="Sora"/>
                <a:sym typeface="Sora"/>
              </a:defRPr>
            </a:lvl3pPr>
            <a:lvl4pPr lvl="3">
              <a:lnSpc>
                <a:spcPct val="115000"/>
              </a:lnSpc>
              <a:spcBef>
                <a:spcPts val="0"/>
              </a:spcBef>
              <a:spcAft>
                <a:spcPts val="0"/>
              </a:spcAft>
              <a:buSzPts val="2400"/>
              <a:buFont typeface="Sora"/>
              <a:buNone/>
              <a:defRPr b="1" sz="2400">
                <a:latin typeface="Sora"/>
                <a:ea typeface="Sora"/>
                <a:cs typeface="Sora"/>
                <a:sym typeface="Sora"/>
              </a:defRPr>
            </a:lvl4pPr>
            <a:lvl5pPr lvl="4">
              <a:lnSpc>
                <a:spcPct val="115000"/>
              </a:lnSpc>
              <a:spcBef>
                <a:spcPts val="0"/>
              </a:spcBef>
              <a:spcAft>
                <a:spcPts val="0"/>
              </a:spcAft>
              <a:buSzPts val="2400"/>
              <a:buFont typeface="Sora"/>
              <a:buNone/>
              <a:defRPr b="1" sz="2400">
                <a:latin typeface="Sora"/>
                <a:ea typeface="Sora"/>
                <a:cs typeface="Sora"/>
                <a:sym typeface="Sora"/>
              </a:defRPr>
            </a:lvl5pPr>
            <a:lvl6pPr lvl="5">
              <a:lnSpc>
                <a:spcPct val="115000"/>
              </a:lnSpc>
              <a:spcBef>
                <a:spcPts val="0"/>
              </a:spcBef>
              <a:spcAft>
                <a:spcPts val="0"/>
              </a:spcAft>
              <a:buSzPts val="2400"/>
              <a:buFont typeface="Sora"/>
              <a:buNone/>
              <a:defRPr b="1" sz="2400">
                <a:latin typeface="Sora"/>
                <a:ea typeface="Sora"/>
                <a:cs typeface="Sora"/>
                <a:sym typeface="Sora"/>
              </a:defRPr>
            </a:lvl6pPr>
            <a:lvl7pPr lvl="6">
              <a:lnSpc>
                <a:spcPct val="115000"/>
              </a:lnSpc>
              <a:spcBef>
                <a:spcPts val="0"/>
              </a:spcBef>
              <a:spcAft>
                <a:spcPts val="0"/>
              </a:spcAft>
              <a:buSzPts val="2400"/>
              <a:buFont typeface="Sora"/>
              <a:buNone/>
              <a:defRPr b="1" sz="2400">
                <a:latin typeface="Sora"/>
                <a:ea typeface="Sora"/>
                <a:cs typeface="Sora"/>
                <a:sym typeface="Sora"/>
              </a:defRPr>
            </a:lvl7pPr>
            <a:lvl8pPr lvl="7">
              <a:lnSpc>
                <a:spcPct val="115000"/>
              </a:lnSpc>
              <a:spcBef>
                <a:spcPts val="0"/>
              </a:spcBef>
              <a:spcAft>
                <a:spcPts val="0"/>
              </a:spcAft>
              <a:buSzPts val="2400"/>
              <a:buFont typeface="Sora"/>
              <a:buNone/>
              <a:defRPr b="1" sz="2400">
                <a:latin typeface="Sora"/>
                <a:ea typeface="Sora"/>
                <a:cs typeface="Sora"/>
                <a:sym typeface="Sora"/>
              </a:defRPr>
            </a:lvl8pPr>
            <a:lvl9pPr lvl="8">
              <a:lnSpc>
                <a:spcPct val="115000"/>
              </a:lnSpc>
              <a:spcBef>
                <a:spcPts val="0"/>
              </a:spcBef>
              <a:spcAft>
                <a:spcPts val="0"/>
              </a:spcAft>
              <a:buSzPts val="2400"/>
              <a:buFont typeface="Sora"/>
              <a:buNone/>
              <a:defRPr b="1" sz="2400">
                <a:latin typeface="Sora"/>
                <a:ea typeface="Sora"/>
                <a:cs typeface="Sora"/>
                <a:sym typeface="Sora"/>
              </a:defRPr>
            </a:lvl9pPr>
          </a:lstStyle>
          <a:p/>
        </p:txBody>
      </p:sp>
      <p:grpSp>
        <p:nvGrpSpPr>
          <p:cNvPr id="949" name="Google Shape;949;p80"/>
          <p:cNvGrpSpPr/>
          <p:nvPr/>
        </p:nvGrpSpPr>
        <p:grpSpPr>
          <a:xfrm>
            <a:off x="4047014" y="42573"/>
            <a:ext cx="4967892" cy="427565"/>
            <a:chOff x="4047014" y="42573"/>
            <a:chExt cx="4967892" cy="427565"/>
          </a:xfrm>
        </p:grpSpPr>
        <p:sp>
          <p:nvSpPr>
            <p:cNvPr id="950" name="Google Shape;950;p80"/>
            <p:cNvSpPr/>
            <p:nvPr/>
          </p:nvSpPr>
          <p:spPr>
            <a:xfrm rot="-5400000">
              <a:off x="4047014" y="223696"/>
              <a:ext cx="246441" cy="246441"/>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80"/>
            <p:cNvSpPr/>
            <p:nvPr/>
          </p:nvSpPr>
          <p:spPr>
            <a:xfrm rot="-5400000">
              <a:off x="5047357" y="42573"/>
              <a:ext cx="181108" cy="181108"/>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80"/>
            <p:cNvSpPr/>
            <p:nvPr/>
          </p:nvSpPr>
          <p:spPr>
            <a:xfrm rot="-5400000">
              <a:off x="8881913" y="280415"/>
              <a:ext cx="132993" cy="132993"/>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53" name="Google Shape;953;p80"/>
          <p:cNvGrpSpPr/>
          <p:nvPr/>
        </p:nvGrpSpPr>
        <p:grpSpPr>
          <a:xfrm>
            <a:off x="-491175" y="145189"/>
            <a:ext cx="10284997" cy="4769636"/>
            <a:chOff x="-491175" y="145189"/>
            <a:chExt cx="10284997" cy="4769636"/>
          </a:xfrm>
        </p:grpSpPr>
        <p:cxnSp>
          <p:nvCxnSpPr>
            <p:cNvPr id="954" name="Google Shape;954;p80"/>
            <p:cNvCxnSpPr/>
            <p:nvPr/>
          </p:nvCxnSpPr>
          <p:spPr>
            <a:xfrm rot="10800000">
              <a:off x="4978547" y="271239"/>
              <a:ext cx="4686900" cy="546300"/>
            </a:xfrm>
            <a:prstGeom prst="bentConnector3">
              <a:avLst>
                <a:gd fmla="val 18882" name="adj1"/>
              </a:avLst>
            </a:prstGeom>
            <a:noFill/>
            <a:ln cap="flat" cmpd="sng" w="19050">
              <a:solidFill>
                <a:schemeClr val="lt2"/>
              </a:solidFill>
              <a:prstDash val="solid"/>
              <a:round/>
              <a:headEnd len="med" w="med" type="none"/>
              <a:tailEnd len="med" w="med" type="oval"/>
            </a:ln>
          </p:spPr>
        </p:cxnSp>
        <p:cxnSp>
          <p:nvCxnSpPr>
            <p:cNvPr id="955" name="Google Shape;955;p80"/>
            <p:cNvCxnSpPr/>
            <p:nvPr/>
          </p:nvCxnSpPr>
          <p:spPr>
            <a:xfrm rot="10800000">
              <a:off x="5653822" y="145189"/>
              <a:ext cx="4140000" cy="606600"/>
            </a:xfrm>
            <a:prstGeom prst="bentConnector3">
              <a:avLst>
                <a:gd fmla="val 32793" name="adj1"/>
              </a:avLst>
            </a:prstGeom>
            <a:noFill/>
            <a:ln cap="flat" cmpd="sng" w="19050">
              <a:solidFill>
                <a:schemeClr val="lt2"/>
              </a:solidFill>
              <a:prstDash val="solid"/>
              <a:round/>
              <a:headEnd len="med" w="med" type="none"/>
              <a:tailEnd len="med" w="med" type="oval"/>
            </a:ln>
          </p:spPr>
        </p:cxnSp>
        <p:cxnSp>
          <p:nvCxnSpPr>
            <p:cNvPr id="956" name="Google Shape;956;p80"/>
            <p:cNvCxnSpPr/>
            <p:nvPr/>
          </p:nvCxnSpPr>
          <p:spPr>
            <a:xfrm>
              <a:off x="-491175" y="4640850"/>
              <a:ext cx="8531100" cy="213900"/>
            </a:xfrm>
            <a:prstGeom prst="bentConnector3">
              <a:avLst>
                <a:gd fmla="val 50000" name="adj1"/>
              </a:avLst>
            </a:prstGeom>
            <a:noFill/>
            <a:ln cap="flat" cmpd="sng" w="19050">
              <a:solidFill>
                <a:schemeClr val="lt2"/>
              </a:solidFill>
              <a:prstDash val="solid"/>
              <a:round/>
              <a:headEnd len="med" w="med" type="none"/>
              <a:tailEnd len="med" w="med" type="oval"/>
            </a:ln>
          </p:spPr>
        </p:cxnSp>
        <p:cxnSp>
          <p:nvCxnSpPr>
            <p:cNvPr id="957" name="Google Shape;957;p80"/>
            <p:cNvCxnSpPr/>
            <p:nvPr/>
          </p:nvCxnSpPr>
          <p:spPr>
            <a:xfrm>
              <a:off x="-399350" y="4560525"/>
              <a:ext cx="6630600" cy="354300"/>
            </a:xfrm>
            <a:prstGeom prst="bentConnector3">
              <a:avLst>
                <a:gd fmla="val 50000" name="adj1"/>
              </a:avLst>
            </a:prstGeom>
            <a:noFill/>
            <a:ln cap="flat" cmpd="sng" w="19050">
              <a:solidFill>
                <a:schemeClr val="lt2"/>
              </a:solidFill>
              <a:prstDash val="solid"/>
              <a:round/>
              <a:headEnd len="med" w="med" type="none"/>
              <a:tailEnd len="med" w="med" type="oval"/>
            </a:ln>
          </p:spPr>
        </p:cxnSp>
      </p:grpSp>
    </p:spTree>
  </p:cSld>
  <p:clrMapOvr>
    <a:masterClrMapping/>
  </p:clrMapOvr>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6_1">
    <p:spTree>
      <p:nvGrpSpPr>
        <p:cNvPr id="958" name="Shape 958"/>
        <p:cNvGrpSpPr/>
        <p:nvPr/>
      </p:nvGrpSpPr>
      <p:grpSpPr>
        <a:xfrm>
          <a:off x="0" y="0"/>
          <a:ext cx="0" cy="0"/>
          <a:chOff x="0" y="0"/>
          <a:chExt cx="0" cy="0"/>
        </a:xfrm>
      </p:grpSpPr>
      <p:sp>
        <p:nvSpPr>
          <p:cNvPr id="959" name="Google Shape;959;p81"/>
          <p:cNvSpPr txBox="1"/>
          <p:nvPr>
            <p:ph idx="1" type="subTitle"/>
          </p:nvPr>
        </p:nvSpPr>
        <p:spPr>
          <a:xfrm>
            <a:off x="937700" y="3701348"/>
            <a:ext cx="2175300" cy="861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SzPts val="1400"/>
              <a:buNone/>
              <a:defRPr sz="1400"/>
            </a:lvl1pPr>
            <a:lvl2pPr lvl="1">
              <a:lnSpc>
                <a:spcPct val="115000"/>
              </a:lnSpc>
              <a:spcBef>
                <a:spcPts val="0"/>
              </a:spcBef>
              <a:spcAft>
                <a:spcPts val="0"/>
              </a:spcAft>
              <a:buSzPts val="1400"/>
              <a:buNone/>
              <a:defRPr/>
            </a:lvl2pPr>
            <a:lvl3pPr lvl="2">
              <a:lnSpc>
                <a:spcPct val="115000"/>
              </a:lnSpc>
              <a:spcBef>
                <a:spcPts val="0"/>
              </a:spcBef>
              <a:spcAft>
                <a:spcPts val="0"/>
              </a:spcAft>
              <a:buSzPts val="1400"/>
              <a:buNone/>
              <a:defRPr/>
            </a:lvl3pPr>
            <a:lvl4pPr lvl="3">
              <a:lnSpc>
                <a:spcPct val="115000"/>
              </a:lnSpc>
              <a:spcBef>
                <a:spcPts val="0"/>
              </a:spcBef>
              <a:spcAft>
                <a:spcPts val="0"/>
              </a:spcAft>
              <a:buSzPts val="1400"/>
              <a:buNone/>
              <a:defRPr/>
            </a:lvl4pPr>
            <a:lvl5pPr lvl="4">
              <a:lnSpc>
                <a:spcPct val="115000"/>
              </a:lnSpc>
              <a:spcBef>
                <a:spcPts val="0"/>
              </a:spcBef>
              <a:spcAft>
                <a:spcPts val="0"/>
              </a:spcAft>
              <a:buSzPts val="1400"/>
              <a:buNone/>
              <a:defRPr/>
            </a:lvl5pPr>
            <a:lvl6pPr lvl="5">
              <a:lnSpc>
                <a:spcPct val="115000"/>
              </a:lnSpc>
              <a:spcBef>
                <a:spcPts val="0"/>
              </a:spcBef>
              <a:spcAft>
                <a:spcPts val="0"/>
              </a:spcAft>
              <a:buSzPts val="1400"/>
              <a:buNone/>
              <a:defRPr/>
            </a:lvl6pPr>
            <a:lvl7pPr lvl="6">
              <a:lnSpc>
                <a:spcPct val="115000"/>
              </a:lnSpc>
              <a:spcBef>
                <a:spcPts val="0"/>
              </a:spcBef>
              <a:spcAft>
                <a:spcPts val="0"/>
              </a:spcAft>
              <a:buSzPts val="1400"/>
              <a:buNone/>
              <a:defRPr/>
            </a:lvl7pPr>
            <a:lvl8pPr lvl="7">
              <a:lnSpc>
                <a:spcPct val="115000"/>
              </a:lnSpc>
              <a:spcBef>
                <a:spcPts val="0"/>
              </a:spcBef>
              <a:spcAft>
                <a:spcPts val="0"/>
              </a:spcAft>
              <a:buSzPts val="1400"/>
              <a:buNone/>
              <a:defRPr/>
            </a:lvl8pPr>
            <a:lvl9pPr lvl="8">
              <a:lnSpc>
                <a:spcPct val="115000"/>
              </a:lnSpc>
              <a:spcBef>
                <a:spcPts val="0"/>
              </a:spcBef>
              <a:spcAft>
                <a:spcPts val="0"/>
              </a:spcAft>
              <a:buSzPts val="1400"/>
              <a:buNone/>
              <a:defRPr/>
            </a:lvl9pPr>
          </a:lstStyle>
          <a:p/>
        </p:txBody>
      </p:sp>
      <p:sp>
        <p:nvSpPr>
          <p:cNvPr id="960" name="Google Shape;960;p81"/>
          <p:cNvSpPr txBox="1"/>
          <p:nvPr>
            <p:ph idx="2" type="subTitle"/>
          </p:nvPr>
        </p:nvSpPr>
        <p:spPr>
          <a:xfrm>
            <a:off x="3484422" y="3701348"/>
            <a:ext cx="2175300" cy="861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SzPts val="1400"/>
              <a:buNone/>
              <a:defRPr sz="1400"/>
            </a:lvl1pPr>
            <a:lvl2pPr lvl="1">
              <a:lnSpc>
                <a:spcPct val="115000"/>
              </a:lnSpc>
              <a:spcBef>
                <a:spcPts val="0"/>
              </a:spcBef>
              <a:spcAft>
                <a:spcPts val="0"/>
              </a:spcAft>
              <a:buSzPts val="1400"/>
              <a:buNone/>
              <a:defRPr/>
            </a:lvl2pPr>
            <a:lvl3pPr lvl="2">
              <a:lnSpc>
                <a:spcPct val="115000"/>
              </a:lnSpc>
              <a:spcBef>
                <a:spcPts val="0"/>
              </a:spcBef>
              <a:spcAft>
                <a:spcPts val="0"/>
              </a:spcAft>
              <a:buSzPts val="1400"/>
              <a:buNone/>
              <a:defRPr/>
            </a:lvl3pPr>
            <a:lvl4pPr lvl="3">
              <a:lnSpc>
                <a:spcPct val="115000"/>
              </a:lnSpc>
              <a:spcBef>
                <a:spcPts val="0"/>
              </a:spcBef>
              <a:spcAft>
                <a:spcPts val="0"/>
              </a:spcAft>
              <a:buSzPts val="1400"/>
              <a:buNone/>
              <a:defRPr/>
            </a:lvl4pPr>
            <a:lvl5pPr lvl="4">
              <a:lnSpc>
                <a:spcPct val="115000"/>
              </a:lnSpc>
              <a:spcBef>
                <a:spcPts val="0"/>
              </a:spcBef>
              <a:spcAft>
                <a:spcPts val="0"/>
              </a:spcAft>
              <a:buSzPts val="1400"/>
              <a:buNone/>
              <a:defRPr/>
            </a:lvl5pPr>
            <a:lvl6pPr lvl="5">
              <a:lnSpc>
                <a:spcPct val="115000"/>
              </a:lnSpc>
              <a:spcBef>
                <a:spcPts val="0"/>
              </a:spcBef>
              <a:spcAft>
                <a:spcPts val="0"/>
              </a:spcAft>
              <a:buSzPts val="1400"/>
              <a:buNone/>
              <a:defRPr/>
            </a:lvl6pPr>
            <a:lvl7pPr lvl="6">
              <a:lnSpc>
                <a:spcPct val="115000"/>
              </a:lnSpc>
              <a:spcBef>
                <a:spcPts val="0"/>
              </a:spcBef>
              <a:spcAft>
                <a:spcPts val="0"/>
              </a:spcAft>
              <a:buSzPts val="1400"/>
              <a:buNone/>
              <a:defRPr/>
            </a:lvl7pPr>
            <a:lvl8pPr lvl="7">
              <a:lnSpc>
                <a:spcPct val="115000"/>
              </a:lnSpc>
              <a:spcBef>
                <a:spcPts val="0"/>
              </a:spcBef>
              <a:spcAft>
                <a:spcPts val="0"/>
              </a:spcAft>
              <a:buSzPts val="1400"/>
              <a:buNone/>
              <a:defRPr/>
            </a:lvl8pPr>
            <a:lvl9pPr lvl="8">
              <a:lnSpc>
                <a:spcPct val="115000"/>
              </a:lnSpc>
              <a:spcBef>
                <a:spcPts val="0"/>
              </a:spcBef>
              <a:spcAft>
                <a:spcPts val="0"/>
              </a:spcAft>
              <a:buSzPts val="1400"/>
              <a:buNone/>
              <a:defRPr/>
            </a:lvl9pPr>
          </a:lstStyle>
          <a:p/>
        </p:txBody>
      </p:sp>
      <p:sp>
        <p:nvSpPr>
          <p:cNvPr id="961" name="Google Shape;961;p81"/>
          <p:cNvSpPr txBox="1"/>
          <p:nvPr>
            <p:ph idx="3" type="subTitle"/>
          </p:nvPr>
        </p:nvSpPr>
        <p:spPr>
          <a:xfrm>
            <a:off x="6031150" y="3701348"/>
            <a:ext cx="2175300" cy="8619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SzPts val="1400"/>
              <a:buNone/>
              <a:defRPr sz="1400"/>
            </a:lvl1pPr>
            <a:lvl2pPr lvl="1">
              <a:lnSpc>
                <a:spcPct val="115000"/>
              </a:lnSpc>
              <a:spcBef>
                <a:spcPts val="0"/>
              </a:spcBef>
              <a:spcAft>
                <a:spcPts val="0"/>
              </a:spcAft>
              <a:buSzPts val="1400"/>
              <a:buNone/>
              <a:defRPr/>
            </a:lvl2pPr>
            <a:lvl3pPr lvl="2">
              <a:lnSpc>
                <a:spcPct val="115000"/>
              </a:lnSpc>
              <a:spcBef>
                <a:spcPts val="0"/>
              </a:spcBef>
              <a:spcAft>
                <a:spcPts val="0"/>
              </a:spcAft>
              <a:buSzPts val="1400"/>
              <a:buNone/>
              <a:defRPr/>
            </a:lvl3pPr>
            <a:lvl4pPr lvl="3">
              <a:lnSpc>
                <a:spcPct val="115000"/>
              </a:lnSpc>
              <a:spcBef>
                <a:spcPts val="0"/>
              </a:spcBef>
              <a:spcAft>
                <a:spcPts val="0"/>
              </a:spcAft>
              <a:buSzPts val="1400"/>
              <a:buNone/>
              <a:defRPr/>
            </a:lvl4pPr>
            <a:lvl5pPr lvl="4">
              <a:lnSpc>
                <a:spcPct val="115000"/>
              </a:lnSpc>
              <a:spcBef>
                <a:spcPts val="0"/>
              </a:spcBef>
              <a:spcAft>
                <a:spcPts val="0"/>
              </a:spcAft>
              <a:buSzPts val="1400"/>
              <a:buNone/>
              <a:defRPr/>
            </a:lvl5pPr>
            <a:lvl6pPr lvl="5">
              <a:lnSpc>
                <a:spcPct val="115000"/>
              </a:lnSpc>
              <a:spcBef>
                <a:spcPts val="0"/>
              </a:spcBef>
              <a:spcAft>
                <a:spcPts val="0"/>
              </a:spcAft>
              <a:buSzPts val="1400"/>
              <a:buNone/>
              <a:defRPr/>
            </a:lvl6pPr>
            <a:lvl7pPr lvl="6">
              <a:lnSpc>
                <a:spcPct val="115000"/>
              </a:lnSpc>
              <a:spcBef>
                <a:spcPts val="0"/>
              </a:spcBef>
              <a:spcAft>
                <a:spcPts val="0"/>
              </a:spcAft>
              <a:buSzPts val="1400"/>
              <a:buNone/>
              <a:defRPr/>
            </a:lvl7pPr>
            <a:lvl8pPr lvl="7">
              <a:lnSpc>
                <a:spcPct val="115000"/>
              </a:lnSpc>
              <a:spcBef>
                <a:spcPts val="0"/>
              </a:spcBef>
              <a:spcAft>
                <a:spcPts val="0"/>
              </a:spcAft>
              <a:buSzPts val="1400"/>
              <a:buNone/>
              <a:defRPr/>
            </a:lvl8pPr>
            <a:lvl9pPr lvl="8">
              <a:lnSpc>
                <a:spcPct val="115000"/>
              </a:lnSpc>
              <a:spcBef>
                <a:spcPts val="0"/>
              </a:spcBef>
              <a:spcAft>
                <a:spcPts val="0"/>
              </a:spcAft>
              <a:buSzPts val="1400"/>
              <a:buNone/>
              <a:defRPr/>
            </a:lvl9pPr>
          </a:lstStyle>
          <a:p/>
        </p:txBody>
      </p:sp>
      <p:sp>
        <p:nvSpPr>
          <p:cNvPr id="962" name="Google Shape;962;p8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63" name="Google Shape;963;p81"/>
          <p:cNvSpPr txBox="1"/>
          <p:nvPr>
            <p:ph idx="4" type="subTitle"/>
          </p:nvPr>
        </p:nvSpPr>
        <p:spPr>
          <a:xfrm>
            <a:off x="937700" y="3390800"/>
            <a:ext cx="2175300" cy="3942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SzPts val="2400"/>
              <a:buFont typeface="Sora"/>
              <a:buNone/>
              <a:defRPr b="1" sz="2000">
                <a:latin typeface="Sora"/>
                <a:ea typeface="Sora"/>
                <a:cs typeface="Sora"/>
                <a:sym typeface="Sora"/>
              </a:defRPr>
            </a:lvl1pPr>
            <a:lvl2pPr lvl="1">
              <a:lnSpc>
                <a:spcPct val="115000"/>
              </a:lnSpc>
              <a:spcBef>
                <a:spcPts val="0"/>
              </a:spcBef>
              <a:spcAft>
                <a:spcPts val="0"/>
              </a:spcAft>
              <a:buSzPts val="2400"/>
              <a:buFont typeface="Sora"/>
              <a:buNone/>
              <a:defRPr b="1" sz="2400">
                <a:latin typeface="Sora"/>
                <a:ea typeface="Sora"/>
                <a:cs typeface="Sora"/>
                <a:sym typeface="Sora"/>
              </a:defRPr>
            </a:lvl2pPr>
            <a:lvl3pPr lvl="2">
              <a:lnSpc>
                <a:spcPct val="115000"/>
              </a:lnSpc>
              <a:spcBef>
                <a:spcPts val="0"/>
              </a:spcBef>
              <a:spcAft>
                <a:spcPts val="0"/>
              </a:spcAft>
              <a:buSzPts val="2400"/>
              <a:buFont typeface="Sora"/>
              <a:buNone/>
              <a:defRPr b="1" sz="2400">
                <a:latin typeface="Sora"/>
                <a:ea typeface="Sora"/>
                <a:cs typeface="Sora"/>
                <a:sym typeface="Sora"/>
              </a:defRPr>
            </a:lvl3pPr>
            <a:lvl4pPr lvl="3">
              <a:lnSpc>
                <a:spcPct val="115000"/>
              </a:lnSpc>
              <a:spcBef>
                <a:spcPts val="0"/>
              </a:spcBef>
              <a:spcAft>
                <a:spcPts val="0"/>
              </a:spcAft>
              <a:buSzPts val="2400"/>
              <a:buFont typeface="Sora"/>
              <a:buNone/>
              <a:defRPr b="1" sz="2400">
                <a:latin typeface="Sora"/>
                <a:ea typeface="Sora"/>
                <a:cs typeface="Sora"/>
                <a:sym typeface="Sora"/>
              </a:defRPr>
            </a:lvl4pPr>
            <a:lvl5pPr lvl="4">
              <a:lnSpc>
                <a:spcPct val="115000"/>
              </a:lnSpc>
              <a:spcBef>
                <a:spcPts val="0"/>
              </a:spcBef>
              <a:spcAft>
                <a:spcPts val="0"/>
              </a:spcAft>
              <a:buSzPts val="2400"/>
              <a:buFont typeface="Sora"/>
              <a:buNone/>
              <a:defRPr b="1" sz="2400">
                <a:latin typeface="Sora"/>
                <a:ea typeface="Sora"/>
                <a:cs typeface="Sora"/>
                <a:sym typeface="Sora"/>
              </a:defRPr>
            </a:lvl5pPr>
            <a:lvl6pPr lvl="5">
              <a:lnSpc>
                <a:spcPct val="115000"/>
              </a:lnSpc>
              <a:spcBef>
                <a:spcPts val="0"/>
              </a:spcBef>
              <a:spcAft>
                <a:spcPts val="0"/>
              </a:spcAft>
              <a:buSzPts val="2400"/>
              <a:buFont typeface="Sora"/>
              <a:buNone/>
              <a:defRPr b="1" sz="2400">
                <a:latin typeface="Sora"/>
                <a:ea typeface="Sora"/>
                <a:cs typeface="Sora"/>
                <a:sym typeface="Sora"/>
              </a:defRPr>
            </a:lvl6pPr>
            <a:lvl7pPr lvl="6">
              <a:lnSpc>
                <a:spcPct val="115000"/>
              </a:lnSpc>
              <a:spcBef>
                <a:spcPts val="0"/>
              </a:spcBef>
              <a:spcAft>
                <a:spcPts val="0"/>
              </a:spcAft>
              <a:buSzPts val="2400"/>
              <a:buFont typeface="Sora"/>
              <a:buNone/>
              <a:defRPr b="1" sz="2400">
                <a:latin typeface="Sora"/>
                <a:ea typeface="Sora"/>
                <a:cs typeface="Sora"/>
                <a:sym typeface="Sora"/>
              </a:defRPr>
            </a:lvl7pPr>
            <a:lvl8pPr lvl="7">
              <a:lnSpc>
                <a:spcPct val="115000"/>
              </a:lnSpc>
              <a:spcBef>
                <a:spcPts val="0"/>
              </a:spcBef>
              <a:spcAft>
                <a:spcPts val="0"/>
              </a:spcAft>
              <a:buSzPts val="2400"/>
              <a:buFont typeface="Sora"/>
              <a:buNone/>
              <a:defRPr b="1" sz="2400">
                <a:latin typeface="Sora"/>
                <a:ea typeface="Sora"/>
                <a:cs typeface="Sora"/>
                <a:sym typeface="Sora"/>
              </a:defRPr>
            </a:lvl8pPr>
            <a:lvl9pPr lvl="8">
              <a:lnSpc>
                <a:spcPct val="115000"/>
              </a:lnSpc>
              <a:spcBef>
                <a:spcPts val="0"/>
              </a:spcBef>
              <a:spcAft>
                <a:spcPts val="0"/>
              </a:spcAft>
              <a:buSzPts val="2400"/>
              <a:buFont typeface="Sora"/>
              <a:buNone/>
              <a:defRPr b="1" sz="2400">
                <a:latin typeface="Sora"/>
                <a:ea typeface="Sora"/>
                <a:cs typeface="Sora"/>
                <a:sym typeface="Sora"/>
              </a:defRPr>
            </a:lvl9pPr>
          </a:lstStyle>
          <a:p/>
        </p:txBody>
      </p:sp>
      <p:sp>
        <p:nvSpPr>
          <p:cNvPr id="964" name="Google Shape;964;p81"/>
          <p:cNvSpPr txBox="1"/>
          <p:nvPr>
            <p:ph idx="5" type="subTitle"/>
          </p:nvPr>
        </p:nvSpPr>
        <p:spPr>
          <a:xfrm>
            <a:off x="3484422" y="3390800"/>
            <a:ext cx="2175300" cy="3942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SzPts val="2400"/>
              <a:buFont typeface="Sora"/>
              <a:buNone/>
              <a:defRPr b="1" sz="2000">
                <a:latin typeface="Sora"/>
                <a:ea typeface="Sora"/>
                <a:cs typeface="Sora"/>
                <a:sym typeface="Sora"/>
              </a:defRPr>
            </a:lvl1pPr>
            <a:lvl2pPr lvl="1">
              <a:lnSpc>
                <a:spcPct val="115000"/>
              </a:lnSpc>
              <a:spcBef>
                <a:spcPts val="0"/>
              </a:spcBef>
              <a:spcAft>
                <a:spcPts val="0"/>
              </a:spcAft>
              <a:buSzPts val="2400"/>
              <a:buFont typeface="Sora"/>
              <a:buNone/>
              <a:defRPr b="1" sz="2400">
                <a:latin typeface="Sora"/>
                <a:ea typeface="Sora"/>
                <a:cs typeface="Sora"/>
                <a:sym typeface="Sora"/>
              </a:defRPr>
            </a:lvl2pPr>
            <a:lvl3pPr lvl="2">
              <a:lnSpc>
                <a:spcPct val="115000"/>
              </a:lnSpc>
              <a:spcBef>
                <a:spcPts val="0"/>
              </a:spcBef>
              <a:spcAft>
                <a:spcPts val="0"/>
              </a:spcAft>
              <a:buSzPts val="2400"/>
              <a:buFont typeface="Sora"/>
              <a:buNone/>
              <a:defRPr b="1" sz="2400">
                <a:latin typeface="Sora"/>
                <a:ea typeface="Sora"/>
                <a:cs typeface="Sora"/>
                <a:sym typeface="Sora"/>
              </a:defRPr>
            </a:lvl3pPr>
            <a:lvl4pPr lvl="3">
              <a:lnSpc>
                <a:spcPct val="115000"/>
              </a:lnSpc>
              <a:spcBef>
                <a:spcPts val="0"/>
              </a:spcBef>
              <a:spcAft>
                <a:spcPts val="0"/>
              </a:spcAft>
              <a:buSzPts val="2400"/>
              <a:buFont typeface="Sora"/>
              <a:buNone/>
              <a:defRPr b="1" sz="2400">
                <a:latin typeface="Sora"/>
                <a:ea typeface="Sora"/>
                <a:cs typeface="Sora"/>
                <a:sym typeface="Sora"/>
              </a:defRPr>
            </a:lvl4pPr>
            <a:lvl5pPr lvl="4">
              <a:lnSpc>
                <a:spcPct val="115000"/>
              </a:lnSpc>
              <a:spcBef>
                <a:spcPts val="0"/>
              </a:spcBef>
              <a:spcAft>
                <a:spcPts val="0"/>
              </a:spcAft>
              <a:buSzPts val="2400"/>
              <a:buFont typeface="Sora"/>
              <a:buNone/>
              <a:defRPr b="1" sz="2400">
                <a:latin typeface="Sora"/>
                <a:ea typeface="Sora"/>
                <a:cs typeface="Sora"/>
                <a:sym typeface="Sora"/>
              </a:defRPr>
            </a:lvl5pPr>
            <a:lvl6pPr lvl="5">
              <a:lnSpc>
                <a:spcPct val="115000"/>
              </a:lnSpc>
              <a:spcBef>
                <a:spcPts val="0"/>
              </a:spcBef>
              <a:spcAft>
                <a:spcPts val="0"/>
              </a:spcAft>
              <a:buSzPts val="2400"/>
              <a:buFont typeface="Sora"/>
              <a:buNone/>
              <a:defRPr b="1" sz="2400">
                <a:latin typeface="Sora"/>
                <a:ea typeface="Sora"/>
                <a:cs typeface="Sora"/>
                <a:sym typeface="Sora"/>
              </a:defRPr>
            </a:lvl6pPr>
            <a:lvl7pPr lvl="6">
              <a:lnSpc>
                <a:spcPct val="115000"/>
              </a:lnSpc>
              <a:spcBef>
                <a:spcPts val="0"/>
              </a:spcBef>
              <a:spcAft>
                <a:spcPts val="0"/>
              </a:spcAft>
              <a:buSzPts val="2400"/>
              <a:buFont typeface="Sora"/>
              <a:buNone/>
              <a:defRPr b="1" sz="2400">
                <a:latin typeface="Sora"/>
                <a:ea typeface="Sora"/>
                <a:cs typeface="Sora"/>
                <a:sym typeface="Sora"/>
              </a:defRPr>
            </a:lvl7pPr>
            <a:lvl8pPr lvl="7">
              <a:lnSpc>
                <a:spcPct val="115000"/>
              </a:lnSpc>
              <a:spcBef>
                <a:spcPts val="0"/>
              </a:spcBef>
              <a:spcAft>
                <a:spcPts val="0"/>
              </a:spcAft>
              <a:buSzPts val="2400"/>
              <a:buFont typeface="Sora"/>
              <a:buNone/>
              <a:defRPr b="1" sz="2400">
                <a:latin typeface="Sora"/>
                <a:ea typeface="Sora"/>
                <a:cs typeface="Sora"/>
                <a:sym typeface="Sora"/>
              </a:defRPr>
            </a:lvl8pPr>
            <a:lvl9pPr lvl="8">
              <a:lnSpc>
                <a:spcPct val="115000"/>
              </a:lnSpc>
              <a:spcBef>
                <a:spcPts val="0"/>
              </a:spcBef>
              <a:spcAft>
                <a:spcPts val="0"/>
              </a:spcAft>
              <a:buSzPts val="2400"/>
              <a:buFont typeface="Sora"/>
              <a:buNone/>
              <a:defRPr b="1" sz="2400">
                <a:latin typeface="Sora"/>
                <a:ea typeface="Sora"/>
                <a:cs typeface="Sora"/>
                <a:sym typeface="Sora"/>
              </a:defRPr>
            </a:lvl9pPr>
          </a:lstStyle>
          <a:p/>
        </p:txBody>
      </p:sp>
      <p:sp>
        <p:nvSpPr>
          <p:cNvPr id="965" name="Google Shape;965;p81"/>
          <p:cNvSpPr txBox="1"/>
          <p:nvPr>
            <p:ph idx="6" type="subTitle"/>
          </p:nvPr>
        </p:nvSpPr>
        <p:spPr>
          <a:xfrm>
            <a:off x="6031150" y="3390800"/>
            <a:ext cx="2175300" cy="3942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SzPts val="2400"/>
              <a:buFont typeface="Sora"/>
              <a:buNone/>
              <a:defRPr b="1" sz="2000">
                <a:latin typeface="Sora"/>
                <a:ea typeface="Sora"/>
                <a:cs typeface="Sora"/>
                <a:sym typeface="Sora"/>
              </a:defRPr>
            </a:lvl1pPr>
            <a:lvl2pPr lvl="1">
              <a:lnSpc>
                <a:spcPct val="115000"/>
              </a:lnSpc>
              <a:spcBef>
                <a:spcPts val="0"/>
              </a:spcBef>
              <a:spcAft>
                <a:spcPts val="0"/>
              </a:spcAft>
              <a:buSzPts val="2400"/>
              <a:buFont typeface="Sora"/>
              <a:buNone/>
              <a:defRPr b="1" sz="2400">
                <a:latin typeface="Sora"/>
                <a:ea typeface="Sora"/>
                <a:cs typeface="Sora"/>
                <a:sym typeface="Sora"/>
              </a:defRPr>
            </a:lvl2pPr>
            <a:lvl3pPr lvl="2">
              <a:lnSpc>
                <a:spcPct val="115000"/>
              </a:lnSpc>
              <a:spcBef>
                <a:spcPts val="0"/>
              </a:spcBef>
              <a:spcAft>
                <a:spcPts val="0"/>
              </a:spcAft>
              <a:buSzPts val="2400"/>
              <a:buFont typeface="Sora"/>
              <a:buNone/>
              <a:defRPr b="1" sz="2400">
                <a:latin typeface="Sora"/>
                <a:ea typeface="Sora"/>
                <a:cs typeface="Sora"/>
                <a:sym typeface="Sora"/>
              </a:defRPr>
            </a:lvl3pPr>
            <a:lvl4pPr lvl="3">
              <a:lnSpc>
                <a:spcPct val="115000"/>
              </a:lnSpc>
              <a:spcBef>
                <a:spcPts val="0"/>
              </a:spcBef>
              <a:spcAft>
                <a:spcPts val="0"/>
              </a:spcAft>
              <a:buSzPts val="2400"/>
              <a:buFont typeface="Sora"/>
              <a:buNone/>
              <a:defRPr b="1" sz="2400">
                <a:latin typeface="Sora"/>
                <a:ea typeface="Sora"/>
                <a:cs typeface="Sora"/>
                <a:sym typeface="Sora"/>
              </a:defRPr>
            </a:lvl4pPr>
            <a:lvl5pPr lvl="4">
              <a:lnSpc>
                <a:spcPct val="115000"/>
              </a:lnSpc>
              <a:spcBef>
                <a:spcPts val="0"/>
              </a:spcBef>
              <a:spcAft>
                <a:spcPts val="0"/>
              </a:spcAft>
              <a:buSzPts val="2400"/>
              <a:buFont typeface="Sora"/>
              <a:buNone/>
              <a:defRPr b="1" sz="2400">
                <a:latin typeface="Sora"/>
                <a:ea typeface="Sora"/>
                <a:cs typeface="Sora"/>
                <a:sym typeface="Sora"/>
              </a:defRPr>
            </a:lvl5pPr>
            <a:lvl6pPr lvl="5">
              <a:lnSpc>
                <a:spcPct val="115000"/>
              </a:lnSpc>
              <a:spcBef>
                <a:spcPts val="0"/>
              </a:spcBef>
              <a:spcAft>
                <a:spcPts val="0"/>
              </a:spcAft>
              <a:buSzPts val="2400"/>
              <a:buFont typeface="Sora"/>
              <a:buNone/>
              <a:defRPr b="1" sz="2400">
                <a:latin typeface="Sora"/>
                <a:ea typeface="Sora"/>
                <a:cs typeface="Sora"/>
                <a:sym typeface="Sora"/>
              </a:defRPr>
            </a:lvl6pPr>
            <a:lvl7pPr lvl="6">
              <a:lnSpc>
                <a:spcPct val="115000"/>
              </a:lnSpc>
              <a:spcBef>
                <a:spcPts val="0"/>
              </a:spcBef>
              <a:spcAft>
                <a:spcPts val="0"/>
              </a:spcAft>
              <a:buSzPts val="2400"/>
              <a:buFont typeface="Sora"/>
              <a:buNone/>
              <a:defRPr b="1" sz="2400">
                <a:latin typeface="Sora"/>
                <a:ea typeface="Sora"/>
                <a:cs typeface="Sora"/>
                <a:sym typeface="Sora"/>
              </a:defRPr>
            </a:lvl7pPr>
            <a:lvl8pPr lvl="7">
              <a:lnSpc>
                <a:spcPct val="115000"/>
              </a:lnSpc>
              <a:spcBef>
                <a:spcPts val="0"/>
              </a:spcBef>
              <a:spcAft>
                <a:spcPts val="0"/>
              </a:spcAft>
              <a:buSzPts val="2400"/>
              <a:buFont typeface="Sora"/>
              <a:buNone/>
              <a:defRPr b="1" sz="2400">
                <a:latin typeface="Sora"/>
                <a:ea typeface="Sora"/>
                <a:cs typeface="Sora"/>
                <a:sym typeface="Sora"/>
              </a:defRPr>
            </a:lvl8pPr>
            <a:lvl9pPr lvl="8">
              <a:lnSpc>
                <a:spcPct val="115000"/>
              </a:lnSpc>
              <a:spcBef>
                <a:spcPts val="0"/>
              </a:spcBef>
              <a:spcAft>
                <a:spcPts val="0"/>
              </a:spcAft>
              <a:buSzPts val="2400"/>
              <a:buFont typeface="Sora"/>
              <a:buNone/>
              <a:defRPr b="1" sz="2400">
                <a:latin typeface="Sora"/>
                <a:ea typeface="Sora"/>
                <a:cs typeface="Sora"/>
                <a:sym typeface="Sora"/>
              </a:defRPr>
            </a:lvl9pPr>
          </a:lstStyle>
          <a:p/>
        </p:txBody>
      </p:sp>
      <p:grpSp>
        <p:nvGrpSpPr>
          <p:cNvPr id="966" name="Google Shape;966;p81"/>
          <p:cNvGrpSpPr/>
          <p:nvPr/>
        </p:nvGrpSpPr>
        <p:grpSpPr>
          <a:xfrm>
            <a:off x="8577868" y="74717"/>
            <a:ext cx="605875" cy="4412242"/>
            <a:chOff x="8577868" y="74717"/>
            <a:chExt cx="605875" cy="4412242"/>
          </a:xfrm>
        </p:grpSpPr>
        <p:sp>
          <p:nvSpPr>
            <p:cNvPr id="967" name="Google Shape;967;p81"/>
            <p:cNvSpPr/>
            <p:nvPr/>
          </p:nvSpPr>
          <p:spPr>
            <a:xfrm>
              <a:off x="8937302" y="74717"/>
              <a:ext cx="246441" cy="246441"/>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81"/>
            <p:cNvSpPr/>
            <p:nvPr/>
          </p:nvSpPr>
          <p:spPr>
            <a:xfrm>
              <a:off x="8577884" y="2792122"/>
              <a:ext cx="181108" cy="181108"/>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81"/>
            <p:cNvSpPr/>
            <p:nvPr/>
          </p:nvSpPr>
          <p:spPr>
            <a:xfrm>
              <a:off x="8577868" y="4353966"/>
              <a:ext cx="132993" cy="132993"/>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70" name="Google Shape;970;p81"/>
          <p:cNvGrpSpPr/>
          <p:nvPr/>
        </p:nvGrpSpPr>
        <p:grpSpPr>
          <a:xfrm>
            <a:off x="8264950" y="539225"/>
            <a:ext cx="672350" cy="4815275"/>
            <a:chOff x="8264950" y="539225"/>
            <a:chExt cx="672350" cy="4815275"/>
          </a:xfrm>
        </p:grpSpPr>
        <p:cxnSp>
          <p:nvCxnSpPr>
            <p:cNvPr id="971" name="Google Shape;971;p81"/>
            <p:cNvCxnSpPr/>
            <p:nvPr/>
          </p:nvCxnSpPr>
          <p:spPr>
            <a:xfrm rot="-5400000">
              <a:off x="6194650" y="2609525"/>
              <a:ext cx="4686900" cy="546300"/>
            </a:xfrm>
            <a:prstGeom prst="bentConnector3">
              <a:avLst>
                <a:gd fmla="val 9059" name="adj1"/>
              </a:avLst>
            </a:prstGeom>
            <a:noFill/>
            <a:ln cap="flat" cmpd="sng" w="19050">
              <a:solidFill>
                <a:schemeClr val="lt2"/>
              </a:solidFill>
              <a:prstDash val="solid"/>
              <a:round/>
              <a:headEnd len="med" w="med" type="none"/>
              <a:tailEnd len="med" w="med" type="oval"/>
            </a:ln>
          </p:spPr>
        </p:cxnSp>
        <p:cxnSp>
          <p:nvCxnSpPr>
            <p:cNvPr id="972" name="Google Shape;972;p81"/>
            <p:cNvCxnSpPr/>
            <p:nvPr/>
          </p:nvCxnSpPr>
          <p:spPr>
            <a:xfrm rot="-5400000">
              <a:off x="6564000" y="2981200"/>
              <a:ext cx="4140000" cy="606600"/>
            </a:xfrm>
            <a:prstGeom prst="bentConnector3">
              <a:avLst>
                <a:gd fmla="val 9476" name="adj1"/>
              </a:avLst>
            </a:prstGeom>
            <a:noFill/>
            <a:ln cap="flat" cmpd="sng" w="19050">
              <a:solidFill>
                <a:schemeClr val="lt2"/>
              </a:solidFill>
              <a:prstDash val="solid"/>
              <a:round/>
              <a:headEnd len="med" w="med" type="none"/>
              <a:tailEnd len="med" w="med" type="oval"/>
            </a:ln>
          </p:spPr>
        </p:cxnSp>
      </p:grpSp>
    </p:spTree>
  </p:cSld>
  <p:clrMapOvr>
    <a:masterClrMapping/>
  </p:clrMapOvr>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973" name="Shape 973"/>
        <p:cNvGrpSpPr/>
        <p:nvPr/>
      </p:nvGrpSpPr>
      <p:grpSpPr>
        <a:xfrm>
          <a:off x="0" y="0"/>
          <a:ext cx="0" cy="0"/>
          <a:chOff x="0" y="0"/>
          <a:chExt cx="0" cy="0"/>
        </a:xfrm>
      </p:grpSpPr>
      <p:sp>
        <p:nvSpPr>
          <p:cNvPr id="974" name="Google Shape;974;p8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75" name="Google Shape;975;p82"/>
          <p:cNvSpPr txBox="1"/>
          <p:nvPr>
            <p:ph idx="1" type="subTitle"/>
          </p:nvPr>
        </p:nvSpPr>
        <p:spPr>
          <a:xfrm>
            <a:off x="1967648" y="2084667"/>
            <a:ext cx="1978200" cy="6654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SzPts val="1400"/>
              <a:buNone/>
              <a:defRPr sz="1400"/>
            </a:lvl1pPr>
            <a:lvl2pPr lvl="1">
              <a:lnSpc>
                <a:spcPct val="115000"/>
              </a:lnSpc>
              <a:spcBef>
                <a:spcPts val="0"/>
              </a:spcBef>
              <a:spcAft>
                <a:spcPts val="0"/>
              </a:spcAft>
              <a:buSzPts val="1400"/>
              <a:buNone/>
              <a:defRPr/>
            </a:lvl2pPr>
            <a:lvl3pPr lvl="2">
              <a:lnSpc>
                <a:spcPct val="115000"/>
              </a:lnSpc>
              <a:spcBef>
                <a:spcPts val="0"/>
              </a:spcBef>
              <a:spcAft>
                <a:spcPts val="0"/>
              </a:spcAft>
              <a:buSzPts val="1400"/>
              <a:buNone/>
              <a:defRPr/>
            </a:lvl3pPr>
            <a:lvl4pPr lvl="3">
              <a:lnSpc>
                <a:spcPct val="115000"/>
              </a:lnSpc>
              <a:spcBef>
                <a:spcPts val="0"/>
              </a:spcBef>
              <a:spcAft>
                <a:spcPts val="0"/>
              </a:spcAft>
              <a:buSzPts val="1400"/>
              <a:buNone/>
              <a:defRPr/>
            </a:lvl4pPr>
            <a:lvl5pPr lvl="4">
              <a:lnSpc>
                <a:spcPct val="115000"/>
              </a:lnSpc>
              <a:spcBef>
                <a:spcPts val="0"/>
              </a:spcBef>
              <a:spcAft>
                <a:spcPts val="0"/>
              </a:spcAft>
              <a:buSzPts val="1400"/>
              <a:buNone/>
              <a:defRPr/>
            </a:lvl5pPr>
            <a:lvl6pPr lvl="5">
              <a:lnSpc>
                <a:spcPct val="115000"/>
              </a:lnSpc>
              <a:spcBef>
                <a:spcPts val="0"/>
              </a:spcBef>
              <a:spcAft>
                <a:spcPts val="0"/>
              </a:spcAft>
              <a:buSzPts val="1400"/>
              <a:buNone/>
              <a:defRPr/>
            </a:lvl6pPr>
            <a:lvl7pPr lvl="6">
              <a:lnSpc>
                <a:spcPct val="115000"/>
              </a:lnSpc>
              <a:spcBef>
                <a:spcPts val="0"/>
              </a:spcBef>
              <a:spcAft>
                <a:spcPts val="0"/>
              </a:spcAft>
              <a:buSzPts val="1400"/>
              <a:buNone/>
              <a:defRPr/>
            </a:lvl7pPr>
            <a:lvl8pPr lvl="7">
              <a:lnSpc>
                <a:spcPct val="115000"/>
              </a:lnSpc>
              <a:spcBef>
                <a:spcPts val="0"/>
              </a:spcBef>
              <a:spcAft>
                <a:spcPts val="0"/>
              </a:spcAft>
              <a:buSzPts val="1400"/>
              <a:buNone/>
              <a:defRPr/>
            </a:lvl8pPr>
            <a:lvl9pPr lvl="8">
              <a:lnSpc>
                <a:spcPct val="115000"/>
              </a:lnSpc>
              <a:spcBef>
                <a:spcPts val="0"/>
              </a:spcBef>
              <a:spcAft>
                <a:spcPts val="0"/>
              </a:spcAft>
              <a:buSzPts val="1400"/>
              <a:buNone/>
              <a:defRPr/>
            </a:lvl9pPr>
          </a:lstStyle>
          <a:p/>
        </p:txBody>
      </p:sp>
      <p:sp>
        <p:nvSpPr>
          <p:cNvPr id="976" name="Google Shape;976;p82"/>
          <p:cNvSpPr txBox="1"/>
          <p:nvPr>
            <p:ph idx="2" type="subTitle"/>
          </p:nvPr>
        </p:nvSpPr>
        <p:spPr>
          <a:xfrm>
            <a:off x="5198152" y="2084667"/>
            <a:ext cx="1978200" cy="6654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SzPts val="1400"/>
              <a:buNone/>
              <a:defRPr sz="1400"/>
            </a:lvl1pPr>
            <a:lvl2pPr lvl="1">
              <a:lnSpc>
                <a:spcPct val="115000"/>
              </a:lnSpc>
              <a:spcBef>
                <a:spcPts val="0"/>
              </a:spcBef>
              <a:spcAft>
                <a:spcPts val="0"/>
              </a:spcAft>
              <a:buSzPts val="1400"/>
              <a:buNone/>
              <a:defRPr/>
            </a:lvl2pPr>
            <a:lvl3pPr lvl="2">
              <a:lnSpc>
                <a:spcPct val="115000"/>
              </a:lnSpc>
              <a:spcBef>
                <a:spcPts val="0"/>
              </a:spcBef>
              <a:spcAft>
                <a:spcPts val="0"/>
              </a:spcAft>
              <a:buSzPts val="1400"/>
              <a:buNone/>
              <a:defRPr/>
            </a:lvl3pPr>
            <a:lvl4pPr lvl="3">
              <a:lnSpc>
                <a:spcPct val="115000"/>
              </a:lnSpc>
              <a:spcBef>
                <a:spcPts val="0"/>
              </a:spcBef>
              <a:spcAft>
                <a:spcPts val="0"/>
              </a:spcAft>
              <a:buSzPts val="1400"/>
              <a:buNone/>
              <a:defRPr/>
            </a:lvl4pPr>
            <a:lvl5pPr lvl="4">
              <a:lnSpc>
                <a:spcPct val="115000"/>
              </a:lnSpc>
              <a:spcBef>
                <a:spcPts val="0"/>
              </a:spcBef>
              <a:spcAft>
                <a:spcPts val="0"/>
              </a:spcAft>
              <a:buSzPts val="1400"/>
              <a:buNone/>
              <a:defRPr/>
            </a:lvl5pPr>
            <a:lvl6pPr lvl="5">
              <a:lnSpc>
                <a:spcPct val="115000"/>
              </a:lnSpc>
              <a:spcBef>
                <a:spcPts val="0"/>
              </a:spcBef>
              <a:spcAft>
                <a:spcPts val="0"/>
              </a:spcAft>
              <a:buSzPts val="1400"/>
              <a:buNone/>
              <a:defRPr/>
            </a:lvl6pPr>
            <a:lvl7pPr lvl="6">
              <a:lnSpc>
                <a:spcPct val="115000"/>
              </a:lnSpc>
              <a:spcBef>
                <a:spcPts val="0"/>
              </a:spcBef>
              <a:spcAft>
                <a:spcPts val="0"/>
              </a:spcAft>
              <a:buSzPts val="1400"/>
              <a:buNone/>
              <a:defRPr/>
            </a:lvl7pPr>
            <a:lvl8pPr lvl="7">
              <a:lnSpc>
                <a:spcPct val="115000"/>
              </a:lnSpc>
              <a:spcBef>
                <a:spcPts val="0"/>
              </a:spcBef>
              <a:spcAft>
                <a:spcPts val="0"/>
              </a:spcAft>
              <a:buSzPts val="1400"/>
              <a:buNone/>
              <a:defRPr/>
            </a:lvl8pPr>
            <a:lvl9pPr lvl="8">
              <a:lnSpc>
                <a:spcPct val="115000"/>
              </a:lnSpc>
              <a:spcBef>
                <a:spcPts val="0"/>
              </a:spcBef>
              <a:spcAft>
                <a:spcPts val="0"/>
              </a:spcAft>
              <a:buSzPts val="1400"/>
              <a:buNone/>
              <a:defRPr/>
            </a:lvl9pPr>
          </a:lstStyle>
          <a:p/>
        </p:txBody>
      </p:sp>
      <p:sp>
        <p:nvSpPr>
          <p:cNvPr id="977" name="Google Shape;977;p82"/>
          <p:cNvSpPr txBox="1"/>
          <p:nvPr>
            <p:ph idx="3" type="subTitle"/>
          </p:nvPr>
        </p:nvSpPr>
        <p:spPr>
          <a:xfrm>
            <a:off x="1967648" y="3518067"/>
            <a:ext cx="1978200" cy="6654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SzPts val="1400"/>
              <a:buNone/>
              <a:defRPr sz="1400"/>
            </a:lvl1pPr>
            <a:lvl2pPr lvl="1">
              <a:lnSpc>
                <a:spcPct val="115000"/>
              </a:lnSpc>
              <a:spcBef>
                <a:spcPts val="0"/>
              </a:spcBef>
              <a:spcAft>
                <a:spcPts val="0"/>
              </a:spcAft>
              <a:buSzPts val="1400"/>
              <a:buNone/>
              <a:defRPr/>
            </a:lvl2pPr>
            <a:lvl3pPr lvl="2">
              <a:lnSpc>
                <a:spcPct val="115000"/>
              </a:lnSpc>
              <a:spcBef>
                <a:spcPts val="0"/>
              </a:spcBef>
              <a:spcAft>
                <a:spcPts val="0"/>
              </a:spcAft>
              <a:buSzPts val="1400"/>
              <a:buNone/>
              <a:defRPr/>
            </a:lvl3pPr>
            <a:lvl4pPr lvl="3">
              <a:lnSpc>
                <a:spcPct val="115000"/>
              </a:lnSpc>
              <a:spcBef>
                <a:spcPts val="0"/>
              </a:spcBef>
              <a:spcAft>
                <a:spcPts val="0"/>
              </a:spcAft>
              <a:buSzPts val="1400"/>
              <a:buNone/>
              <a:defRPr/>
            </a:lvl4pPr>
            <a:lvl5pPr lvl="4">
              <a:lnSpc>
                <a:spcPct val="115000"/>
              </a:lnSpc>
              <a:spcBef>
                <a:spcPts val="0"/>
              </a:spcBef>
              <a:spcAft>
                <a:spcPts val="0"/>
              </a:spcAft>
              <a:buSzPts val="1400"/>
              <a:buNone/>
              <a:defRPr/>
            </a:lvl5pPr>
            <a:lvl6pPr lvl="5">
              <a:lnSpc>
                <a:spcPct val="115000"/>
              </a:lnSpc>
              <a:spcBef>
                <a:spcPts val="0"/>
              </a:spcBef>
              <a:spcAft>
                <a:spcPts val="0"/>
              </a:spcAft>
              <a:buSzPts val="1400"/>
              <a:buNone/>
              <a:defRPr/>
            </a:lvl6pPr>
            <a:lvl7pPr lvl="6">
              <a:lnSpc>
                <a:spcPct val="115000"/>
              </a:lnSpc>
              <a:spcBef>
                <a:spcPts val="0"/>
              </a:spcBef>
              <a:spcAft>
                <a:spcPts val="0"/>
              </a:spcAft>
              <a:buSzPts val="1400"/>
              <a:buNone/>
              <a:defRPr/>
            </a:lvl7pPr>
            <a:lvl8pPr lvl="7">
              <a:lnSpc>
                <a:spcPct val="115000"/>
              </a:lnSpc>
              <a:spcBef>
                <a:spcPts val="0"/>
              </a:spcBef>
              <a:spcAft>
                <a:spcPts val="0"/>
              </a:spcAft>
              <a:buSzPts val="1400"/>
              <a:buNone/>
              <a:defRPr/>
            </a:lvl8pPr>
            <a:lvl9pPr lvl="8">
              <a:lnSpc>
                <a:spcPct val="115000"/>
              </a:lnSpc>
              <a:spcBef>
                <a:spcPts val="0"/>
              </a:spcBef>
              <a:spcAft>
                <a:spcPts val="0"/>
              </a:spcAft>
              <a:buSzPts val="1400"/>
              <a:buNone/>
              <a:defRPr/>
            </a:lvl9pPr>
          </a:lstStyle>
          <a:p/>
        </p:txBody>
      </p:sp>
      <p:sp>
        <p:nvSpPr>
          <p:cNvPr id="978" name="Google Shape;978;p82"/>
          <p:cNvSpPr txBox="1"/>
          <p:nvPr>
            <p:ph idx="4" type="subTitle"/>
          </p:nvPr>
        </p:nvSpPr>
        <p:spPr>
          <a:xfrm>
            <a:off x="5198152" y="3518067"/>
            <a:ext cx="1978200" cy="6654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SzPts val="1400"/>
              <a:buNone/>
              <a:defRPr sz="1400"/>
            </a:lvl1pPr>
            <a:lvl2pPr lvl="1">
              <a:lnSpc>
                <a:spcPct val="115000"/>
              </a:lnSpc>
              <a:spcBef>
                <a:spcPts val="0"/>
              </a:spcBef>
              <a:spcAft>
                <a:spcPts val="0"/>
              </a:spcAft>
              <a:buSzPts val="1400"/>
              <a:buNone/>
              <a:defRPr/>
            </a:lvl2pPr>
            <a:lvl3pPr lvl="2">
              <a:lnSpc>
                <a:spcPct val="115000"/>
              </a:lnSpc>
              <a:spcBef>
                <a:spcPts val="0"/>
              </a:spcBef>
              <a:spcAft>
                <a:spcPts val="0"/>
              </a:spcAft>
              <a:buSzPts val="1400"/>
              <a:buNone/>
              <a:defRPr/>
            </a:lvl3pPr>
            <a:lvl4pPr lvl="3">
              <a:lnSpc>
                <a:spcPct val="115000"/>
              </a:lnSpc>
              <a:spcBef>
                <a:spcPts val="0"/>
              </a:spcBef>
              <a:spcAft>
                <a:spcPts val="0"/>
              </a:spcAft>
              <a:buSzPts val="1400"/>
              <a:buNone/>
              <a:defRPr/>
            </a:lvl4pPr>
            <a:lvl5pPr lvl="4">
              <a:lnSpc>
                <a:spcPct val="115000"/>
              </a:lnSpc>
              <a:spcBef>
                <a:spcPts val="0"/>
              </a:spcBef>
              <a:spcAft>
                <a:spcPts val="0"/>
              </a:spcAft>
              <a:buSzPts val="1400"/>
              <a:buNone/>
              <a:defRPr/>
            </a:lvl5pPr>
            <a:lvl6pPr lvl="5">
              <a:lnSpc>
                <a:spcPct val="115000"/>
              </a:lnSpc>
              <a:spcBef>
                <a:spcPts val="0"/>
              </a:spcBef>
              <a:spcAft>
                <a:spcPts val="0"/>
              </a:spcAft>
              <a:buSzPts val="1400"/>
              <a:buNone/>
              <a:defRPr/>
            </a:lvl6pPr>
            <a:lvl7pPr lvl="6">
              <a:lnSpc>
                <a:spcPct val="115000"/>
              </a:lnSpc>
              <a:spcBef>
                <a:spcPts val="0"/>
              </a:spcBef>
              <a:spcAft>
                <a:spcPts val="0"/>
              </a:spcAft>
              <a:buSzPts val="1400"/>
              <a:buNone/>
              <a:defRPr/>
            </a:lvl7pPr>
            <a:lvl8pPr lvl="7">
              <a:lnSpc>
                <a:spcPct val="115000"/>
              </a:lnSpc>
              <a:spcBef>
                <a:spcPts val="0"/>
              </a:spcBef>
              <a:spcAft>
                <a:spcPts val="0"/>
              </a:spcAft>
              <a:buSzPts val="1400"/>
              <a:buNone/>
              <a:defRPr/>
            </a:lvl8pPr>
            <a:lvl9pPr lvl="8">
              <a:lnSpc>
                <a:spcPct val="115000"/>
              </a:lnSpc>
              <a:spcBef>
                <a:spcPts val="0"/>
              </a:spcBef>
              <a:spcAft>
                <a:spcPts val="0"/>
              </a:spcAft>
              <a:buSzPts val="1400"/>
              <a:buNone/>
              <a:defRPr/>
            </a:lvl9pPr>
          </a:lstStyle>
          <a:p/>
        </p:txBody>
      </p:sp>
      <p:sp>
        <p:nvSpPr>
          <p:cNvPr id="979" name="Google Shape;979;p82"/>
          <p:cNvSpPr txBox="1"/>
          <p:nvPr>
            <p:ph idx="5" type="subTitle"/>
          </p:nvPr>
        </p:nvSpPr>
        <p:spPr>
          <a:xfrm>
            <a:off x="1967648" y="1778725"/>
            <a:ext cx="1978200" cy="4056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SzPts val="2400"/>
              <a:buFont typeface="Sora"/>
              <a:buNone/>
              <a:defRPr b="1" sz="2000">
                <a:latin typeface="Sora"/>
                <a:ea typeface="Sora"/>
                <a:cs typeface="Sora"/>
                <a:sym typeface="Sora"/>
              </a:defRPr>
            </a:lvl1pPr>
            <a:lvl2pPr lvl="1">
              <a:lnSpc>
                <a:spcPct val="115000"/>
              </a:lnSpc>
              <a:spcBef>
                <a:spcPts val="0"/>
              </a:spcBef>
              <a:spcAft>
                <a:spcPts val="0"/>
              </a:spcAft>
              <a:buSzPts val="2400"/>
              <a:buFont typeface="Sora"/>
              <a:buNone/>
              <a:defRPr b="1" sz="2400">
                <a:latin typeface="Sora"/>
                <a:ea typeface="Sora"/>
                <a:cs typeface="Sora"/>
                <a:sym typeface="Sora"/>
              </a:defRPr>
            </a:lvl2pPr>
            <a:lvl3pPr lvl="2">
              <a:lnSpc>
                <a:spcPct val="115000"/>
              </a:lnSpc>
              <a:spcBef>
                <a:spcPts val="0"/>
              </a:spcBef>
              <a:spcAft>
                <a:spcPts val="0"/>
              </a:spcAft>
              <a:buSzPts val="2400"/>
              <a:buFont typeface="Sora"/>
              <a:buNone/>
              <a:defRPr b="1" sz="2400">
                <a:latin typeface="Sora"/>
                <a:ea typeface="Sora"/>
                <a:cs typeface="Sora"/>
                <a:sym typeface="Sora"/>
              </a:defRPr>
            </a:lvl3pPr>
            <a:lvl4pPr lvl="3">
              <a:lnSpc>
                <a:spcPct val="115000"/>
              </a:lnSpc>
              <a:spcBef>
                <a:spcPts val="0"/>
              </a:spcBef>
              <a:spcAft>
                <a:spcPts val="0"/>
              </a:spcAft>
              <a:buSzPts val="2400"/>
              <a:buFont typeface="Sora"/>
              <a:buNone/>
              <a:defRPr b="1" sz="2400">
                <a:latin typeface="Sora"/>
                <a:ea typeface="Sora"/>
                <a:cs typeface="Sora"/>
                <a:sym typeface="Sora"/>
              </a:defRPr>
            </a:lvl4pPr>
            <a:lvl5pPr lvl="4">
              <a:lnSpc>
                <a:spcPct val="115000"/>
              </a:lnSpc>
              <a:spcBef>
                <a:spcPts val="0"/>
              </a:spcBef>
              <a:spcAft>
                <a:spcPts val="0"/>
              </a:spcAft>
              <a:buSzPts val="2400"/>
              <a:buFont typeface="Sora"/>
              <a:buNone/>
              <a:defRPr b="1" sz="2400">
                <a:latin typeface="Sora"/>
                <a:ea typeface="Sora"/>
                <a:cs typeface="Sora"/>
                <a:sym typeface="Sora"/>
              </a:defRPr>
            </a:lvl5pPr>
            <a:lvl6pPr lvl="5">
              <a:lnSpc>
                <a:spcPct val="115000"/>
              </a:lnSpc>
              <a:spcBef>
                <a:spcPts val="0"/>
              </a:spcBef>
              <a:spcAft>
                <a:spcPts val="0"/>
              </a:spcAft>
              <a:buSzPts val="2400"/>
              <a:buFont typeface="Sora"/>
              <a:buNone/>
              <a:defRPr b="1" sz="2400">
                <a:latin typeface="Sora"/>
                <a:ea typeface="Sora"/>
                <a:cs typeface="Sora"/>
                <a:sym typeface="Sora"/>
              </a:defRPr>
            </a:lvl6pPr>
            <a:lvl7pPr lvl="6">
              <a:lnSpc>
                <a:spcPct val="115000"/>
              </a:lnSpc>
              <a:spcBef>
                <a:spcPts val="0"/>
              </a:spcBef>
              <a:spcAft>
                <a:spcPts val="0"/>
              </a:spcAft>
              <a:buSzPts val="2400"/>
              <a:buFont typeface="Sora"/>
              <a:buNone/>
              <a:defRPr b="1" sz="2400">
                <a:latin typeface="Sora"/>
                <a:ea typeface="Sora"/>
                <a:cs typeface="Sora"/>
                <a:sym typeface="Sora"/>
              </a:defRPr>
            </a:lvl7pPr>
            <a:lvl8pPr lvl="7">
              <a:lnSpc>
                <a:spcPct val="115000"/>
              </a:lnSpc>
              <a:spcBef>
                <a:spcPts val="0"/>
              </a:spcBef>
              <a:spcAft>
                <a:spcPts val="0"/>
              </a:spcAft>
              <a:buSzPts val="2400"/>
              <a:buFont typeface="Sora"/>
              <a:buNone/>
              <a:defRPr b="1" sz="2400">
                <a:latin typeface="Sora"/>
                <a:ea typeface="Sora"/>
                <a:cs typeface="Sora"/>
                <a:sym typeface="Sora"/>
              </a:defRPr>
            </a:lvl8pPr>
            <a:lvl9pPr lvl="8">
              <a:lnSpc>
                <a:spcPct val="115000"/>
              </a:lnSpc>
              <a:spcBef>
                <a:spcPts val="0"/>
              </a:spcBef>
              <a:spcAft>
                <a:spcPts val="0"/>
              </a:spcAft>
              <a:buSzPts val="2400"/>
              <a:buFont typeface="Sora"/>
              <a:buNone/>
              <a:defRPr b="1" sz="2400">
                <a:latin typeface="Sora"/>
                <a:ea typeface="Sora"/>
                <a:cs typeface="Sora"/>
                <a:sym typeface="Sora"/>
              </a:defRPr>
            </a:lvl9pPr>
          </a:lstStyle>
          <a:p/>
        </p:txBody>
      </p:sp>
      <p:sp>
        <p:nvSpPr>
          <p:cNvPr id="980" name="Google Shape;980;p82"/>
          <p:cNvSpPr txBox="1"/>
          <p:nvPr>
            <p:ph idx="6" type="subTitle"/>
          </p:nvPr>
        </p:nvSpPr>
        <p:spPr>
          <a:xfrm>
            <a:off x="5198150" y="1778725"/>
            <a:ext cx="1978200" cy="4056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SzPts val="2400"/>
              <a:buFont typeface="Sora"/>
              <a:buNone/>
              <a:defRPr b="1" sz="2000">
                <a:latin typeface="Sora"/>
                <a:ea typeface="Sora"/>
                <a:cs typeface="Sora"/>
                <a:sym typeface="Sora"/>
              </a:defRPr>
            </a:lvl1pPr>
            <a:lvl2pPr lvl="1">
              <a:lnSpc>
                <a:spcPct val="115000"/>
              </a:lnSpc>
              <a:spcBef>
                <a:spcPts val="0"/>
              </a:spcBef>
              <a:spcAft>
                <a:spcPts val="0"/>
              </a:spcAft>
              <a:buSzPts val="2400"/>
              <a:buFont typeface="Sora"/>
              <a:buNone/>
              <a:defRPr b="1" sz="2400">
                <a:latin typeface="Sora"/>
                <a:ea typeface="Sora"/>
                <a:cs typeface="Sora"/>
                <a:sym typeface="Sora"/>
              </a:defRPr>
            </a:lvl2pPr>
            <a:lvl3pPr lvl="2">
              <a:lnSpc>
                <a:spcPct val="115000"/>
              </a:lnSpc>
              <a:spcBef>
                <a:spcPts val="0"/>
              </a:spcBef>
              <a:spcAft>
                <a:spcPts val="0"/>
              </a:spcAft>
              <a:buSzPts val="2400"/>
              <a:buFont typeface="Sora"/>
              <a:buNone/>
              <a:defRPr b="1" sz="2400">
                <a:latin typeface="Sora"/>
                <a:ea typeface="Sora"/>
                <a:cs typeface="Sora"/>
                <a:sym typeface="Sora"/>
              </a:defRPr>
            </a:lvl3pPr>
            <a:lvl4pPr lvl="3">
              <a:lnSpc>
                <a:spcPct val="115000"/>
              </a:lnSpc>
              <a:spcBef>
                <a:spcPts val="0"/>
              </a:spcBef>
              <a:spcAft>
                <a:spcPts val="0"/>
              </a:spcAft>
              <a:buSzPts val="2400"/>
              <a:buFont typeface="Sora"/>
              <a:buNone/>
              <a:defRPr b="1" sz="2400">
                <a:latin typeface="Sora"/>
                <a:ea typeface="Sora"/>
                <a:cs typeface="Sora"/>
                <a:sym typeface="Sora"/>
              </a:defRPr>
            </a:lvl4pPr>
            <a:lvl5pPr lvl="4">
              <a:lnSpc>
                <a:spcPct val="115000"/>
              </a:lnSpc>
              <a:spcBef>
                <a:spcPts val="0"/>
              </a:spcBef>
              <a:spcAft>
                <a:spcPts val="0"/>
              </a:spcAft>
              <a:buSzPts val="2400"/>
              <a:buFont typeface="Sora"/>
              <a:buNone/>
              <a:defRPr b="1" sz="2400">
                <a:latin typeface="Sora"/>
                <a:ea typeface="Sora"/>
                <a:cs typeface="Sora"/>
                <a:sym typeface="Sora"/>
              </a:defRPr>
            </a:lvl5pPr>
            <a:lvl6pPr lvl="5">
              <a:lnSpc>
                <a:spcPct val="115000"/>
              </a:lnSpc>
              <a:spcBef>
                <a:spcPts val="0"/>
              </a:spcBef>
              <a:spcAft>
                <a:spcPts val="0"/>
              </a:spcAft>
              <a:buSzPts val="2400"/>
              <a:buFont typeface="Sora"/>
              <a:buNone/>
              <a:defRPr b="1" sz="2400">
                <a:latin typeface="Sora"/>
                <a:ea typeface="Sora"/>
                <a:cs typeface="Sora"/>
                <a:sym typeface="Sora"/>
              </a:defRPr>
            </a:lvl6pPr>
            <a:lvl7pPr lvl="6">
              <a:lnSpc>
                <a:spcPct val="115000"/>
              </a:lnSpc>
              <a:spcBef>
                <a:spcPts val="0"/>
              </a:spcBef>
              <a:spcAft>
                <a:spcPts val="0"/>
              </a:spcAft>
              <a:buSzPts val="2400"/>
              <a:buFont typeface="Sora"/>
              <a:buNone/>
              <a:defRPr b="1" sz="2400">
                <a:latin typeface="Sora"/>
                <a:ea typeface="Sora"/>
                <a:cs typeface="Sora"/>
                <a:sym typeface="Sora"/>
              </a:defRPr>
            </a:lvl7pPr>
            <a:lvl8pPr lvl="7">
              <a:lnSpc>
                <a:spcPct val="115000"/>
              </a:lnSpc>
              <a:spcBef>
                <a:spcPts val="0"/>
              </a:spcBef>
              <a:spcAft>
                <a:spcPts val="0"/>
              </a:spcAft>
              <a:buSzPts val="2400"/>
              <a:buFont typeface="Sora"/>
              <a:buNone/>
              <a:defRPr b="1" sz="2400">
                <a:latin typeface="Sora"/>
                <a:ea typeface="Sora"/>
                <a:cs typeface="Sora"/>
                <a:sym typeface="Sora"/>
              </a:defRPr>
            </a:lvl8pPr>
            <a:lvl9pPr lvl="8">
              <a:lnSpc>
                <a:spcPct val="115000"/>
              </a:lnSpc>
              <a:spcBef>
                <a:spcPts val="0"/>
              </a:spcBef>
              <a:spcAft>
                <a:spcPts val="0"/>
              </a:spcAft>
              <a:buSzPts val="2400"/>
              <a:buFont typeface="Sora"/>
              <a:buNone/>
              <a:defRPr b="1" sz="2400">
                <a:latin typeface="Sora"/>
                <a:ea typeface="Sora"/>
                <a:cs typeface="Sora"/>
                <a:sym typeface="Sora"/>
              </a:defRPr>
            </a:lvl9pPr>
          </a:lstStyle>
          <a:p/>
        </p:txBody>
      </p:sp>
      <p:sp>
        <p:nvSpPr>
          <p:cNvPr id="981" name="Google Shape;981;p82"/>
          <p:cNvSpPr txBox="1"/>
          <p:nvPr>
            <p:ph idx="7" type="subTitle"/>
          </p:nvPr>
        </p:nvSpPr>
        <p:spPr>
          <a:xfrm>
            <a:off x="1967648" y="3212175"/>
            <a:ext cx="1978200" cy="4056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SzPts val="2400"/>
              <a:buFont typeface="Sora"/>
              <a:buNone/>
              <a:defRPr b="1" sz="2000">
                <a:latin typeface="Sora"/>
                <a:ea typeface="Sora"/>
                <a:cs typeface="Sora"/>
                <a:sym typeface="Sora"/>
              </a:defRPr>
            </a:lvl1pPr>
            <a:lvl2pPr lvl="1">
              <a:lnSpc>
                <a:spcPct val="115000"/>
              </a:lnSpc>
              <a:spcBef>
                <a:spcPts val="0"/>
              </a:spcBef>
              <a:spcAft>
                <a:spcPts val="0"/>
              </a:spcAft>
              <a:buSzPts val="2400"/>
              <a:buFont typeface="Sora"/>
              <a:buNone/>
              <a:defRPr b="1" sz="2400">
                <a:latin typeface="Sora"/>
                <a:ea typeface="Sora"/>
                <a:cs typeface="Sora"/>
                <a:sym typeface="Sora"/>
              </a:defRPr>
            </a:lvl2pPr>
            <a:lvl3pPr lvl="2">
              <a:lnSpc>
                <a:spcPct val="115000"/>
              </a:lnSpc>
              <a:spcBef>
                <a:spcPts val="0"/>
              </a:spcBef>
              <a:spcAft>
                <a:spcPts val="0"/>
              </a:spcAft>
              <a:buSzPts val="2400"/>
              <a:buFont typeface="Sora"/>
              <a:buNone/>
              <a:defRPr b="1" sz="2400">
                <a:latin typeface="Sora"/>
                <a:ea typeface="Sora"/>
                <a:cs typeface="Sora"/>
                <a:sym typeface="Sora"/>
              </a:defRPr>
            </a:lvl3pPr>
            <a:lvl4pPr lvl="3">
              <a:lnSpc>
                <a:spcPct val="115000"/>
              </a:lnSpc>
              <a:spcBef>
                <a:spcPts val="0"/>
              </a:spcBef>
              <a:spcAft>
                <a:spcPts val="0"/>
              </a:spcAft>
              <a:buSzPts val="2400"/>
              <a:buFont typeface="Sora"/>
              <a:buNone/>
              <a:defRPr b="1" sz="2400">
                <a:latin typeface="Sora"/>
                <a:ea typeface="Sora"/>
                <a:cs typeface="Sora"/>
                <a:sym typeface="Sora"/>
              </a:defRPr>
            </a:lvl4pPr>
            <a:lvl5pPr lvl="4">
              <a:lnSpc>
                <a:spcPct val="115000"/>
              </a:lnSpc>
              <a:spcBef>
                <a:spcPts val="0"/>
              </a:spcBef>
              <a:spcAft>
                <a:spcPts val="0"/>
              </a:spcAft>
              <a:buSzPts val="2400"/>
              <a:buFont typeface="Sora"/>
              <a:buNone/>
              <a:defRPr b="1" sz="2400">
                <a:latin typeface="Sora"/>
                <a:ea typeface="Sora"/>
                <a:cs typeface="Sora"/>
                <a:sym typeface="Sora"/>
              </a:defRPr>
            </a:lvl5pPr>
            <a:lvl6pPr lvl="5">
              <a:lnSpc>
                <a:spcPct val="115000"/>
              </a:lnSpc>
              <a:spcBef>
                <a:spcPts val="0"/>
              </a:spcBef>
              <a:spcAft>
                <a:spcPts val="0"/>
              </a:spcAft>
              <a:buSzPts val="2400"/>
              <a:buFont typeface="Sora"/>
              <a:buNone/>
              <a:defRPr b="1" sz="2400">
                <a:latin typeface="Sora"/>
                <a:ea typeface="Sora"/>
                <a:cs typeface="Sora"/>
                <a:sym typeface="Sora"/>
              </a:defRPr>
            </a:lvl6pPr>
            <a:lvl7pPr lvl="6">
              <a:lnSpc>
                <a:spcPct val="115000"/>
              </a:lnSpc>
              <a:spcBef>
                <a:spcPts val="0"/>
              </a:spcBef>
              <a:spcAft>
                <a:spcPts val="0"/>
              </a:spcAft>
              <a:buSzPts val="2400"/>
              <a:buFont typeface="Sora"/>
              <a:buNone/>
              <a:defRPr b="1" sz="2400">
                <a:latin typeface="Sora"/>
                <a:ea typeface="Sora"/>
                <a:cs typeface="Sora"/>
                <a:sym typeface="Sora"/>
              </a:defRPr>
            </a:lvl7pPr>
            <a:lvl8pPr lvl="7">
              <a:lnSpc>
                <a:spcPct val="115000"/>
              </a:lnSpc>
              <a:spcBef>
                <a:spcPts val="0"/>
              </a:spcBef>
              <a:spcAft>
                <a:spcPts val="0"/>
              </a:spcAft>
              <a:buSzPts val="2400"/>
              <a:buFont typeface="Sora"/>
              <a:buNone/>
              <a:defRPr b="1" sz="2400">
                <a:latin typeface="Sora"/>
                <a:ea typeface="Sora"/>
                <a:cs typeface="Sora"/>
                <a:sym typeface="Sora"/>
              </a:defRPr>
            </a:lvl8pPr>
            <a:lvl9pPr lvl="8">
              <a:lnSpc>
                <a:spcPct val="115000"/>
              </a:lnSpc>
              <a:spcBef>
                <a:spcPts val="0"/>
              </a:spcBef>
              <a:spcAft>
                <a:spcPts val="0"/>
              </a:spcAft>
              <a:buSzPts val="2400"/>
              <a:buFont typeface="Sora"/>
              <a:buNone/>
              <a:defRPr b="1" sz="2400">
                <a:latin typeface="Sora"/>
                <a:ea typeface="Sora"/>
                <a:cs typeface="Sora"/>
                <a:sym typeface="Sora"/>
              </a:defRPr>
            </a:lvl9pPr>
          </a:lstStyle>
          <a:p/>
        </p:txBody>
      </p:sp>
      <p:sp>
        <p:nvSpPr>
          <p:cNvPr id="982" name="Google Shape;982;p82"/>
          <p:cNvSpPr txBox="1"/>
          <p:nvPr>
            <p:ph idx="8" type="subTitle"/>
          </p:nvPr>
        </p:nvSpPr>
        <p:spPr>
          <a:xfrm>
            <a:off x="5198150" y="3212175"/>
            <a:ext cx="1978200" cy="4056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SzPts val="2400"/>
              <a:buFont typeface="Sora"/>
              <a:buNone/>
              <a:defRPr b="1" sz="2000">
                <a:latin typeface="Sora"/>
                <a:ea typeface="Sora"/>
                <a:cs typeface="Sora"/>
                <a:sym typeface="Sora"/>
              </a:defRPr>
            </a:lvl1pPr>
            <a:lvl2pPr lvl="1">
              <a:lnSpc>
                <a:spcPct val="115000"/>
              </a:lnSpc>
              <a:spcBef>
                <a:spcPts val="0"/>
              </a:spcBef>
              <a:spcAft>
                <a:spcPts val="0"/>
              </a:spcAft>
              <a:buSzPts val="2400"/>
              <a:buFont typeface="Sora"/>
              <a:buNone/>
              <a:defRPr b="1" sz="2400">
                <a:latin typeface="Sora"/>
                <a:ea typeface="Sora"/>
                <a:cs typeface="Sora"/>
                <a:sym typeface="Sora"/>
              </a:defRPr>
            </a:lvl2pPr>
            <a:lvl3pPr lvl="2">
              <a:lnSpc>
                <a:spcPct val="115000"/>
              </a:lnSpc>
              <a:spcBef>
                <a:spcPts val="0"/>
              </a:spcBef>
              <a:spcAft>
                <a:spcPts val="0"/>
              </a:spcAft>
              <a:buSzPts val="2400"/>
              <a:buFont typeface="Sora"/>
              <a:buNone/>
              <a:defRPr b="1" sz="2400">
                <a:latin typeface="Sora"/>
                <a:ea typeface="Sora"/>
                <a:cs typeface="Sora"/>
                <a:sym typeface="Sora"/>
              </a:defRPr>
            </a:lvl3pPr>
            <a:lvl4pPr lvl="3">
              <a:lnSpc>
                <a:spcPct val="115000"/>
              </a:lnSpc>
              <a:spcBef>
                <a:spcPts val="0"/>
              </a:spcBef>
              <a:spcAft>
                <a:spcPts val="0"/>
              </a:spcAft>
              <a:buSzPts val="2400"/>
              <a:buFont typeface="Sora"/>
              <a:buNone/>
              <a:defRPr b="1" sz="2400">
                <a:latin typeface="Sora"/>
                <a:ea typeface="Sora"/>
                <a:cs typeface="Sora"/>
                <a:sym typeface="Sora"/>
              </a:defRPr>
            </a:lvl4pPr>
            <a:lvl5pPr lvl="4">
              <a:lnSpc>
                <a:spcPct val="115000"/>
              </a:lnSpc>
              <a:spcBef>
                <a:spcPts val="0"/>
              </a:spcBef>
              <a:spcAft>
                <a:spcPts val="0"/>
              </a:spcAft>
              <a:buSzPts val="2400"/>
              <a:buFont typeface="Sora"/>
              <a:buNone/>
              <a:defRPr b="1" sz="2400">
                <a:latin typeface="Sora"/>
                <a:ea typeface="Sora"/>
                <a:cs typeface="Sora"/>
                <a:sym typeface="Sora"/>
              </a:defRPr>
            </a:lvl5pPr>
            <a:lvl6pPr lvl="5">
              <a:lnSpc>
                <a:spcPct val="115000"/>
              </a:lnSpc>
              <a:spcBef>
                <a:spcPts val="0"/>
              </a:spcBef>
              <a:spcAft>
                <a:spcPts val="0"/>
              </a:spcAft>
              <a:buSzPts val="2400"/>
              <a:buFont typeface="Sora"/>
              <a:buNone/>
              <a:defRPr b="1" sz="2400">
                <a:latin typeface="Sora"/>
                <a:ea typeface="Sora"/>
                <a:cs typeface="Sora"/>
                <a:sym typeface="Sora"/>
              </a:defRPr>
            </a:lvl6pPr>
            <a:lvl7pPr lvl="6">
              <a:lnSpc>
                <a:spcPct val="115000"/>
              </a:lnSpc>
              <a:spcBef>
                <a:spcPts val="0"/>
              </a:spcBef>
              <a:spcAft>
                <a:spcPts val="0"/>
              </a:spcAft>
              <a:buSzPts val="2400"/>
              <a:buFont typeface="Sora"/>
              <a:buNone/>
              <a:defRPr b="1" sz="2400">
                <a:latin typeface="Sora"/>
                <a:ea typeface="Sora"/>
                <a:cs typeface="Sora"/>
                <a:sym typeface="Sora"/>
              </a:defRPr>
            </a:lvl7pPr>
            <a:lvl8pPr lvl="7">
              <a:lnSpc>
                <a:spcPct val="115000"/>
              </a:lnSpc>
              <a:spcBef>
                <a:spcPts val="0"/>
              </a:spcBef>
              <a:spcAft>
                <a:spcPts val="0"/>
              </a:spcAft>
              <a:buSzPts val="2400"/>
              <a:buFont typeface="Sora"/>
              <a:buNone/>
              <a:defRPr b="1" sz="2400">
                <a:latin typeface="Sora"/>
                <a:ea typeface="Sora"/>
                <a:cs typeface="Sora"/>
                <a:sym typeface="Sora"/>
              </a:defRPr>
            </a:lvl8pPr>
            <a:lvl9pPr lvl="8">
              <a:lnSpc>
                <a:spcPct val="115000"/>
              </a:lnSpc>
              <a:spcBef>
                <a:spcPts val="0"/>
              </a:spcBef>
              <a:spcAft>
                <a:spcPts val="0"/>
              </a:spcAft>
              <a:buSzPts val="2400"/>
              <a:buFont typeface="Sora"/>
              <a:buNone/>
              <a:defRPr b="1" sz="2400">
                <a:latin typeface="Sora"/>
                <a:ea typeface="Sora"/>
                <a:cs typeface="Sora"/>
                <a:sym typeface="Sora"/>
              </a:defRPr>
            </a:lvl9pPr>
          </a:lstStyle>
          <a:p/>
        </p:txBody>
      </p:sp>
      <p:grpSp>
        <p:nvGrpSpPr>
          <p:cNvPr id="983" name="Google Shape;983;p82"/>
          <p:cNvGrpSpPr/>
          <p:nvPr/>
        </p:nvGrpSpPr>
        <p:grpSpPr>
          <a:xfrm>
            <a:off x="184960" y="-914261"/>
            <a:ext cx="8511650" cy="5875100"/>
            <a:chOff x="184960" y="-914261"/>
            <a:chExt cx="8511650" cy="5875100"/>
          </a:xfrm>
        </p:grpSpPr>
        <p:cxnSp>
          <p:nvCxnSpPr>
            <p:cNvPr id="984" name="Google Shape;984;p82"/>
            <p:cNvCxnSpPr/>
            <p:nvPr/>
          </p:nvCxnSpPr>
          <p:spPr>
            <a:xfrm rot="5400000">
              <a:off x="-1759290" y="1284414"/>
              <a:ext cx="4686900" cy="546300"/>
            </a:xfrm>
            <a:prstGeom prst="bentConnector3">
              <a:avLst>
                <a:gd fmla="val 18882" name="adj1"/>
              </a:avLst>
            </a:prstGeom>
            <a:noFill/>
            <a:ln cap="flat" cmpd="sng" w="19050">
              <a:solidFill>
                <a:schemeClr val="lt2"/>
              </a:solidFill>
              <a:prstDash val="solid"/>
              <a:round/>
              <a:headEnd len="med" w="med" type="none"/>
              <a:tailEnd len="med" w="med" type="oval"/>
            </a:ln>
          </p:spPr>
        </p:cxnSp>
        <p:cxnSp>
          <p:nvCxnSpPr>
            <p:cNvPr id="985" name="Google Shape;985;p82"/>
            <p:cNvCxnSpPr/>
            <p:nvPr/>
          </p:nvCxnSpPr>
          <p:spPr>
            <a:xfrm rot="5400000">
              <a:off x="-1581740" y="852439"/>
              <a:ext cx="4140000" cy="606600"/>
            </a:xfrm>
            <a:prstGeom prst="bentConnector3">
              <a:avLst>
                <a:gd fmla="val 32793" name="adj1"/>
              </a:avLst>
            </a:prstGeom>
            <a:noFill/>
            <a:ln cap="flat" cmpd="sng" w="19050">
              <a:solidFill>
                <a:schemeClr val="lt2"/>
              </a:solidFill>
              <a:prstDash val="solid"/>
              <a:round/>
              <a:headEnd len="med" w="med" type="none"/>
              <a:tailEnd len="med" w="med" type="oval"/>
            </a:ln>
          </p:spPr>
        </p:cxnSp>
        <p:cxnSp>
          <p:nvCxnSpPr>
            <p:cNvPr id="986" name="Google Shape;986;p82"/>
            <p:cNvCxnSpPr/>
            <p:nvPr/>
          </p:nvCxnSpPr>
          <p:spPr>
            <a:xfrm rot="5400000">
              <a:off x="5885760" y="2149989"/>
              <a:ext cx="5112900" cy="508800"/>
            </a:xfrm>
            <a:prstGeom prst="bentConnector3">
              <a:avLst>
                <a:gd fmla="val 50000" name="adj1"/>
              </a:avLst>
            </a:prstGeom>
            <a:noFill/>
            <a:ln cap="flat" cmpd="sng" w="19050">
              <a:solidFill>
                <a:schemeClr val="lt2"/>
              </a:solidFill>
              <a:prstDash val="solid"/>
              <a:round/>
              <a:headEnd len="med" w="med" type="none"/>
              <a:tailEnd len="med" w="med" type="oval"/>
            </a:ln>
          </p:spPr>
        </p:cxnSp>
        <p:cxnSp>
          <p:nvCxnSpPr>
            <p:cNvPr id="987" name="Google Shape;987;p82"/>
            <p:cNvCxnSpPr/>
            <p:nvPr/>
          </p:nvCxnSpPr>
          <p:spPr>
            <a:xfrm rot="5400000">
              <a:off x="5659460" y="1671214"/>
              <a:ext cx="5112900" cy="508800"/>
            </a:xfrm>
            <a:prstGeom prst="bentConnector3">
              <a:avLst>
                <a:gd fmla="val 50000" name="adj1"/>
              </a:avLst>
            </a:prstGeom>
            <a:noFill/>
            <a:ln cap="flat" cmpd="sng" w="19050">
              <a:solidFill>
                <a:schemeClr val="lt2"/>
              </a:solidFill>
              <a:prstDash val="solid"/>
              <a:round/>
              <a:headEnd len="med" w="med" type="none"/>
              <a:tailEnd len="med" w="med" type="oval"/>
            </a:ln>
          </p:spPr>
        </p:cxnSp>
      </p:grpSp>
      <p:grpSp>
        <p:nvGrpSpPr>
          <p:cNvPr id="988" name="Google Shape;988;p82"/>
          <p:cNvGrpSpPr/>
          <p:nvPr/>
        </p:nvGrpSpPr>
        <p:grpSpPr>
          <a:xfrm>
            <a:off x="4047014" y="27379"/>
            <a:ext cx="4845881" cy="3896497"/>
            <a:chOff x="4047014" y="27379"/>
            <a:chExt cx="4845881" cy="3896497"/>
          </a:xfrm>
        </p:grpSpPr>
        <p:sp>
          <p:nvSpPr>
            <p:cNvPr id="989" name="Google Shape;989;p82"/>
            <p:cNvSpPr/>
            <p:nvPr/>
          </p:nvSpPr>
          <p:spPr>
            <a:xfrm rot="-5400000">
              <a:off x="4047014" y="223696"/>
              <a:ext cx="246441" cy="246441"/>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0" name="Google Shape;990;p82"/>
            <p:cNvSpPr/>
            <p:nvPr/>
          </p:nvSpPr>
          <p:spPr>
            <a:xfrm rot="-5400000">
              <a:off x="8470281" y="3727561"/>
              <a:ext cx="196332" cy="196299"/>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1" name="Google Shape;991;p82"/>
            <p:cNvSpPr/>
            <p:nvPr/>
          </p:nvSpPr>
          <p:spPr>
            <a:xfrm rot="-5400000">
              <a:off x="8641534" y="2927466"/>
              <a:ext cx="251378" cy="251344"/>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2" name="Google Shape;992;p82"/>
            <p:cNvSpPr/>
            <p:nvPr/>
          </p:nvSpPr>
          <p:spPr>
            <a:xfrm rot="-5400000">
              <a:off x="4391516" y="27388"/>
              <a:ext cx="156245" cy="156228"/>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82"/>
            <p:cNvSpPr/>
            <p:nvPr/>
          </p:nvSpPr>
          <p:spPr>
            <a:xfrm rot="-5400000">
              <a:off x="8470291" y="2624037"/>
              <a:ext cx="161895" cy="161879"/>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994" name="Shape 994"/>
        <p:cNvGrpSpPr/>
        <p:nvPr/>
      </p:nvGrpSpPr>
      <p:grpSpPr>
        <a:xfrm>
          <a:off x="0" y="0"/>
          <a:ext cx="0" cy="0"/>
          <a:chOff x="0" y="0"/>
          <a:chExt cx="0" cy="0"/>
        </a:xfrm>
      </p:grpSpPr>
      <p:sp>
        <p:nvSpPr>
          <p:cNvPr id="995" name="Google Shape;995;p8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996" name="Google Shape;996;p83"/>
          <p:cNvSpPr txBox="1"/>
          <p:nvPr>
            <p:ph idx="1" type="subTitle"/>
          </p:nvPr>
        </p:nvSpPr>
        <p:spPr>
          <a:xfrm>
            <a:off x="974900" y="2116975"/>
            <a:ext cx="1986000" cy="649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SzPts val="1400"/>
              <a:buNone/>
              <a:defRPr sz="1400"/>
            </a:lvl1pPr>
            <a:lvl2pPr lvl="1">
              <a:lnSpc>
                <a:spcPct val="115000"/>
              </a:lnSpc>
              <a:spcBef>
                <a:spcPts val="0"/>
              </a:spcBef>
              <a:spcAft>
                <a:spcPts val="0"/>
              </a:spcAft>
              <a:buSzPts val="1400"/>
              <a:buNone/>
              <a:defRPr/>
            </a:lvl2pPr>
            <a:lvl3pPr lvl="2">
              <a:lnSpc>
                <a:spcPct val="115000"/>
              </a:lnSpc>
              <a:spcBef>
                <a:spcPts val="0"/>
              </a:spcBef>
              <a:spcAft>
                <a:spcPts val="0"/>
              </a:spcAft>
              <a:buSzPts val="1400"/>
              <a:buNone/>
              <a:defRPr/>
            </a:lvl3pPr>
            <a:lvl4pPr lvl="3">
              <a:lnSpc>
                <a:spcPct val="115000"/>
              </a:lnSpc>
              <a:spcBef>
                <a:spcPts val="0"/>
              </a:spcBef>
              <a:spcAft>
                <a:spcPts val="0"/>
              </a:spcAft>
              <a:buSzPts val="1400"/>
              <a:buNone/>
              <a:defRPr/>
            </a:lvl4pPr>
            <a:lvl5pPr lvl="4">
              <a:lnSpc>
                <a:spcPct val="115000"/>
              </a:lnSpc>
              <a:spcBef>
                <a:spcPts val="0"/>
              </a:spcBef>
              <a:spcAft>
                <a:spcPts val="0"/>
              </a:spcAft>
              <a:buSzPts val="1400"/>
              <a:buNone/>
              <a:defRPr/>
            </a:lvl5pPr>
            <a:lvl6pPr lvl="5">
              <a:lnSpc>
                <a:spcPct val="115000"/>
              </a:lnSpc>
              <a:spcBef>
                <a:spcPts val="0"/>
              </a:spcBef>
              <a:spcAft>
                <a:spcPts val="0"/>
              </a:spcAft>
              <a:buSzPts val="1400"/>
              <a:buNone/>
              <a:defRPr/>
            </a:lvl6pPr>
            <a:lvl7pPr lvl="6">
              <a:lnSpc>
                <a:spcPct val="115000"/>
              </a:lnSpc>
              <a:spcBef>
                <a:spcPts val="0"/>
              </a:spcBef>
              <a:spcAft>
                <a:spcPts val="0"/>
              </a:spcAft>
              <a:buSzPts val="1400"/>
              <a:buNone/>
              <a:defRPr/>
            </a:lvl7pPr>
            <a:lvl8pPr lvl="7">
              <a:lnSpc>
                <a:spcPct val="115000"/>
              </a:lnSpc>
              <a:spcBef>
                <a:spcPts val="0"/>
              </a:spcBef>
              <a:spcAft>
                <a:spcPts val="0"/>
              </a:spcAft>
              <a:buSzPts val="1400"/>
              <a:buNone/>
              <a:defRPr/>
            </a:lvl8pPr>
            <a:lvl9pPr lvl="8">
              <a:lnSpc>
                <a:spcPct val="115000"/>
              </a:lnSpc>
              <a:spcBef>
                <a:spcPts val="0"/>
              </a:spcBef>
              <a:spcAft>
                <a:spcPts val="0"/>
              </a:spcAft>
              <a:buSzPts val="1400"/>
              <a:buNone/>
              <a:defRPr/>
            </a:lvl9pPr>
          </a:lstStyle>
          <a:p/>
        </p:txBody>
      </p:sp>
      <p:sp>
        <p:nvSpPr>
          <p:cNvPr id="997" name="Google Shape;997;p83"/>
          <p:cNvSpPr txBox="1"/>
          <p:nvPr>
            <p:ph idx="2" type="subTitle"/>
          </p:nvPr>
        </p:nvSpPr>
        <p:spPr>
          <a:xfrm>
            <a:off x="3578947" y="2116975"/>
            <a:ext cx="1986000" cy="649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SzPts val="1400"/>
              <a:buNone/>
              <a:defRPr sz="1400"/>
            </a:lvl1pPr>
            <a:lvl2pPr lvl="1">
              <a:lnSpc>
                <a:spcPct val="115000"/>
              </a:lnSpc>
              <a:spcBef>
                <a:spcPts val="0"/>
              </a:spcBef>
              <a:spcAft>
                <a:spcPts val="0"/>
              </a:spcAft>
              <a:buSzPts val="1400"/>
              <a:buNone/>
              <a:defRPr/>
            </a:lvl2pPr>
            <a:lvl3pPr lvl="2">
              <a:lnSpc>
                <a:spcPct val="115000"/>
              </a:lnSpc>
              <a:spcBef>
                <a:spcPts val="0"/>
              </a:spcBef>
              <a:spcAft>
                <a:spcPts val="0"/>
              </a:spcAft>
              <a:buSzPts val="1400"/>
              <a:buNone/>
              <a:defRPr/>
            </a:lvl3pPr>
            <a:lvl4pPr lvl="3">
              <a:lnSpc>
                <a:spcPct val="115000"/>
              </a:lnSpc>
              <a:spcBef>
                <a:spcPts val="0"/>
              </a:spcBef>
              <a:spcAft>
                <a:spcPts val="0"/>
              </a:spcAft>
              <a:buSzPts val="1400"/>
              <a:buNone/>
              <a:defRPr/>
            </a:lvl4pPr>
            <a:lvl5pPr lvl="4">
              <a:lnSpc>
                <a:spcPct val="115000"/>
              </a:lnSpc>
              <a:spcBef>
                <a:spcPts val="0"/>
              </a:spcBef>
              <a:spcAft>
                <a:spcPts val="0"/>
              </a:spcAft>
              <a:buSzPts val="1400"/>
              <a:buNone/>
              <a:defRPr/>
            </a:lvl5pPr>
            <a:lvl6pPr lvl="5">
              <a:lnSpc>
                <a:spcPct val="115000"/>
              </a:lnSpc>
              <a:spcBef>
                <a:spcPts val="0"/>
              </a:spcBef>
              <a:spcAft>
                <a:spcPts val="0"/>
              </a:spcAft>
              <a:buSzPts val="1400"/>
              <a:buNone/>
              <a:defRPr/>
            </a:lvl6pPr>
            <a:lvl7pPr lvl="6">
              <a:lnSpc>
                <a:spcPct val="115000"/>
              </a:lnSpc>
              <a:spcBef>
                <a:spcPts val="0"/>
              </a:spcBef>
              <a:spcAft>
                <a:spcPts val="0"/>
              </a:spcAft>
              <a:buSzPts val="1400"/>
              <a:buNone/>
              <a:defRPr/>
            </a:lvl7pPr>
            <a:lvl8pPr lvl="7">
              <a:lnSpc>
                <a:spcPct val="115000"/>
              </a:lnSpc>
              <a:spcBef>
                <a:spcPts val="0"/>
              </a:spcBef>
              <a:spcAft>
                <a:spcPts val="0"/>
              </a:spcAft>
              <a:buSzPts val="1400"/>
              <a:buNone/>
              <a:defRPr/>
            </a:lvl8pPr>
            <a:lvl9pPr lvl="8">
              <a:lnSpc>
                <a:spcPct val="115000"/>
              </a:lnSpc>
              <a:spcBef>
                <a:spcPts val="0"/>
              </a:spcBef>
              <a:spcAft>
                <a:spcPts val="0"/>
              </a:spcAft>
              <a:buSzPts val="1400"/>
              <a:buNone/>
              <a:defRPr/>
            </a:lvl9pPr>
          </a:lstStyle>
          <a:p/>
        </p:txBody>
      </p:sp>
      <p:sp>
        <p:nvSpPr>
          <p:cNvPr id="998" name="Google Shape;998;p83"/>
          <p:cNvSpPr txBox="1"/>
          <p:nvPr>
            <p:ph idx="3" type="subTitle"/>
          </p:nvPr>
        </p:nvSpPr>
        <p:spPr>
          <a:xfrm>
            <a:off x="974900" y="3931375"/>
            <a:ext cx="1986000" cy="649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SzPts val="1400"/>
              <a:buNone/>
              <a:defRPr sz="1400"/>
            </a:lvl1pPr>
            <a:lvl2pPr lvl="1">
              <a:lnSpc>
                <a:spcPct val="115000"/>
              </a:lnSpc>
              <a:spcBef>
                <a:spcPts val="0"/>
              </a:spcBef>
              <a:spcAft>
                <a:spcPts val="0"/>
              </a:spcAft>
              <a:buSzPts val="1400"/>
              <a:buNone/>
              <a:defRPr/>
            </a:lvl2pPr>
            <a:lvl3pPr lvl="2">
              <a:lnSpc>
                <a:spcPct val="115000"/>
              </a:lnSpc>
              <a:spcBef>
                <a:spcPts val="0"/>
              </a:spcBef>
              <a:spcAft>
                <a:spcPts val="0"/>
              </a:spcAft>
              <a:buSzPts val="1400"/>
              <a:buNone/>
              <a:defRPr/>
            </a:lvl3pPr>
            <a:lvl4pPr lvl="3">
              <a:lnSpc>
                <a:spcPct val="115000"/>
              </a:lnSpc>
              <a:spcBef>
                <a:spcPts val="0"/>
              </a:spcBef>
              <a:spcAft>
                <a:spcPts val="0"/>
              </a:spcAft>
              <a:buSzPts val="1400"/>
              <a:buNone/>
              <a:defRPr/>
            </a:lvl4pPr>
            <a:lvl5pPr lvl="4">
              <a:lnSpc>
                <a:spcPct val="115000"/>
              </a:lnSpc>
              <a:spcBef>
                <a:spcPts val="0"/>
              </a:spcBef>
              <a:spcAft>
                <a:spcPts val="0"/>
              </a:spcAft>
              <a:buSzPts val="1400"/>
              <a:buNone/>
              <a:defRPr/>
            </a:lvl5pPr>
            <a:lvl6pPr lvl="5">
              <a:lnSpc>
                <a:spcPct val="115000"/>
              </a:lnSpc>
              <a:spcBef>
                <a:spcPts val="0"/>
              </a:spcBef>
              <a:spcAft>
                <a:spcPts val="0"/>
              </a:spcAft>
              <a:buSzPts val="1400"/>
              <a:buNone/>
              <a:defRPr/>
            </a:lvl6pPr>
            <a:lvl7pPr lvl="6">
              <a:lnSpc>
                <a:spcPct val="115000"/>
              </a:lnSpc>
              <a:spcBef>
                <a:spcPts val="0"/>
              </a:spcBef>
              <a:spcAft>
                <a:spcPts val="0"/>
              </a:spcAft>
              <a:buSzPts val="1400"/>
              <a:buNone/>
              <a:defRPr/>
            </a:lvl7pPr>
            <a:lvl8pPr lvl="7">
              <a:lnSpc>
                <a:spcPct val="115000"/>
              </a:lnSpc>
              <a:spcBef>
                <a:spcPts val="0"/>
              </a:spcBef>
              <a:spcAft>
                <a:spcPts val="0"/>
              </a:spcAft>
              <a:buSzPts val="1400"/>
              <a:buNone/>
              <a:defRPr/>
            </a:lvl8pPr>
            <a:lvl9pPr lvl="8">
              <a:lnSpc>
                <a:spcPct val="115000"/>
              </a:lnSpc>
              <a:spcBef>
                <a:spcPts val="0"/>
              </a:spcBef>
              <a:spcAft>
                <a:spcPts val="0"/>
              </a:spcAft>
              <a:buSzPts val="1400"/>
              <a:buNone/>
              <a:defRPr/>
            </a:lvl9pPr>
          </a:lstStyle>
          <a:p/>
        </p:txBody>
      </p:sp>
      <p:sp>
        <p:nvSpPr>
          <p:cNvPr id="999" name="Google Shape;999;p83"/>
          <p:cNvSpPr txBox="1"/>
          <p:nvPr>
            <p:ph idx="4" type="subTitle"/>
          </p:nvPr>
        </p:nvSpPr>
        <p:spPr>
          <a:xfrm>
            <a:off x="3578947" y="3931375"/>
            <a:ext cx="1986000" cy="649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SzPts val="1400"/>
              <a:buNone/>
              <a:defRPr sz="1400"/>
            </a:lvl1pPr>
            <a:lvl2pPr lvl="1">
              <a:lnSpc>
                <a:spcPct val="115000"/>
              </a:lnSpc>
              <a:spcBef>
                <a:spcPts val="0"/>
              </a:spcBef>
              <a:spcAft>
                <a:spcPts val="0"/>
              </a:spcAft>
              <a:buSzPts val="1400"/>
              <a:buNone/>
              <a:defRPr/>
            </a:lvl2pPr>
            <a:lvl3pPr lvl="2">
              <a:lnSpc>
                <a:spcPct val="115000"/>
              </a:lnSpc>
              <a:spcBef>
                <a:spcPts val="0"/>
              </a:spcBef>
              <a:spcAft>
                <a:spcPts val="0"/>
              </a:spcAft>
              <a:buSzPts val="1400"/>
              <a:buNone/>
              <a:defRPr/>
            </a:lvl3pPr>
            <a:lvl4pPr lvl="3">
              <a:lnSpc>
                <a:spcPct val="115000"/>
              </a:lnSpc>
              <a:spcBef>
                <a:spcPts val="0"/>
              </a:spcBef>
              <a:spcAft>
                <a:spcPts val="0"/>
              </a:spcAft>
              <a:buSzPts val="1400"/>
              <a:buNone/>
              <a:defRPr/>
            </a:lvl4pPr>
            <a:lvl5pPr lvl="4">
              <a:lnSpc>
                <a:spcPct val="115000"/>
              </a:lnSpc>
              <a:spcBef>
                <a:spcPts val="0"/>
              </a:spcBef>
              <a:spcAft>
                <a:spcPts val="0"/>
              </a:spcAft>
              <a:buSzPts val="1400"/>
              <a:buNone/>
              <a:defRPr/>
            </a:lvl5pPr>
            <a:lvl6pPr lvl="5">
              <a:lnSpc>
                <a:spcPct val="115000"/>
              </a:lnSpc>
              <a:spcBef>
                <a:spcPts val="0"/>
              </a:spcBef>
              <a:spcAft>
                <a:spcPts val="0"/>
              </a:spcAft>
              <a:buSzPts val="1400"/>
              <a:buNone/>
              <a:defRPr/>
            </a:lvl6pPr>
            <a:lvl7pPr lvl="6">
              <a:lnSpc>
                <a:spcPct val="115000"/>
              </a:lnSpc>
              <a:spcBef>
                <a:spcPts val="0"/>
              </a:spcBef>
              <a:spcAft>
                <a:spcPts val="0"/>
              </a:spcAft>
              <a:buSzPts val="1400"/>
              <a:buNone/>
              <a:defRPr/>
            </a:lvl7pPr>
            <a:lvl8pPr lvl="7">
              <a:lnSpc>
                <a:spcPct val="115000"/>
              </a:lnSpc>
              <a:spcBef>
                <a:spcPts val="0"/>
              </a:spcBef>
              <a:spcAft>
                <a:spcPts val="0"/>
              </a:spcAft>
              <a:buSzPts val="1400"/>
              <a:buNone/>
              <a:defRPr/>
            </a:lvl8pPr>
            <a:lvl9pPr lvl="8">
              <a:lnSpc>
                <a:spcPct val="115000"/>
              </a:lnSpc>
              <a:spcBef>
                <a:spcPts val="0"/>
              </a:spcBef>
              <a:spcAft>
                <a:spcPts val="0"/>
              </a:spcAft>
              <a:buSzPts val="1400"/>
              <a:buNone/>
              <a:defRPr/>
            </a:lvl9pPr>
          </a:lstStyle>
          <a:p/>
        </p:txBody>
      </p:sp>
      <p:sp>
        <p:nvSpPr>
          <p:cNvPr id="1000" name="Google Shape;1000;p83"/>
          <p:cNvSpPr txBox="1"/>
          <p:nvPr>
            <p:ph idx="5" type="subTitle"/>
          </p:nvPr>
        </p:nvSpPr>
        <p:spPr>
          <a:xfrm>
            <a:off x="6183000" y="2116975"/>
            <a:ext cx="1986000" cy="649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SzPts val="1400"/>
              <a:buNone/>
              <a:defRPr sz="1400"/>
            </a:lvl1pPr>
            <a:lvl2pPr lvl="1">
              <a:lnSpc>
                <a:spcPct val="115000"/>
              </a:lnSpc>
              <a:spcBef>
                <a:spcPts val="0"/>
              </a:spcBef>
              <a:spcAft>
                <a:spcPts val="0"/>
              </a:spcAft>
              <a:buSzPts val="1400"/>
              <a:buNone/>
              <a:defRPr/>
            </a:lvl2pPr>
            <a:lvl3pPr lvl="2">
              <a:lnSpc>
                <a:spcPct val="115000"/>
              </a:lnSpc>
              <a:spcBef>
                <a:spcPts val="0"/>
              </a:spcBef>
              <a:spcAft>
                <a:spcPts val="0"/>
              </a:spcAft>
              <a:buSzPts val="1400"/>
              <a:buNone/>
              <a:defRPr/>
            </a:lvl3pPr>
            <a:lvl4pPr lvl="3">
              <a:lnSpc>
                <a:spcPct val="115000"/>
              </a:lnSpc>
              <a:spcBef>
                <a:spcPts val="0"/>
              </a:spcBef>
              <a:spcAft>
                <a:spcPts val="0"/>
              </a:spcAft>
              <a:buSzPts val="1400"/>
              <a:buNone/>
              <a:defRPr/>
            </a:lvl4pPr>
            <a:lvl5pPr lvl="4">
              <a:lnSpc>
                <a:spcPct val="115000"/>
              </a:lnSpc>
              <a:spcBef>
                <a:spcPts val="0"/>
              </a:spcBef>
              <a:spcAft>
                <a:spcPts val="0"/>
              </a:spcAft>
              <a:buSzPts val="1400"/>
              <a:buNone/>
              <a:defRPr/>
            </a:lvl5pPr>
            <a:lvl6pPr lvl="5">
              <a:lnSpc>
                <a:spcPct val="115000"/>
              </a:lnSpc>
              <a:spcBef>
                <a:spcPts val="0"/>
              </a:spcBef>
              <a:spcAft>
                <a:spcPts val="0"/>
              </a:spcAft>
              <a:buSzPts val="1400"/>
              <a:buNone/>
              <a:defRPr/>
            </a:lvl6pPr>
            <a:lvl7pPr lvl="6">
              <a:lnSpc>
                <a:spcPct val="115000"/>
              </a:lnSpc>
              <a:spcBef>
                <a:spcPts val="0"/>
              </a:spcBef>
              <a:spcAft>
                <a:spcPts val="0"/>
              </a:spcAft>
              <a:buSzPts val="1400"/>
              <a:buNone/>
              <a:defRPr/>
            </a:lvl7pPr>
            <a:lvl8pPr lvl="7">
              <a:lnSpc>
                <a:spcPct val="115000"/>
              </a:lnSpc>
              <a:spcBef>
                <a:spcPts val="0"/>
              </a:spcBef>
              <a:spcAft>
                <a:spcPts val="0"/>
              </a:spcAft>
              <a:buSzPts val="1400"/>
              <a:buNone/>
              <a:defRPr/>
            </a:lvl8pPr>
            <a:lvl9pPr lvl="8">
              <a:lnSpc>
                <a:spcPct val="115000"/>
              </a:lnSpc>
              <a:spcBef>
                <a:spcPts val="0"/>
              </a:spcBef>
              <a:spcAft>
                <a:spcPts val="0"/>
              </a:spcAft>
              <a:buSzPts val="1400"/>
              <a:buNone/>
              <a:defRPr/>
            </a:lvl9pPr>
          </a:lstStyle>
          <a:p/>
        </p:txBody>
      </p:sp>
      <p:sp>
        <p:nvSpPr>
          <p:cNvPr id="1001" name="Google Shape;1001;p83"/>
          <p:cNvSpPr txBox="1"/>
          <p:nvPr>
            <p:ph idx="6" type="subTitle"/>
          </p:nvPr>
        </p:nvSpPr>
        <p:spPr>
          <a:xfrm>
            <a:off x="6183000" y="3931375"/>
            <a:ext cx="1986000" cy="649200"/>
          </a:xfrm>
          <a:prstGeom prst="rect">
            <a:avLst/>
          </a:prstGeom>
        </p:spPr>
        <p:txBody>
          <a:bodyPr anchorCtr="0" anchor="t" bIns="91425" lIns="91425" spcFirstLastPara="1" rIns="91425" wrap="square" tIns="91425">
            <a:noAutofit/>
          </a:bodyPr>
          <a:lstStyle>
            <a:lvl1pPr lvl="0">
              <a:lnSpc>
                <a:spcPct val="115000"/>
              </a:lnSpc>
              <a:spcBef>
                <a:spcPts val="0"/>
              </a:spcBef>
              <a:spcAft>
                <a:spcPts val="0"/>
              </a:spcAft>
              <a:buSzPts val="1400"/>
              <a:buNone/>
              <a:defRPr sz="1400"/>
            </a:lvl1pPr>
            <a:lvl2pPr lvl="1">
              <a:lnSpc>
                <a:spcPct val="115000"/>
              </a:lnSpc>
              <a:spcBef>
                <a:spcPts val="0"/>
              </a:spcBef>
              <a:spcAft>
                <a:spcPts val="0"/>
              </a:spcAft>
              <a:buSzPts val="1400"/>
              <a:buNone/>
              <a:defRPr/>
            </a:lvl2pPr>
            <a:lvl3pPr lvl="2">
              <a:lnSpc>
                <a:spcPct val="115000"/>
              </a:lnSpc>
              <a:spcBef>
                <a:spcPts val="0"/>
              </a:spcBef>
              <a:spcAft>
                <a:spcPts val="0"/>
              </a:spcAft>
              <a:buSzPts val="1400"/>
              <a:buNone/>
              <a:defRPr/>
            </a:lvl3pPr>
            <a:lvl4pPr lvl="3">
              <a:lnSpc>
                <a:spcPct val="115000"/>
              </a:lnSpc>
              <a:spcBef>
                <a:spcPts val="0"/>
              </a:spcBef>
              <a:spcAft>
                <a:spcPts val="0"/>
              </a:spcAft>
              <a:buSzPts val="1400"/>
              <a:buNone/>
              <a:defRPr/>
            </a:lvl4pPr>
            <a:lvl5pPr lvl="4">
              <a:lnSpc>
                <a:spcPct val="115000"/>
              </a:lnSpc>
              <a:spcBef>
                <a:spcPts val="0"/>
              </a:spcBef>
              <a:spcAft>
                <a:spcPts val="0"/>
              </a:spcAft>
              <a:buSzPts val="1400"/>
              <a:buNone/>
              <a:defRPr/>
            </a:lvl5pPr>
            <a:lvl6pPr lvl="5">
              <a:lnSpc>
                <a:spcPct val="115000"/>
              </a:lnSpc>
              <a:spcBef>
                <a:spcPts val="0"/>
              </a:spcBef>
              <a:spcAft>
                <a:spcPts val="0"/>
              </a:spcAft>
              <a:buSzPts val="1400"/>
              <a:buNone/>
              <a:defRPr/>
            </a:lvl6pPr>
            <a:lvl7pPr lvl="6">
              <a:lnSpc>
                <a:spcPct val="115000"/>
              </a:lnSpc>
              <a:spcBef>
                <a:spcPts val="0"/>
              </a:spcBef>
              <a:spcAft>
                <a:spcPts val="0"/>
              </a:spcAft>
              <a:buSzPts val="1400"/>
              <a:buNone/>
              <a:defRPr/>
            </a:lvl7pPr>
            <a:lvl8pPr lvl="7">
              <a:lnSpc>
                <a:spcPct val="115000"/>
              </a:lnSpc>
              <a:spcBef>
                <a:spcPts val="0"/>
              </a:spcBef>
              <a:spcAft>
                <a:spcPts val="0"/>
              </a:spcAft>
              <a:buSzPts val="1400"/>
              <a:buNone/>
              <a:defRPr/>
            </a:lvl8pPr>
            <a:lvl9pPr lvl="8">
              <a:lnSpc>
                <a:spcPct val="115000"/>
              </a:lnSpc>
              <a:spcBef>
                <a:spcPts val="0"/>
              </a:spcBef>
              <a:spcAft>
                <a:spcPts val="0"/>
              </a:spcAft>
              <a:buSzPts val="1400"/>
              <a:buNone/>
              <a:defRPr/>
            </a:lvl9pPr>
          </a:lstStyle>
          <a:p/>
        </p:txBody>
      </p:sp>
      <p:sp>
        <p:nvSpPr>
          <p:cNvPr id="1002" name="Google Shape;1002;p83"/>
          <p:cNvSpPr txBox="1"/>
          <p:nvPr>
            <p:ph idx="7" type="subTitle"/>
          </p:nvPr>
        </p:nvSpPr>
        <p:spPr>
          <a:xfrm>
            <a:off x="974900" y="1908247"/>
            <a:ext cx="1986000" cy="3591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SzPts val="2400"/>
              <a:buFont typeface="Sora"/>
              <a:buNone/>
              <a:defRPr b="1" sz="2000">
                <a:latin typeface="Sora"/>
                <a:ea typeface="Sora"/>
                <a:cs typeface="Sora"/>
                <a:sym typeface="Sora"/>
              </a:defRPr>
            </a:lvl1pPr>
            <a:lvl2pPr lvl="1">
              <a:lnSpc>
                <a:spcPct val="115000"/>
              </a:lnSpc>
              <a:spcBef>
                <a:spcPts val="0"/>
              </a:spcBef>
              <a:spcAft>
                <a:spcPts val="0"/>
              </a:spcAft>
              <a:buSzPts val="2400"/>
              <a:buFont typeface="Sora"/>
              <a:buNone/>
              <a:defRPr b="1" sz="2400">
                <a:latin typeface="Sora"/>
                <a:ea typeface="Sora"/>
                <a:cs typeface="Sora"/>
                <a:sym typeface="Sora"/>
              </a:defRPr>
            </a:lvl2pPr>
            <a:lvl3pPr lvl="2">
              <a:lnSpc>
                <a:spcPct val="115000"/>
              </a:lnSpc>
              <a:spcBef>
                <a:spcPts val="0"/>
              </a:spcBef>
              <a:spcAft>
                <a:spcPts val="0"/>
              </a:spcAft>
              <a:buSzPts val="2400"/>
              <a:buFont typeface="Sora"/>
              <a:buNone/>
              <a:defRPr b="1" sz="2400">
                <a:latin typeface="Sora"/>
                <a:ea typeface="Sora"/>
                <a:cs typeface="Sora"/>
                <a:sym typeface="Sora"/>
              </a:defRPr>
            </a:lvl3pPr>
            <a:lvl4pPr lvl="3">
              <a:lnSpc>
                <a:spcPct val="115000"/>
              </a:lnSpc>
              <a:spcBef>
                <a:spcPts val="0"/>
              </a:spcBef>
              <a:spcAft>
                <a:spcPts val="0"/>
              </a:spcAft>
              <a:buSzPts val="2400"/>
              <a:buFont typeface="Sora"/>
              <a:buNone/>
              <a:defRPr b="1" sz="2400">
                <a:latin typeface="Sora"/>
                <a:ea typeface="Sora"/>
                <a:cs typeface="Sora"/>
                <a:sym typeface="Sora"/>
              </a:defRPr>
            </a:lvl4pPr>
            <a:lvl5pPr lvl="4">
              <a:lnSpc>
                <a:spcPct val="115000"/>
              </a:lnSpc>
              <a:spcBef>
                <a:spcPts val="0"/>
              </a:spcBef>
              <a:spcAft>
                <a:spcPts val="0"/>
              </a:spcAft>
              <a:buSzPts val="2400"/>
              <a:buFont typeface="Sora"/>
              <a:buNone/>
              <a:defRPr b="1" sz="2400">
                <a:latin typeface="Sora"/>
                <a:ea typeface="Sora"/>
                <a:cs typeface="Sora"/>
                <a:sym typeface="Sora"/>
              </a:defRPr>
            </a:lvl5pPr>
            <a:lvl6pPr lvl="5">
              <a:lnSpc>
                <a:spcPct val="115000"/>
              </a:lnSpc>
              <a:spcBef>
                <a:spcPts val="0"/>
              </a:spcBef>
              <a:spcAft>
                <a:spcPts val="0"/>
              </a:spcAft>
              <a:buSzPts val="2400"/>
              <a:buFont typeface="Sora"/>
              <a:buNone/>
              <a:defRPr b="1" sz="2400">
                <a:latin typeface="Sora"/>
                <a:ea typeface="Sora"/>
                <a:cs typeface="Sora"/>
                <a:sym typeface="Sora"/>
              </a:defRPr>
            </a:lvl6pPr>
            <a:lvl7pPr lvl="6">
              <a:lnSpc>
                <a:spcPct val="115000"/>
              </a:lnSpc>
              <a:spcBef>
                <a:spcPts val="0"/>
              </a:spcBef>
              <a:spcAft>
                <a:spcPts val="0"/>
              </a:spcAft>
              <a:buSzPts val="2400"/>
              <a:buFont typeface="Sora"/>
              <a:buNone/>
              <a:defRPr b="1" sz="2400">
                <a:latin typeface="Sora"/>
                <a:ea typeface="Sora"/>
                <a:cs typeface="Sora"/>
                <a:sym typeface="Sora"/>
              </a:defRPr>
            </a:lvl7pPr>
            <a:lvl8pPr lvl="7">
              <a:lnSpc>
                <a:spcPct val="115000"/>
              </a:lnSpc>
              <a:spcBef>
                <a:spcPts val="0"/>
              </a:spcBef>
              <a:spcAft>
                <a:spcPts val="0"/>
              </a:spcAft>
              <a:buSzPts val="2400"/>
              <a:buFont typeface="Sora"/>
              <a:buNone/>
              <a:defRPr b="1" sz="2400">
                <a:latin typeface="Sora"/>
                <a:ea typeface="Sora"/>
                <a:cs typeface="Sora"/>
                <a:sym typeface="Sora"/>
              </a:defRPr>
            </a:lvl8pPr>
            <a:lvl9pPr lvl="8">
              <a:lnSpc>
                <a:spcPct val="115000"/>
              </a:lnSpc>
              <a:spcBef>
                <a:spcPts val="0"/>
              </a:spcBef>
              <a:spcAft>
                <a:spcPts val="0"/>
              </a:spcAft>
              <a:buSzPts val="2400"/>
              <a:buFont typeface="Sora"/>
              <a:buNone/>
              <a:defRPr b="1" sz="2400">
                <a:latin typeface="Sora"/>
                <a:ea typeface="Sora"/>
                <a:cs typeface="Sora"/>
                <a:sym typeface="Sora"/>
              </a:defRPr>
            </a:lvl9pPr>
          </a:lstStyle>
          <a:p/>
        </p:txBody>
      </p:sp>
      <p:sp>
        <p:nvSpPr>
          <p:cNvPr id="1003" name="Google Shape;1003;p83"/>
          <p:cNvSpPr txBox="1"/>
          <p:nvPr>
            <p:ph idx="8" type="subTitle"/>
          </p:nvPr>
        </p:nvSpPr>
        <p:spPr>
          <a:xfrm>
            <a:off x="3578947" y="1908247"/>
            <a:ext cx="1986000" cy="3591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SzPts val="2400"/>
              <a:buFont typeface="Sora"/>
              <a:buNone/>
              <a:defRPr b="1" sz="2000">
                <a:latin typeface="Sora"/>
                <a:ea typeface="Sora"/>
                <a:cs typeface="Sora"/>
                <a:sym typeface="Sora"/>
              </a:defRPr>
            </a:lvl1pPr>
            <a:lvl2pPr lvl="1">
              <a:lnSpc>
                <a:spcPct val="115000"/>
              </a:lnSpc>
              <a:spcBef>
                <a:spcPts val="0"/>
              </a:spcBef>
              <a:spcAft>
                <a:spcPts val="0"/>
              </a:spcAft>
              <a:buSzPts val="2400"/>
              <a:buFont typeface="Sora"/>
              <a:buNone/>
              <a:defRPr b="1" sz="2400">
                <a:latin typeface="Sora"/>
                <a:ea typeface="Sora"/>
                <a:cs typeface="Sora"/>
                <a:sym typeface="Sora"/>
              </a:defRPr>
            </a:lvl2pPr>
            <a:lvl3pPr lvl="2">
              <a:lnSpc>
                <a:spcPct val="115000"/>
              </a:lnSpc>
              <a:spcBef>
                <a:spcPts val="0"/>
              </a:spcBef>
              <a:spcAft>
                <a:spcPts val="0"/>
              </a:spcAft>
              <a:buSzPts val="2400"/>
              <a:buFont typeface="Sora"/>
              <a:buNone/>
              <a:defRPr b="1" sz="2400">
                <a:latin typeface="Sora"/>
                <a:ea typeface="Sora"/>
                <a:cs typeface="Sora"/>
                <a:sym typeface="Sora"/>
              </a:defRPr>
            </a:lvl3pPr>
            <a:lvl4pPr lvl="3">
              <a:lnSpc>
                <a:spcPct val="115000"/>
              </a:lnSpc>
              <a:spcBef>
                <a:spcPts val="0"/>
              </a:spcBef>
              <a:spcAft>
                <a:spcPts val="0"/>
              </a:spcAft>
              <a:buSzPts val="2400"/>
              <a:buFont typeface="Sora"/>
              <a:buNone/>
              <a:defRPr b="1" sz="2400">
                <a:latin typeface="Sora"/>
                <a:ea typeface="Sora"/>
                <a:cs typeface="Sora"/>
                <a:sym typeface="Sora"/>
              </a:defRPr>
            </a:lvl4pPr>
            <a:lvl5pPr lvl="4">
              <a:lnSpc>
                <a:spcPct val="115000"/>
              </a:lnSpc>
              <a:spcBef>
                <a:spcPts val="0"/>
              </a:spcBef>
              <a:spcAft>
                <a:spcPts val="0"/>
              </a:spcAft>
              <a:buSzPts val="2400"/>
              <a:buFont typeface="Sora"/>
              <a:buNone/>
              <a:defRPr b="1" sz="2400">
                <a:latin typeface="Sora"/>
                <a:ea typeface="Sora"/>
                <a:cs typeface="Sora"/>
                <a:sym typeface="Sora"/>
              </a:defRPr>
            </a:lvl5pPr>
            <a:lvl6pPr lvl="5">
              <a:lnSpc>
                <a:spcPct val="115000"/>
              </a:lnSpc>
              <a:spcBef>
                <a:spcPts val="0"/>
              </a:spcBef>
              <a:spcAft>
                <a:spcPts val="0"/>
              </a:spcAft>
              <a:buSzPts val="2400"/>
              <a:buFont typeface="Sora"/>
              <a:buNone/>
              <a:defRPr b="1" sz="2400">
                <a:latin typeface="Sora"/>
                <a:ea typeface="Sora"/>
                <a:cs typeface="Sora"/>
                <a:sym typeface="Sora"/>
              </a:defRPr>
            </a:lvl6pPr>
            <a:lvl7pPr lvl="6">
              <a:lnSpc>
                <a:spcPct val="115000"/>
              </a:lnSpc>
              <a:spcBef>
                <a:spcPts val="0"/>
              </a:spcBef>
              <a:spcAft>
                <a:spcPts val="0"/>
              </a:spcAft>
              <a:buSzPts val="2400"/>
              <a:buFont typeface="Sora"/>
              <a:buNone/>
              <a:defRPr b="1" sz="2400">
                <a:latin typeface="Sora"/>
                <a:ea typeface="Sora"/>
                <a:cs typeface="Sora"/>
                <a:sym typeface="Sora"/>
              </a:defRPr>
            </a:lvl7pPr>
            <a:lvl8pPr lvl="7">
              <a:lnSpc>
                <a:spcPct val="115000"/>
              </a:lnSpc>
              <a:spcBef>
                <a:spcPts val="0"/>
              </a:spcBef>
              <a:spcAft>
                <a:spcPts val="0"/>
              </a:spcAft>
              <a:buSzPts val="2400"/>
              <a:buFont typeface="Sora"/>
              <a:buNone/>
              <a:defRPr b="1" sz="2400">
                <a:latin typeface="Sora"/>
                <a:ea typeface="Sora"/>
                <a:cs typeface="Sora"/>
                <a:sym typeface="Sora"/>
              </a:defRPr>
            </a:lvl8pPr>
            <a:lvl9pPr lvl="8">
              <a:lnSpc>
                <a:spcPct val="115000"/>
              </a:lnSpc>
              <a:spcBef>
                <a:spcPts val="0"/>
              </a:spcBef>
              <a:spcAft>
                <a:spcPts val="0"/>
              </a:spcAft>
              <a:buSzPts val="2400"/>
              <a:buFont typeface="Sora"/>
              <a:buNone/>
              <a:defRPr b="1" sz="2400">
                <a:latin typeface="Sora"/>
                <a:ea typeface="Sora"/>
                <a:cs typeface="Sora"/>
                <a:sym typeface="Sora"/>
              </a:defRPr>
            </a:lvl9pPr>
          </a:lstStyle>
          <a:p/>
        </p:txBody>
      </p:sp>
      <p:sp>
        <p:nvSpPr>
          <p:cNvPr id="1004" name="Google Shape;1004;p83"/>
          <p:cNvSpPr txBox="1"/>
          <p:nvPr>
            <p:ph idx="9" type="subTitle"/>
          </p:nvPr>
        </p:nvSpPr>
        <p:spPr>
          <a:xfrm>
            <a:off x="974900" y="3722672"/>
            <a:ext cx="1986000" cy="3591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SzPts val="2400"/>
              <a:buFont typeface="Sora"/>
              <a:buNone/>
              <a:defRPr b="1" sz="2000">
                <a:latin typeface="Sora"/>
                <a:ea typeface="Sora"/>
                <a:cs typeface="Sora"/>
                <a:sym typeface="Sora"/>
              </a:defRPr>
            </a:lvl1pPr>
            <a:lvl2pPr lvl="1">
              <a:lnSpc>
                <a:spcPct val="115000"/>
              </a:lnSpc>
              <a:spcBef>
                <a:spcPts val="0"/>
              </a:spcBef>
              <a:spcAft>
                <a:spcPts val="0"/>
              </a:spcAft>
              <a:buSzPts val="2400"/>
              <a:buFont typeface="Sora"/>
              <a:buNone/>
              <a:defRPr b="1" sz="2400">
                <a:latin typeface="Sora"/>
                <a:ea typeface="Sora"/>
                <a:cs typeface="Sora"/>
                <a:sym typeface="Sora"/>
              </a:defRPr>
            </a:lvl2pPr>
            <a:lvl3pPr lvl="2">
              <a:lnSpc>
                <a:spcPct val="115000"/>
              </a:lnSpc>
              <a:spcBef>
                <a:spcPts val="0"/>
              </a:spcBef>
              <a:spcAft>
                <a:spcPts val="0"/>
              </a:spcAft>
              <a:buSzPts val="2400"/>
              <a:buFont typeface="Sora"/>
              <a:buNone/>
              <a:defRPr b="1" sz="2400">
                <a:latin typeface="Sora"/>
                <a:ea typeface="Sora"/>
                <a:cs typeface="Sora"/>
                <a:sym typeface="Sora"/>
              </a:defRPr>
            </a:lvl3pPr>
            <a:lvl4pPr lvl="3">
              <a:lnSpc>
                <a:spcPct val="115000"/>
              </a:lnSpc>
              <a:spcBef>
                <a:spcPts val="0"/>
              </a:spcBef>
              <a:spcAft>
                <a:spcPts val="0"/>
              </a:spcAft>
              <a:buSzPts val="2400"/>
              <a:buFont typeface="Sora"/>
              <a:buNone/>
              <a:defRPr b="1" sz="2400">
                <a:latin typeface="Sora"/>
                <a:ea typeface="Sora"/>
                <a:cs typeface="Sora"/>
                <a:sym typeface="Sora"/>
              </a:defRPr>
            </a:lvl4pPr>
            <a:lvl5pPr lvl="4">
              <a:lnSpc>
                <a:spcPct val="115000"/>
              </a:lnSpc>
              <a:spcBef>
                <a:spcPts val="0"/>
              </a:spcBef>
              <a:spcAft>
                <a:spcPts val="0"/>
              </a:spcAft>
              <a:buSzPts val="2400"/>
              <a:buFont typeface="Sora"/>
              <a:buNone/>
              <a:defRPr b="1" sz="2400">
                <a:latin typeface="Sora"/>
                <a:ea typeface="Sora"/>
                <a:cs typeface="Sora"/>
                <a:sym typeface="Sora"/>
              </a:defRPr>
            </a:lvl5pPr>
            <a:lvl6pPr lvl="5">
              <a:lnSpc>
                <a:spcPct val="115000"/>
              </a:lnSpc>
              <a:spcBef>
                <a:spcPts val="0"/>
              </a:spcBef>
              <a:spcAft>
                <a:spcPts val="0"/>
              </a:spcAft>
              <a:buSzPts val="2400"/>
              <a:buFont typeface="Sora"/>
              <a:buNone/>
              <a:defRPr b="1" sz="2400">
                <a:latin typeface="Sora"/>
                <a:ea typeface="Sora"/>
                <a:cs typeface="Sora"/>
                <a:sym typeface="Sora"/>
              </a:defRPr>
            </a:lvl6pPr>
            <a:lvl7pPr lvl="6">
              <a:lnSpc>
                <a:spcPct val="115000"/>
              </a:lnSpc>
              <a:spcBef>
                <a:spcPts val="0"/>
              </a:spcBef>
              <a:spcAft>
                <a:spcPts val="0"/>
              </a:spcAft>
              <a:buSzPts val="2400"/>
              <a:buFont typeface="Sora"/>
              <a:buNone/>
              <a:defRPr b="1" sz="2400">
                <a:latin typeface="Sora"/>
                <a:ea typeface="Sora"/>
                <a:cs typeface="Sora"/>
                <a:sym typeface="Sora"/>
              </a:defRPr>
            </a:lvl7pPr>
            <a:lvl8pPr lvl="7">
              <a:lnSpc>
                <a:spcPct val="115000"/>
              </a:lnSpc>
              <a:spcBef>
                <a:spcPts val="0"/>
              </a:spcBef>
              <a:spcAft>
                <a:spcPts val="0"/>
              </a:spcAft>
              <a:buSzPts val="2400"/>
              <a:buFont typeface="Sora"/>
              <a:buNone/>
              <a:defRPr b="1" sz="2400">
                <a:latin typeface="Sora"/>
                <a:ea typeface="Sora"/>
                <a:cs typeface="Sora"/>
                <a:sym typeface="Sora"/>
              </a:defRPr>
            </a:lvl8pPr>
            <a:lvl9pPr lvl="8">
              <a:lnSpc>
                <a:spcPct val="115000"/>
              </a:lnSpc>
              <a:spcBef>
                <a:spcPts val="0"/>
              </a:spcBef>
              <a:spcAft>
                <a:spcPts val="0"/>
              </a:spcAft>
              <a:buSzPts val="2400"/>
              <a:buFont typeface="Sora"/>
              <a:buNone/>
              <a:defRPr b="1" sz="2400">
                <a:latin typeface="Sora"/>
                <a:ea typeface="Sora"/>
                <a:cs typeface="Sora"/>
                <a:sym typeface="Sora"/>
              </a:defRPr>
            </a:lvl9pPr>
          </a:lstStyle>
          <a:p/>
        </p:txBody>
      </p:sp>
      <p:sp>
        <p:nvSpPr>
          <p:cNvPr id="1005" name="Google Shape;1005;p83"/>
          <p:cNvSpPr txBox="1"/>
          <p:nvPr>
            <p:ph idx="13" type="subTitle"/>
          </p:nvPr>
        </p:nvSpPr>
        <p:spPr>
          <a:xfrm>
            <a:off x="3578947" y="3722672"/>
            <a:ext cx="1986000" cy="3591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SzPts val="2400"/>
              <a:buFont typeface="Sora"/>
              <a:buNone/>
              <a:defRPr b="1" sz="2000">
                <a:latin typeface="Sora"/>
                <a:ea typeface="Sora"/>
                <a:cs typeface="Sora"/>
                <a:sym typeface="Sora"/>
              </a:defRPr>
            </a:lvl1pPr>
            <a:lvl2pPr lvl="1">
              <a:lnSpc>
                <a:spcPct val="115000"/>
              </a:lnSpc>
              <a:spcBef>
                <a:spcPts val="0"/>
              </a:spcBef>
              <a:spcAft>
                <a:spcPts val="0"/>
              </a:spcAft>
              <a:buSzPts val="2400"/>
              <a:buFont typeface="Sora"/>
              <a:buNone/>
              <a:defRPr b="1" sz="2400">
                <a:latin typeface="Sora"/>
                <a:ea typeface="Sora"/>
                <a:cs typeface="Sora"/>
                <a:sym typeface="Sora"/>
              </a:defRPr>
            </a:lvl2pPr>
            <a:lvl3pPr lvl="2">
              <a:lnSpc>
                <a:spcPct val="115000"/>
              </a:lnSpc>
              <a:spcBef>
                <a:spcPts val="0"/>
              </a:spcBef>
              <a:spcAft>
                <a:spcPts val="0"/>
              </a:spcAft>
              <a:buSzPts val="2400"/>
              <a:buFont typeface="Sora"/>
              <a:buNone/>
              <a:defRPr b="1" sz="2400">
                <a:latin typeface="Sora"/>
                <a:ea typeface="Sora"/>
                <a:cs typeface="Sora"/>
                <a:sym typeface="Sora"/>
              </a:defRPr>
            </a:lvl3pPr>
            <a:lvl4pPr lvl="3">
              <a:lnSpc>
                <a:spcPct val="115000"/>
              </a:lnSpc>
              <a:spcBef>
                <a:spcPts val="0"/>
              </a:spcBef>
              <a:spcAft>
                <a:spcPts val="0"/>
              </a:spcAft>
              <a:buSzPts val="2400"/>
              <a:buFont typeface="Sora"/>
              <a:buNone/>
              <a:defRPr b="1" sz="2400">
                <a:latin typeface="Sora"/>
                <a:ea typeface="Sora"/>
                <a:cs typeface="Sora"/>
                <a:sym typeface="Sora"/>
              </a:defRPr>
            </a:lvl4pPr>
            <a:lvl5pPr lvl="4">
              <a:lnSpc>
                <a:spcPct val="115000"/>
              </a:lnSpc>
              <a:spcBef>
                <a:spcPts val="0"/>
              </a:spcBef>
              <a:spcAft>
                <a:spcPts val="0"/>
              </a:spcAft>
              <a:buSzPts val="2400"/>
              <a:buFont typeface="Sora"/>
              <a:buNone/>
              <a:defRPr b="1" sz="2400">
                <a:latin typeface="Sora"/>
                <a:ea typeface="Sora"/>
                <a:cs typeface="Sora"/>
                <a:sym typeface="Sora"/>
              </a:defRPr>
            </a:lvl5pPr>
            <a:lvl6pPr lvl="5">
              <a:lnSpc>
                <a:spcPct val="115000"/>
              </a:lnSpc>
              <a:spcBef>
                <a:spcPts val="0"/>
              </a:spcBef>
              <a:spcAft>
                <a:spcPts val="0"/>
              </a:spcAft>
              <a:buSzPts val="2400"/>
              <a:buFont typeface="Sora"/>
              <a:buNone/>
              <a:defRPr b="1" sz="2400">
                <a:latin typeface="Sora"/>
                <a:ea typeface="Sora"/>
                <a:cs typeface="Sora"/>
                <a:sym typeface="Sora"/>
              </a:defRPr>
            </a:lvl6pPr>
            <a:lvl7pPr lvl="6">
              <a:lnSpc>
                <a:spcPct val="115000"/>
              </a:lnSpc>
              <a:spcBef>
                <a:spcPts val="0"/>
              </a:spcBef>
              <a:spcAft>
                <a:spcPts val="0"/>
              </a:spcAft>
              <a:buSzPts val="2400"/>
              <a:buFont typeface="Sora"/>
              <a:buNone/>
              <a:defRPr b="1" sz="2400">
                <a:latin typeface="Sora"/>
                <a:ea typeface="Sora"/>
                <a:cs typeface="Sora"/>
                <a:sym typeface="Sora"/>
              </a:defRPr>
            </a:lvl7pPr>
            <a:lvl8pPr lvl="7">
              <a:lnSpc>
                <a:spcPct val="115000"/>
              </a:lnSpc>
              <a:spcBef>
                <a:spcPts val="0"/>
              </a:spcBef>
              <a:spcAft>
                <a:spcPts val="0"/>
              </a:spcAft>
              <a:buSzPts val="2400"/>
              <a:buFont typeface="Sora"/>
              <a:buNone/>
              <a:defRPr b="1" sz="2400">
                <a:latin typeface="Sora"/>
                <a:ea typeface="Sora"/>
                <a:cs typeface="Sora"/>
                <a:sym typeface="Sora"/>
              </a:defRPr>
            </a:lvl8pPr>
            <a:lvl9pPr lvl="8">
              <a:lnSpc>
                <a:spcPct val="115000"/>
              </a:lnSpc>
              <a:spcBef>
                <a:spcPts val="0"/>
              </a:spcBef>
              <a:spcAft>
                <a:spcPts val="0"/>
              </a:spcAft>
              <a:buSzPts val="2400"/>
              <a:buFont typeface="Sora"/>
              <a:buNone/>
              <a:defRPr b="1" sz="2400">
                <a:latin typeface="Sora"/>
                <a:ea typeface="Sora"/>
                <a:cs typeface="Sora"/>
                <a:sym typeface="Sora"/>
              </a:defRPr>
            </a:lvl9pPr>
          </a:lstStyle>
          <a:p/>
        </p:txBody>
      </p:sp>
      <p:sp>
        <p:nvSpPr>
          <p:cNvPr id="1006" name="Google Shape;1006;p83"/>
          <p:cNvSpPr txBox="1"/>
          <p:nvPr>
            <p:ph idx="14" type="subTitle"/>
          </p:nvPr>
        </p:nvSpPr>
        <p:spPr>
          <a:xfrm>
            <a:off x="6183000" y="1908247"/>
            <a:ext cx="1986000" cy="3591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SzPts val="2400"/>
              <a:buFont typeface="Sora"/>
              <a:buNone/>
              <a:defRPr b="1" sz="2000">
                <a:latin typeface="Sora"/>
                <a:ea typeface="Sora"/>
                <a:cs typeface="Sora"/>
                <a:sym typeface="Sora"/>
              </a:defRPr>
            </a:lvl1pPr>
            <a:lvl2pPr lvl="1">
              <a:lnSpc>
                <a:spcPct val="115000"/>
              </a:lnSpc>
              <a:spcBef>
                <a:spcPts val="0"/>
              </a:spcBef>
              <a:spcAft>
                <a:spcPts val="0"/>
              </a:spcAft>
              <a:buSzPts val="2400"/>
              <a:buFont typeface="Sora"/>
              <a:buNone/>
              <a:defRPr b="1" sz="2400">
                <a:latin typeface="Sora"/>
                <a:ea typeface="Sora"/>
                <a:cs typeface="Sora"/>
                <a:sym typeface="Sora"/>
              </a:defRPr>
            </a:lvl2pPr>
            <a:lvl3pPr lvl="2">
              <a:lnSpc>
                <a:spcPct val="115000"/>
              </a:lnSpc>
              <a:spcBef>
                <a:spcPts val="0"/>
              </a:spcBef>
              <a:spcAft>
                <a:spcPts val="0"/>
              </a:spcAft>
              <a:buSzPts val="2400"/>
              <a:buFont typeface="Sora"/>
              <a:buNone/>
              <a:defRPr b="1" sz="2400">
                <a:latin typeface="Sora"/>
                <a:ea typeface="Sora"/>
                <a:cs typeface="Sora"/>
                <a:sym typeface="Sora"/>
              </a:defRPr>
            </a:lvl3pPr>
            <a:lvl4pPr lvl="3">
              <a:lnSpc>
                <a:spcPct val="115000"/>
              </a:lnSpc>
              <a:spcBef>
                <a:spcPts val="0"/>
              </a:spcBef>
              <a:spcAft>
                <a:spcPts val="0"/>
              </a:spcAft>
              <a:buSzPts val="2400"/>
              <a:buFont typeface="Sora"/>
              <a:buNone/>
              <a:defRPr b="1" sz="2400">
                <a:latin typeface="Sora"/>
                <a:ea typeface="Sora"/>
                <a:cs typeface="Sora"/>
                <a:sym typeface="Sora"/>
              </a:defRPr>
            </a:lvl4pPr>
            <a:lvl5pPr lvl="4">
              <a:lnSpc>
                <a:spcPct val="115000"/>
              </a:lnSpc>
              <a:spcBef>
                <a:spcPts val="0"/>
              </a:spcBef>
              <a:spcAft>
                <a:spcPts val="0"/>
              </a:spcAft>
              <a:buSzPts val="2400"/>
              <a:buFont typeface="Sora"/>
              <a:buNone/>
              <a:defRPr b="1" sz="2400">
                <a:latin typeface="Sora"/>
                <a:ea typeface="Sora"/>
                <a:cs typeface="Sora"/>
                <a:sym typeface="Sora"/>
              </a:defRPr>
            </a:lvl5pPr>
            <a:lvl6pPr lvl="5">
              <a:lnSpc>
                <a:spcPct val="115000"/>
              </a:lnSpc>
              <a:spcBef>
                <a:spcPts val="0"/>
              </a:spcBef>
              <a:spcAft>
                <a:spcPts val="0"/>
              </a:spcAft>
              <a:buSzPts val="2400"/>
              <a:buFont typeface="Sora"/>
              <a:buNone/>
              <a:defRPr b="1" sz="2400">
                <a:latin typeface="Sora"/>
                <a:ea typeface="Sora"/>
                <a:cs typeface="Sora"/>
                <a:sym typeface="Sora"/>
              </a:defRPr>
            </a:lvl6pPr>
            <a:lvl7pPr lvl="6">
              <a:lnSpc>
                <a:spcPct val="115000"/>
              </a:lnSpc>
              <a:spcBef>
                <a:spcPts val="0"/>
              </a:spcBef>
              <a:spcAft>
                <a:spcPts val="0"/>
              </a:spcAft>
              <a:buSzPts val="2400"/>
              <a:buFont typeface="Sora"/>
              <a:buNone/>
              <a:defRPr b="1" sz="2400">
                <a:latin typeface="Sora"/>
                <a:ea typeface="Sora"/>
                <a:cs typeface="Sora"/>
                <a:sym typeface="Sora"/>
              </a:defRPr>
            </a:lvl7pPr>
            <a:lvl8pPr lvl="7">
              <a:lnSpc>
                <a:spcPct val="115000"/>
              </a:lnSpc>
              <a:spcBef>
                <a:spcPts val="0"/>
              </a:spcBef>
              <a:spcAft>
                <a:spcPts val="0"/>
              </a:spcAft>
              <a:buSzPts val="2400"/>
              <a:buFont typeface="Sora"/>
              <a:buNone/>
              <a:defRPr b="1" sz="2400">
                <a:latin typeface="Sora"/>
                <a:ea typeface="Sora"/>
                <a:cs typeface="Sora"/>
                <a:sym typeface="Sora"/>
              </a:defRPr>
            </a:lvl8pPr>
            <a:lvl9pPr lvl="8">
              <a:lnSpc>
                <a:spcPct val="115000"/>
              </a:lnSpc>
              <a:spcBef>
                <a:spcPts val="0"/>
              </a:spcBef>
              <a:spcAft>
                <a:spcPts val="0"/>
              </a:spcAft>
              <a:buSzPts val="2400"/>
              <a:buFont typeface="Sora"/>
              <a:buNone/>
              <a:defRPr b="1" sz="2400">
                <a:latin typeface="Sora"/>
                <a:ea typeface="Sora"/>
                <a:cs typeface="Sora"/>
                <a:sym typeface="Sora"/>
              </a:defRPr>
            </a:lvl9pPr>
          </a:lstStyle>
          <a:p/>
        </p:txBody>
      </p:sp>
      <p:sp>
        <p:nvSpPr>
          <p:cNvPr id="1007" name="Google Shape;1007;p83"/>
          <p:cNvSpPr txBox="1"/>
          <p:nvPr>
            <p:ph idx="15" type="subTitle"/>
          </p:nvPr>
        </p:nvSpPr>
        <p:spPr>
          <a:xfrm>
            <a:off x="6183000" y="3722672"/>
            <a:ext cx="1986000" cy="3591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SzPts val="2400"/>
              <a:buFont typeface="Sora"/>
              <a:buNone/>
              <a:defRPr b="1" sz="2000">
                <a:latin typeface="Sora"/>
                <a:ea typeface="Sora"/>
                <a:cs typeface="Sora"/>
                <a:sym typeface="Sora"/>
              </a:defRPr>
            </a:lvl1pPr>
            <a:lvl2pPr lvl="1">
              <a:lnSpc>
                <a:spcPct val="115000"/>
              </a:lnSpc>
              <a:spcBef>
                <a:spcPts val="0"/>
              </a:spcBef>
              <a:spcAft>
                <a:spcPts val="0"/>
              </a:spcAft>
              <a:buSzPts val="2400"/>
              <a:buFont typeface="Sora"/>
              <a:buNone/>
              <a:defRPr b="1" sz="2400">
                <a:latin typeface="Sora"/>
                <a:ea typeface="Sora"/>
                <a:cs typeface="Sora"/>
                <a:sym typeface="Sora"/>
              </a:defRPr>
            </a:lvl2pPr>
            <a:lvl3pPr lvl="2">
              <a:lnSpc>
                <a:spcPct val="115000"/>
              </a:lnSpc>
              <a:spcBef>
                <a:spcPts val="0"/>
              </a:spcBef>
              <a:spcAft>
                <a:spcPts val="0"/>
              </a:spcAft>
              <a:buSzPts val="2400"/>
              <a:buFont typeface="Sora"/>
              <a:buNone/>
              <a:defRPr b="1" sz="2400">
                <a:latin typeface="Sora"/>
                <a:ea typeface="Sora"/>
                <a:cs typeface="Sora"/>
                <a:sym typeface="Sora"/>
              </a:defRPr>
            </a:lvl3pPr>
            <a:lvl4pPr lvl="3">
              <a:lnSpc>
                <a:spcPct val="115000"/>
              </a:lnSpc>
              <a:spcBef>
                <a:spcPts val="0"/>
              </a:spcBef>
              <a:spcAft>
                <a:spcPts val="0"/>
              </a:spcAft>
              <a:buSzPts val="2400"/>
              <a:buFont typeface="Sora"/>
              <a:buNone/>
              <a:defRPr b="1" sz="2400">
                <a:latin typeface="Sora"/>
                <a:ea typeface="Sora"/>
                <a:cs typeface="Sora"/>
                <a:sym typeface="Sora"/>
              </a:defRPr>
            </a:lvl4pPr>
            <a:lvl5pPr lvl="4">
              <a:lnSpc>
                <a:spcPct val="115000"/>
              </a:lnSpc>
              <a:spcBef>
                <a:spcPts val="0"/>
              </a:spcBef>
              <a:spcAft>
                <a:spcPts val="0"/>
              </a:spcAft>
              <a:buSzPts val="2400"/>
              <a:buFont typeface="Sora"/>
              <a:buNone/>
              <a:defRPr b="1" sz="2400">
                <a:latin typeface="Sora"/>
                <a:ea typeface="Sora"/>
                <a:cs typeface="Sora"/>
                <a:sym typeface="Sora"/>
              </a:defRPr>
            </a:lvl5pPr>
            <a:lvl6pPr lvl="5">
              <a:lnSpc>
                <a:spcPct val="115000"/>
              </a:lnSpc>
              <a:spcBef>
                <a:spcPts val="0"/>
              </a:spcBef>
              <a:spcAft>
                <a:spcPts val="0"/>
              </a:spcAft>
              <a:buSzPts val="2400"/>
              <a:buFont typeface="Sora"/>
              <a:buNone/>
              <a:defRPr b="1" sz="2400">
                <a:latin typeface="Sora"/>
                <a:ea typeface="Sora"/>
                <a:cs typeface="Sora"/>
                <a:sym typeface="Sora"/>
              </a:defRPr>
            </a:lvl6pPr>
            <a:lvl7pPr lvl="6">
              <a:lnSpc>
                <a:spcPct val="115000"/>
              </a:lnSpc>
              <a:spcBef>
                <a:spcPts val="0"/>
              </a:spcBef>
              <a:spcAft>
                <a:spcPts val="0"/>
              </a:spcAft>
              <a:buSzPts val="2400"/>
              <a:buFont typeface="Sora"/>
              <a:buNone/>
              <a:defRPr b="1" sz="2400">
                <a:latin typeface="Sora"/>
                <a:ea typeface="Sora"/>
                <a:cs typeface="Sora"/>
                <a:sym typeface="Sora"/>
              </a:defRPr>
            </a:lvl7pPr>
            <a:lvl8pPr lvl="7">
              <a:lnSpc>
                <a:spcPct val="115000"/>
              </a:lnSpc>
              <a:spcBef>
                <a:spcPts val="0"/>
              </a:spcBef>
              <a:spcAft>
                <a:spcPts val="0"/>
              </a:spcAft>
              <a:buSzPts val="2400"/>
              <a:buFont typeface="Sora"/>
              <a:buNone/>
              <a:defRPr b="1" sz="2400">
                <a:latin typeface="Sora"/>
                <a:ea typeface="Sora"/>
                <a:cs typeface="Sora"/>
                <a:sym typeface="Sora"/>
              </a:defRPr>
            </a:lvl8pPr>
            <a:lvl9pPr lvl="8">
              <a:lnSpc>
                <a:spcPct val="115000"/>
              </a:lnSpc>
              <a:spcBef>
                <a:spcPts val="0"/>
              </a:spcBef>
              <a:spcAft>
                <a:spcPts val="0"/>
              </a:spcAft>
              <a:buSzPts val="2400"/>
              <a:buFont typeface="Sora"/>
              <a:buNone/>
              <a:defRPr b="1" sz="2400">
                <a:latin typeface="Sora"/>
                <a:ea typeface="Sora"/>
                <a:cs typeface="Sora"/>
                <a:sym typeface="Sora"/>
              </a:defRPr>
            </a:lvl9pPr>
          </a:lstStyle>
          <a:p/>
        </p:txBody>
      </p:sp>
      <p:grpSp>
        <p:nvGrpSpPr>
          <p:cNvPr id="1008" name="Google Shape;1008;p83"/>
          <p:cNvGrpSpPr/>
          <p:nvPr/>
        </p:nvGrpSpPr>
        <p:grpSpPr>
          <a:xfrm>
            <a:off x="378100" y="-216500"/>
            <a:ext cx="8131200" cy="5239200"/>
            <a:chOff x="378100" y="-216500"/>
            <a:chExt cx="8131200" cy="5239200"/>
          </a:xfrm>
        </p:grpSpPr>
        <p:cxnSp>
          <p:nvCxnSpPr>
            <p:cNvPr id="1009" name="Google Shape;1009;p83"/>
            <p:cNvCxnSpPr/>
            <p:nvPr/>
          </p:nvCxnSpPr>
          <p:spPr>
            <a:xfrm>
              <a:off x="378100" y="-216500"/>
              <a:ext cx="5878500" cy="5155800"/>
            </a:xfrm>
            <a:prstGeom prst="bentConnector3">
              <a:avLst>
                <a:gd fmla="val -3660" name="adj1"/>
              </a:avLst>
            </a:prstGeom>
            <a:noFill/>
            <a:ln cap="flat" cmpd="sng" w="19050">
              <a:solidFill>
                <a:schemeClr val="lt2"/>
              </a:solidFill>
              <a:prstDash val="solid"/>
              <a:round/>
              <a:headEnd len="med" w="med" type="none"/>
              <a:tailEnd len="med" w="med" type="oval"/>
            </a:ln>
          </p:spPr>
        </p:cxnSp>
        <p:cxnSp>
          <p:nvCxnSpPr>
            <p:cNvPr id="1010" name="Google Shape;1010;p83"/>
            <p:cNvCxnSpPr/>
            <p:nvPr/>
          </p:nvCxnSpPr>
          <p:spPr>
            <a:xfrm>
              <a:off x="530500" y="-64100"/>
              <a:ext cx="7978800" cy="5086800"/>
            </a:xfrm>
            <a:prstGeom prst="bentConnector3">
              <a:avLst>
                <a:gd fmla="val -970" name="adj1"/>
              </a:avLst>
            </a:prstGeom>
            <a:noFill/>
            <a:ln cap="flat" cmpd="sng" w="19050">
              <a:solidFill>
                <a:schemeClr val="lt2"/>
              </a:solidFill>
              <a:prstDash val="solid"/>
              <a:round/>
              <a:headEnd len="med" w="med" type="none"/>
              <a:tailEnd len="med" w="med" type="oval"/>
            </a:ln>
          </p:spPr>
        </p:cxnSp>
      </p:grpSp>
      <p:grpSp>
        <p:nvGrpSpPr>
          <p:cNvPr id="1011" name="Google Shape;1011;p83"/>
          <p:cNvGrpSpPr/>
          <p:nvPr/>
        </p:nvGrpSpPr>
        <p:grpSpPr>
          <a:xfrm rot="-5400000">
            <a:off x="8411975" y="4406800"/>
            <a:ext cx="882599" cy="403555"/>
            <a:chOff x="7884075" y="238975"/>
            <a:chExt cx="882599" cy="403555"/>
          </a:xfrm>
        </p:grpSpPr>
        <p:sp>
          <p:nvSpPr>
            <p:cNvPr id="1012" name="Google Shape;1012;p83"/>
            <p:cNvSpPr/>
            <p:nvPr/>
          </p:nvSpPr>
          <p:spPr>
            <a:xfrm>
              <a:off x="8255437" y="436475"/>
              <a:ext cx="206055" cy="206055"/>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83"/>
            <p:cNvSpPr/>
            <p:nvPr/>
          </p:nvSpPr>
          <p:spPr>
            <a:xfrm>
              <a:off x="7884075" y="238975"/>
              <a:ext cx="139874" cy="139874"/>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83"/>
            <p:cNvSpPr/>
            <p:nvPr/>
          </p:nvSpPr>
          <p:spPr>
            <a:xfrm>
              <a:off x="8626800" y="378850"/>
              <a:ext cx="139874" cy="139874"/>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1015" name="Shape 1015"/>
        <p:cNvGrpSpPr/>
        <p:nvPr/>
      </p:nvGrpSpPr>
      <p:grpSpPr>
        <a:xfrm>
          <a:off x="0" y="0"/>
          <a:ext cx="0" cy="0"/>
          <a:chOff x="0" y="0"/>
          <a:chExt cx="0" cy="0"/>
        </a:xfrm>
      </p:grpSpPr>
      <p:sp>
        <p:nvSpPr>
          <p:cNvPr id="1016" name="Google Shape;1016;p84"/>
          <p:cNvSpPr txBox="1"/>
          <p:nvPr>
            <p:ph hasCustomPrompt="1" type="title"/>
          </p:nvPr>
        </p:nvSpPr>
        <p:spPr>
          <a:xfrm>
            <a:off x="2223600" y="748174"/>
            <a:ext cx="4696800" cy="656700"/>
          </a:xfrm>
          <a:prstGeom prst="rect">
            <a:avLst/>
          </a:prstGeom>
          <a:solidFill>
            <a:schemeClr val="lt2"/>
          </a:solidFill>
        </p:spPr>
        <p:txBody>
          <a:bodyPr anchorCtr="0" anchor="ctr" bIns="91425" lIns="91425" spcFirstLastPara="1" rIns="91425" wrap="square" tIns="91425">
            <a:noAutofit/>
          </a:bodyPr>
          <a:lstStyle>
            <a:lvl1pPr lvl="0" algn="ctr">
              <a:spcBef>
                <a:spcPts val="0"/>
              </a:spcBef>
              <a:spcAft>
                <a:spcPts val="0"/>
              </a:spcAft>
              <a:buClr>
                <a:schemeClr val="lt1"/>
              </a:buClr>
              <a:buSzPts val="6000"/>
              <a:buNone/>
              <a:defRPr sz="4500">
                <a:solidFill>
                  <a:schemeClr val="accent2"/>
                </a:solidFill>
              </a:defRPr>
            </a:lvl1pPr>
            <a:lvl2pPr lvl="1">
              <a:spcBef>
                <a:spcPts val="0"/>
              </a:spcBef>
              <a:spcAft>
                <a:spcPts val="0"/>
              </a:spcAft>
              <a:buClr>
                <a:schemeClr val="lt1"/>
              </a:buClr>
              <a:buSzPts val="6000"/>
              <a:buNone/>
              <a:defRPr sz="6000">
                <a:solidFill>
                  <a:schemeClr val="lt1"/>
                </a:solidFill>
              </a:defRPr>
            </a:lvl2pPr>
            <a:lvl3pPr lvl="2">
              <a:spcBef>
                <a:spcPts val="0"/>
              </a:spcBef>
              <a:spcAft>
                <a:spcPts val="0"/>
              </a:spcAft>
              <a:buClr>
                <a:schemeClr val="lt1"/>
              </a:buClr>
              <a:buSzPts val="6000"/>
              <a:buNone/>
              <a:defRPr sz="6000">
                <a:solidFill>
                  <a:schemeClr val="lt1"/>
                </a:solidFill>
              </a:defRPr>
            </a:lvl3pPr>
            <a:lvl4pPr lvl="3">
              <a:spcBef>
                <a:spcPts val="0"/>
              </a:spcBef>
              <a:spcAft>
                <a:spcPts val="0"/>
              </a:spcAft>
              <a:buClr>
                <a:schemeClr val="lt1"/>
              </a:buClr>
              <a:buSzPts val="6000"/>
              <a:buNone/>
              <a:defRPr sz="6000">
                <a:solidFill>
                  <a:schemeClr val="lt1"/>
                </a:solidFill>
              </a:defRPr>
            </a:lvl4pPr>
            <a:lvl5pPr lvl="4">
              <a:spcBef>
                <a:spcPts val="0"/>
              </a:spcBef>
              <a:spcAft>
                <a:spcPts val="0"/>
              </a:spcAft>
              <a:buClr>
                <a:schemeClr val="lt1"/>
              </a:buClr>
              <a:buSzPts val="6000"/>
              <a:buNone/>
              <a:defRPr sz="6000">
                <a:solidFill>
                  <a:schemeClr val="lt1"/>
                </a:solidFill>
              </a:defRPr>
            </a:lvl5pPr>
            <a:lvl6pPr lvl="5">
              <a:spcBef>
                <a:spcPts val="0"/>
              </a:spcBef>
              <a:spcAft>
                <a:spcPts val="0"/>
              </a:spcAft>
              <a:buClr>
                <a:schemeClr val="lt1"/>
              </a:buClr>
              <a:buSzPts val="6000"/>
              <a:buNone/>
              <a:defRPr sz="6000">
                <a:solidFill>
                  <a:schemeClr val="lt1"/>
                </a:solidFill>
              </a:defRPr>
            </a:lvl6pPr>
            <a:lvl7pPr lvl="6">
              <a:spcBef>
                <a:spcPts val="0"/>
              </a:spcBef>
              <a:spcAft>
                <a:spcPts val="0"/>
              </a:spcAft>
              <a:buClr>
                <a:schemeClr val="lt1"/>
              </a:buClr>
              <a:buSzPts val="6000"/>
              <a:buNone/>
              <a:defRPr sz="6000">
                <a:solidFill>
                  <a:schemeClr val="lt1"/>
                </a:solidFill>
              </a:defRPr>
            </a:lvl7pPr>
            <a:lvl8pPr lvl="7">
              <a:spcBef>
                <a:spcPts val="0"/>
              </a:spcBef>
              <a:spcAft>
                <a:spcPts val="0"/>
              </a:spcAft>
              <a:buClr>
                <a:schemeClr val="lt1"/>
              </a:buClr>
              <a:buSzPts val="6000"/>
              <a:buNone/>
              <a:defRPr sz="6000">
                <a:solidFill>
                  <a:schemeClr val="lt1"/>
                </a:solidFill>
              </a:defRPr>
            </a:lvl8pPr>
            <a:lvl9pPr lvl="8">
              <a:spcBef>
                <a:spcPts val="0"/>
              </a:spcBef>
              <a:spcAft>
                <a:spcPts val="0"/>
              </a:spcAft>
              <a:buClr>
                <a:schemeClr val="lt1"/>
              </a:buClr>
              <a:buSzPts val="6000"/>
              <a:buNone/>
              <a:defRPr sz="6000">
                <a:solidFill>
                  <a:schemeClr val="lt1"/>
                </a:solidFill>
              </a:defRPr>
            </a:lvl9pPr>
          </a:lstStyle>
          <a:p>
            <a:r>
              <a:t>xx%</a:t>
            </a:r>
          </a:p>
        </p:txBody>
      </p:sp>
      <p:sp>
        <p:nvSpPr>
          <p:cNvPr id="1017" name="Google Shape;1017;p84"/>
          <p:cNvSpPr txBox="1"/>
          <p:nvPr>
            <p:ph idx="1" type="subTitle"/>
          </p:nvPr>
        </p:nvSpPr>
        <p:spPr>
          <a:xfrm>
            <a:off x="2223600" y="1441695"/>
            <a:ext cx="4696800" cy="365700"/>
          </a:xfrm>
          <a:prstGeom prst="rect">
            <a:avLst/>
          </a:prstGeom>
          <a:solidFill>
            <a:schemeClr val="lt2"/>
          </a:solidFill>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2400"/>
              <a:buNone/>
              <a:defRPr sz="1600">
                <a:solidFill>
                  <a:schemeClr val="accent5"/>
                </a:solidFill>
              </a:defRPr>
            </a:lvl1pPr>
            <a:lvl2pPr lvl="1">
              <a:lnSpc>
                <a:spcPct val="115000"/>
              </a:lnSpc>
              <a:spcBef>
                <a:spcPts val="0"/>
              </a:spcBef>
              <a:spcAft>
                <a:spcPts val="0"/>
              </a:spcAft>
              <a:buClr>
                <a:schemeClr val="dk1"/>
              </a:buClr>
              <a:buSzPts val="2100"/>
              <a:buNone/>
              <a:defRPr sz="2100">
                <a:solidFill>
                  <a:schemeClr val="dk1"/>
                </a:solidFill>
              </a:defRPr>
            </a:lvl2pPr>
            <a:lvl3pPr lvl="2">
              <a:lnSpc>
                <a:spcPct val="115000"/>
              </a:lnSpc>
              <a:spcBef>
                <a:spcPts val="0"/>
              </a:spcBef>
              <a:spcAft>
                <a:spcPts val="0"/>
              </a:spcAft>
              <a:buClr>
                <a:schemeClr val="dk1"/>
              </a:buClr>
              <a:buSzPts val="2100"/>
              <a:buNone/>
              <a:defRPr sz="2100">
                <a:solidFill>
                  <a:schemeClr val="dk1"/>
                </a:solidFill>
              </a:defRPr>
            </a:lvl3pPr>
            <a:lvl4pPr lvl="3">
              <a:lnSpc>
                <a:spcPct val="115000"/>
              </a:lnSpc>
              <a:spcBef>
                <a:spcPts val="0"/>
              </a:spcBef>
              <a:spcAft>
                <a:spcPts val="0"/>
              </a:spcAft>
              <a:buClr>
                <a:schemeClr val="dk1"/>
              </a:buClr>
              <a:buSzPts val="2100"/>
              <a:buNone/>
              <a:defRPr sz="2100">
                <a:solidFill>
                  <a:schemeClr val="dk1"/>
                </a:solidFill>
              </a:defRPr>
            </a:lvl4pPr>
            <a:lvl5pPr lvl="4">
              <a:lnSpc>
                <a:spcPct val="115000"/>
              </a:lnSpc>
              <a:spcBef>
                <a:spcPts val="0"/>
              </a:spcBef>
              <a:spcAft>
                <a:spcPts val="0"/>
              </a:spcAft>
              <a:buClr>
                <a:schemeClr val="dk1"/>
              </a:buClr>
              <a:buSzPts val="2100"/>
              <a:buNone/>
              <a:defRPr sz="2100">
                <a:solidFill>
                  <a:schemeClr val="dk1"/>
                </a:solidFill>
              </a:defRPr>
            </a:lvl5pPr>
            <a:lvl6pPr lvl="5">
              <a:lnSpc>
                <a:spcPct val="115000"/>
              </a:lnSpc>
              <a:spcBef>
                <a:spcPts val="0"/>
              </a:spcBef>
              <a:spcAft>
                <a:spcPts val="0"/>
              </a:spcAft>
              <a:buClr>
                <a:schemeClr val="dk1"/>
              </a:buClr>
              <a:buSzPts val="2100"/>
              <a:buNone/>
              <a:defRPr sz="2100">
                <a:solidFill>
                  <a:schemeClr val="dk1"/>
                </a:solidFill>
              </a:defRPr>
            </a:lvl6pPr>
            <a:lvl7pPr lvl="6">
              <a:lnSpc>
                <a:spcPct val="115000"/>
              </a:lnSpc>
              <a:spcBef>
                <a:spcPts val="0"/>
              </a:spcBef>
              <a:spcAft>
                <a:spcPts val="0"/>
              </a:spcAft>
              <a:buClr>
                <a:schemeClr val="dk1"/>
              </a:buClr>
              <a:buSzPts val="2100"/>
              <a:buNone/>
              <a:defRPr sz="2100">
                <a:solidFill>
                  <a:schemeClr val="dk1"/>
                </a:solidFill>
              </a:defRPr>
            </a:lvl7pPr>
            <a:lvl8pPr lvl="7">
              <a:lnSpc>
                <a:spcPct val="115000"/>
              </a:lnSpc>
              <a:spcBef>
                <a:spcPts val="0"/>
              </a:spcBef>
              <a:spcAft>
                <a:spcPts val="0"/>
              </a:spcAft>
              <a:buClr>
                <a:schemeClr val="dk1"/>
              </a:buClr>
              <a:buSzPts val="2100"/>
              <a:buNone/>
              <a:defRPr sz="2100">
                <a:solidFill>
                  <a:schemeClr val="dk1"/>
                </a:solidFill>
              </a:defRPr>
            </a:lvl8pPr>
            <a:lvl9pPr lvl="8">
              <a:lnSpc>
                <a:spcPct val="115000"/>
              </a:lnSpc>
              <a:spcBef>
                <a:spcPts val="0"/>
              </a:spcBef>
              <a:spcAft>
                <a:spcPts val="0"/>
              </a:spcAft>
              <a:buClr>
                <a:schemeClr val="dk1"/>
              </a:buClr>
              <a:buSzPts val="2100"/>
              <a:buNone/>
              <a:defRPr sz="2100">
                <a:solidFill>
                  <a:schemeClr val="dk1"/>
                </a:solidFill>
              </a:defRPr>
            </a:lvl9pPr>
          </a:lstStyle>
          <a:p/>
        </p:txBody>
      </p:sp>
      <p:sp>
        <p:nvSpPr>
          <p:cNvPr id="1018" name="Google Shape;1018;p84"/>
          <p:cNvSpPr txBox="1"/>
          <p:nvPr>
            <p:ph hasCustomPrompt="1" idx="2" type="title"/>
          </p:nvPr>
        </p:nvSpPr>
        <p:spPr>
          <a:xfrm>
            <a:off x="2223600" y="2044979"/>
            <a:ext cx="4696800" cy="658500"/>
          </a:xfrm>
          <a:prstGeom prst="rect">
            <a:avLst/>
          </a:prstGeom>
          <a:solidFill>
            <a:schemeClr val="lt2"/>
          </a:solidFill>
        </p:spPr>
        <p:txBody>
          <a:bodyPr anchorCtr="0" anchor="ctr" bIns="91425" lIns="91425" spcFirstLastPara="1" rIns="91425" wrap="square" tIns="91425">
            <a:noAutofit/>
          </a:bodyPr>
          <a:lstStyle>
            <a:lvl1pPr lvl="0" algn="ctr">
              <a:spcBef>
                <a:spcPts val="0"/>
              </a:spcBef>
              <a:spcAft>
                <a:spcPts val="0"/>
              </a:spcAft>
              <a:buClr>
                <a:schemeClr val="lt1"/>
              </a:buClr>
              <a:buSzPts val="6000"/>
              <a:buNone/>
              <a:defRPr sz="4500">
                <a:solidFill>
                  <a:schemeClr val="accent2"/>
                </a:solidFill>
              </a:defRPr>
            </a:lvl1pPr>
            <a:lvl2pPr lvl="1">
              <a:spcBef>
                <a:spcPts val="0"/>
              </a:spcBef>
              <a:spcAft>
                <a:spcPts val="0"/>
              </a:spcAft>
              <a:buClr>
                <a:schemeClr val="lt1"/>
              </a:buClr>
              <a:buSzPts val="6000"/>
              <a:buNone/>
              <a:defRPr sz="6000">
                <a:solidFill>
                  <a:schemeClr val="lt1"/>
                </a:solidFill>
              </a:defRPr>
            </a:lvl2pPr>
            <a:lvl3pPr lvl="2">
              <a:spcBef>
                <a:spcPts val="0"/>
              </a:spcBef>
              <a:spcAft>
                <a:spcPts val="0"/>
              </a:spcAft>
              <a:buClr>
                <a:schemeClr val="lt1"/>
              </a:buClr>
              <a:buSzPts val="6000"/>
              <a:buNone/>
              <a:defRPr sz="6000">
                <a:solidFill>
                  <a:schemeClr val="lt1"/>
                </a:solidFill>
              </a:defRPr>
            </a:lvl3pPr>
            <a:lvl4pPr lvl="3">
              <a:spcBef>
                <a:spcPts val="0"/>
              </a:spcBef>
              <a:spcAft>
                <a:spcPts val="0"/>
              </a:spcAft>
              <a:buClr>
                <a:schemeClr val="lt1"/>
              </a:buClr>
              <a:buSzPts val="6000"/>
              <a:buNone/>
              <a:defRPr sz="6000">
                <a:solidFill>
                  <a:schemeClr val="lt1"/>
                </a:solidFill>
              </a:defRPr>
            </a:lvl4pPr>
            <a:lvl5pPr lvl="4">
              <a:spcBef>
                <a:spcPts val="0"/>
              </a:spcBef>
              <a:spcAft>
                <a:spcPts val="0"/>
              </a:spcAft>
              <a:buClr>
                <a:schemeClr val="lt1"/>
              </a:buClr>
              <a:buSzPts val="6000"/>
              <a:buNone/>
              <a:defRPr sz="6000">
                <a:solidFill>
                  <a:schemeClr val="lt1"/>
                </a:solidFill>
              </a:defRPr>
            </a:lvl5pPr>
            <a:lvl6pPr lvl="5">
              <a:spcBef>
                <a:spcPts val="0"/>
              </a:spcBef>
              <a:spcAft>
                <a:spcPts val="0"/>
              </a:spcAft>
              <a:buClr>
                <a:schemeClr val="lt1"/>
              </a:buClr>
              <a:buSzPts val="6000"/>
              <a:buNone/>
              <a:defRPr sz="6000">
                <a:solidFill>
                  <a:schemeClr val="lt1"/>
                </a:solidFill>
              </a:defRPr>
            </a:lvl6pPr>
            <a:lvl7pPr lvl="6">
              <a:spcBef>
                <a:spcPts val="0"/>
              </a:spcBef>
              <a:spcAft>
                <a:spcPts val="0"/>
              </a:spcAft>
              <a:buClr>
                <a:schemeClr val="lt1"/>
              </a:buClr>
              <a:buSzPts val="6000"/>
              <a:buNone/>
              <a:defRPr sz="6000">
                <a:solidFill>
                  <a:schemeClr val="lt1"/>
                </a:solidFill>
              </a:defRPr>
            </a:lvl7pPr>
            <a:lvl8pPr lvl="7">
              <a:spcBef>
                <a:spcPts val="0"/>
              </a:spcBef>
              <a:spcAft>
                <a:spcPts val="0"/>
              </a:spcAft>
              <a:buClr>
                <a:schemeClr val="lt1"/>
              </a:buClr>
              <a:buSzPts val="6000"/>
              <a:buNone/>
              <a:defRPr sz="6000">
                <a:solidFill>
                  <a:schemeClr val="lt1"/>
                </a:solidFill>
              </a:defRPr>
            </a:lvl8pPr>
            <a:lvl9pPr lvl="8">
              <a:spcBef>
                <a:spcPts val="0"/>
              </a:spcBef>
              <a:spcAft>
                <a:spcPts val="0"/>
              </a:spcAft>
              <a:buClr>
                <a:schemeClr val="lt1"/>
              </a:buClr>
              <a:buSzPts val="6000"/>
              <a:buNone/>
              <a:defRPr sz="6000">
                <a:solidFill>
                  <a:schemeClr val="lt1"/>
                </a:solidFill>
              </a:defRPr>
            </a:lvl9pPr>
          </a:lstStyle>
          <a:p>
            <a:r>
              <a:t>xx%</a:t>
            </a:r>
          </a:p>
        </p:txBody>
      </p:sp>
      <p:sp>
        <p:nvSpPr>
          <p:cNvPr id="1019" name="Google Shape;1019;p84"/>
          <p:cNvSpPr txBox="1"/>
          <p:nvPr>
            <p:ph idx="3" type="subTitle"/>
          </p:nvPr>
        </p:nvSpPr>
        <p:spPr>
          <a:xfrm>
            <a:off x="2223600" y="2740391"/>
            <a:ext cx="4696800" cy="365700"/>
          </a:xfrm>
          <a:prstGeom prst="rect">
            <a:avLst/>
          </a:prstGeom>
          <a:solidFill>
            <a:schemeClr val="lt2"/>
          </a:solidFill>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2400"/>
              <a:buNone/>
              <a:defRPr sz="1600">
                <a:solidFill>
                  <a:schemeClr val="accent5"/>
                </a:solidFill>
              </a:defRPr>
            </a:lvl1pPr>
            <a:lvl2pPr lvl="1">
              <a:lnSpc>
                <a:spcPct val="115000"/>
              </a:lnSpc>
              <a:spcBef>
                <a:spcPts val="0"/>
              </a:spcBef>
              <a:spcAft>
                <a:spcPts val="0"/>
              </a:spcAft>
              <a:buClr>
                <a:schemeClr val="dk1"/>
              </a:buClr>
              <a:buSzPts val="2100"/>
              <a:buNone/>
              <a:defRPr sz="2100">
                <a:solidFill>
                  <a:schemeClr val="dk1"/>
                </a:solidFill>
              </a:defRPr>
            </a:lvl2pPr>
            <a:lvl3pPr lvl="2">
              <a:lnSpc>
                <a:spcPct val="115000"/>
              </a:lnSpc>
              <a:spcBef>
                <a:spcPts val="0"/>
              </a:spcBef>
              <a:spcAft>
                <a:spcPts val="0"/>
              </a:spcAft>
              <a:buClr>
                <a:schemeClr val="dk1"/>
              </a:buClr>
              <a:buSzPts val="2100"/>
              <a:buNone/>
              <a:defRPr sz="2100">
                <a:solidFill>
                  <a:schemeClr val="dk1"/>
                </a:solidFill>
              </a:defRPr>
            </a:lvl3pPr>
            <a:lvl4pPr lvl="3">
              <a:lnSpc>
                <a:spcPct val="115000"/>
              </a:lnSpc>
              <a:spcBef>
                <a:spcPts val="0"/>
              </a:spcBef>
              <a:spcAft>
                <a:spcPts val="0"/>
              </a:spcAft>
              <a:buClr>
                <a:schemeClr val="dk1"/>
              </a:buClr>
              <a:buSzPts val="2100"/>
              <a:buNone/>
              <a:defRPr sz="2100">
                <a:solidFill>
                  <a:schemeClr val="dk1"/>
                </a:solidFill>
              </a:defRPr>
            </a:lvl4pPr>
            <a:lvl5pPr lvl="4">
              <a:lnSpc>
                <a:spcPct val="115000"/>
              </a:lnSpc>
              <a:spcBef>
                <a:spcPts val="0"/>
              </a:spcBef>
              <a:spcAft>
                <a:spcPts val="0"/>
              </a:spcAft>
              <a:buClr>
                <a:schemeClr val="dk1"/>
              </a:buClr>
              <a:buSzPts val="2100"/>
              <a:buNone/>
              <a:defRPr sz="2100">
                <a:solidFill>
                  <a:schemeClr val="dk1"/>
                </a:solidFill>
              </a:defRPr>
            </a:lvl5pPr>
            <a:lvl6pPr lvl="5">
              <a:lnSpc>
                <a:spcPct val="115000"/>
              </a:lnSpc>
              <a:spcBef>
                <a:spcPts val="0"/>
              </a:spcBef>
              <a:spcAft>
                <a:spcPts val="0"/>
              </a:spcAft>
              <a:buClr>
                <a:schemeClr val="dk1"/>
              </a:buClr>
              <a:buSzPts val="2100"/>
              <a:buNone/>
              <a:defRPr sz="2100">
                <a:solidFill>
                  <a:schemeClr val="dk1"/>
                </a:solidFill>
              </a:defRPr>
            </a:lvl6pPr>
            <a:lvl7pPr lvl="6">
              <a:lnSpc>
                <a:spcPct val="115000"/>
              </a:lnSpc>
              <a:spcBef>
                <a:spcPts val="0"/>
              </a:spcBef>
              <a:spcAft>
                <a:spcPts val="0"/>
              </a:spcAft>
              <a:buClr>
                <a:schemeClr val="dk1"/>
              </a:buClr>
              <a:buSzPts val="2100"/>
              <a:buNone/>
              <a:defRPr sz="2100">
                <a:solidFill>
                  <a:schemeClr val="dk1"/>
                </a:solidFill>
              </a:defRPr>
            </a:lvl7pPr>
            <a:lvl8pPr lvl="7">
              <a:lnSpc>
                <a:spcPct val="115000"/>
              </a:lnSpc>
              <a:spcBef>
                <a:spcPts val="0"/>
              </a:spcBef>
              <a:spcAft>
                <a:spcPts val="0"/>
              </a:spcAft>
              <a:buClr>
                <a:schemeClr val="dk1"/>
              </a:buClr>
              <a:buSzPts val="2100"/>
              <a:buNone/>
              <a:defRPr sz="2100">
                <a:solidFill>
                  <a:schemeClr val="dk1"/>
                </a:solidFill>
              </a:defRPr>
            </a:lvl8pPr>
            <a:lvl9pPr lvl="8">
              <a:lnSpc>
                <a:spcPct val="115000"/>
              </a:lnSpc>
              <a:spcBef>
                <a:spcPts val="0"/>
              </a:spcBef>
              <a:spcAft>
                <a:spcPts val="0"/>
              </a:spcAft>
              <a:buClr>
                <a:schemeClr val="dk1"/>
              </a:buClr>
              <a:buSzPts val="2100"/>
              <a:buNone/>
              <a:defRPr sz="2100">
                <a:solidFill>
                  <a:schemeClr val="dk1"/>
                </a:solidFill>
              </a:defRPr>
            </a:lvl9pPr>
          </a:lstStyle>
          <a:p/>
        </p:txBody>
      </p:sp>
      <p:sp>
        <p:nvSpPr>
          <p:cNvPr id="1020" name="Google Shape;1020;p84"/>
          <p:cNvSpPr txBox="1"/>
          <p:nvPr>
            <p:ph hasCustomPrompt="1" idx="4" type="title"/>
          </p:nvPr>
        </p:nvSpPr>
        <p:spPr>
          <a:xfrm>
            <a:off x="2223600" y="3343583"/>
            <a:ext cx="4696800" cy="658500"/>
          </a:xfrm>
          <a:prstGeom prst="rect">
            <a:avLst/>
          </a:prstGeom>
          <a:solidFill>
            <a:schemeClr val="lt2"/>
          </a:solidFill>
        </p:spPr>
        <p:txBody>
          <a:bodyPr anchorCtr="0" anchor="ctr" bIns="91425" lIns="91425" spcFirstLastPara="1" rIns="91425" wrap="square" tIns="91425">
            <a:noAutofit/>
          </a:bodyPr>
          <a:lstStyle>
            <a:lvl1pPr lvl="0" algn="ctr">
              <a:spcBef>
                <a:spcPts val="0"/>
              </a:spcBef>
              <a:spcAft>
                <a:spcPts val="0"/>
              </a:spcAft>
              <a:buClr>
                <a:schemeClr val="lt1"/>
              </a:buClr>
              <a:buSzPts val="6000"/>
              <a:buNone/>
              <a:defRPr sz="4500">
                <a:solidFill>
                  <a:schemeClr val="accent2"/>
                </a:solidFill>
              </a:defRPr>
            </a:lvl1pPr>
            <a:lvl2pPr lvl="1">
              <a:spcBef>
                <a:spcPts val="0"/>
              </a:spcBef>
              <a:spcAft>
                <a:spcPts val="0"/>
              </a:spcAft>
              <a:buClr>
                <a:schemeClr val="lt1"/>
              </a:buClr>
              <a:buSzPts val="6000"/>
              <a:buNone/>
              <a:defRPr sz="6000">
                <a:solidFill>
                  <a:schemeClr val="lt1"/>
                </a:solidFill>
              </a:defRPr>
            </a:lvl2pPr>
            <a:lvl3pPr lvl="2">
              <a:spcBef>
                <a:spcPts val="0"/>
              </a:spcBef>
              <a:spcAft>
                <a:spcPts val="0"/>
              </a:spcAft>
              <a:buClr>
                <a:schemeClr val="lt1"/>
              </a:buClr>
              <a:buSzPts val="6000"/>
              <a:buNone/>
              <a:defRPr sz="6000">
                <a:solidFill>
                  <a:schemeClr val="lt1"/>
                </a:solidFill>
              </a:defRPr>
            </a:lvl3pPr>
            <a:lvl4pPr lvl="3">
              <a:spcBef>
                <a:spcPts val="0"/>
              </a:spcBef>
              <a:spcAft>
                <a:spcPts val="0"/>
              </a:spcAft>
              <a:buClr>
                <a:schemeClr val="lt1"/>
              </a:buClr>
              <a:buSzPts val="6000"/>
              <a:buNone/>
              <a:defRPr sz="6000">
                <a:solidFill>
                  <a:schemeClr val="lt1"/>
                </a:solidFill>
              </a:defRPr>
            </a:lvl4pPr>
            <a:lvl5pPr lvl="4">
              <a:spcBef>
                <a:spcPts val="0"/>
              </a:spcBef>
              <a:spcAft>
                <a:spcPts val="0"/>
              </a:spcAft>
              <a:buClr>
                <a:schemeClr val="lt1"/>
              </a:buClr>
              <a:buSzPts val="6000"/>
              <a:buNone/>
              <a:defRPr sz="6000">
                <a:solidFill>
                  <a:schemeClr val="lt1"/>
                </a:solidFill>
              </a:defRPr>
            </a:lvl5pPr>
            <a:lvl6pPr lvl="5">
              <a:spcBef>
                <a:spcPts val="0"/>
              </a:spcBef>
              <a:spcAft>
                <a:spcPts val="0"/>
              </a:spcAft>
              <a:buClr>
                <a:schemeClr val="lt1"/>
              </a:buClr>
              <a:buSzPts val="6000"/>
              <a:buNone/>
              <a:defRPr sz="6000">
                <a:solidFill>
                  <a:schemeClr val="lt1"/>
                </a:solidFill>
              </a:defRPr>
            </a:lvl6pPr>
            <a:lvl7pPr lvl="6">
              <a:spcBef>
                <a:spcPts val="0"/>
              </a:spcBef>
              <a:spcAft>
                <a:spcPts val="0"/>
              </a:spcAft>
              <a:buClr>
                <a:schemeClr val="lt1"/>
              </a:buClr>
              <a:buSzPts val="6000"/>
              <a:buNone/>
              <a:defRPr sz="6000">
                <a:solidFill>
                  <a:schemeClr val="lt1"/>
                </a:solidFill>
              </a:defRPr>
            </a:lvl7pPr>
            <a:lvl8pPr lvl="7">
              <a:spcBef>
                <a:spcPts val="0"/>
              </a:spcBef>
              <a:spcAft>
                <a:spcPts val="0"/>
              </a:spcAft>
              <a:buClr>
                <a:schemeClr val="lt1"/>
              </a:buClr>
              <a:buSzPts val="6000"/>
              <a:buNone/>
              <a:defRPr sz="6000">
                <a:solidFill>
                  <a:schemeClr val="lt1"/>
                </a:solidFill>
              </a:defRPr>
            </a:lvl8pPr>
            <a:lvl9pPr lvl="8">
              <a:spcBef>
                <a:spcPts val="0"/>
              </a:spcBef>
              <a:spcAft>
                <a:spcPts val="0"/>
              </a:spcAft>
              <a:buClr>
                <a:schemeClr val="lt1"/>
              </a:buClr>
              <a:buSzPts val="6000"/>
              <a:buNone/>
              <a:defRPr sz="6000">
                <a:solidFill>
                  <a:schemeClr val="lt1"/>
                </a:solidFill>
              </a:defRPr>
            </a:lvl9pPr>
          </a:lstStyle>
          <a:p>
            <a:r>
              <a:t>xx%</a:t>
            </a:r>
          </a:p>
        </p:txBody>
      </p:sp>
      <p:sp>
        <p:nvSpPr>
          <p:cNvPr id="1021" name="Google Shape;1021;p84"/>
          <p:cNvSpPr txBox="1"/>
          <p:nvPr>
            <p:ph idx="5" type="subTitle"/>
          </p:nvPr>
        </p:nvSpPr>
        <p:spPr>
          <a:xfrm>
            <a:off x="2223600" y="4039087"/>
            <a:ext cx="4696800" cy="365700"/>
          </a:xfrm>
          <a:prstGeom prst="rect">
            <a:avLst/>
          </a:prstGeom>
          <a:solidFill>
            <a:schemeClr val="lt2"/>
          </a:solidFill>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2400"/>
              <a:buNone/>
              <a:defRPr sz="1600">
                <a:solidFill>
                  <a:schemeClr val="accent5"/>
                </a:solidFill>
              </a:defRPr>
            </a:lvl1pPr>
            <a:lvl2pPr lvl="1">
              <a:lnSpc>
                <a:spcPct val="115000"/>
              </a:lnSpc>
              <a:spcBef>
                <a:spcPts val="0"/>
              </a:spcBef>
              <a:spcAft>
                <a:spcPts val="0"/>
              </a:spcAft>
              <a:buClr>
                <a:schemeClr val="dk1"/>
              </a:buClr>
              <a:buSzPts val="2100"/>
              <a:buNone/>
              <a:defRPr sz="2100">
                <a:solidFill>
                  <a:schemeClr val="dk1"/>
                </a:solidFill>
              </a:defRPr>
            </a:lvl2pPr>
            <a:lvl3pPr lvl="2">
              <a:lnSpc>
                <a:spcPct val="115000"/>
              </a:lnSpc>
              <a:spcBef>
                <a:spcPts val="0"/>
              </a:spcBef>
              <a:spcAft>
                <a:spcPts val="0"/>
              </a:spcAft>
              <a:buClr>
                <a:schemeClr val="dk1"/>
              </a:buClr>
              <a:buSzPts val="2100"/>
              <a:buNone/>
              <a:defRPr sz="2100">
                <a:solidFill>
                  <a:schemeClr val="dk1"/>
                </a:solidFill>
              </a:defRPr>
            </a:lvl3pPr>
            <a:lvl4pPr lvl="3">
              <a:lnSpc>
                <a:spcPct val="115000"/>
              </a:lnSpc>
              <a:spcBef>
                <a:spcPts val="0"/>
              </a:spcBef>
              <a:spcAft>
                <a:spcPts val="0"/>
              </a:spcAft>
              <a:buClr>
                <a:schemeClr val="dk1"/>
              </a:buClr>
              <a:buSzPts val="2100"/>
              <a:buNone/>
              <a:defRPr sz="2100">
                <a:solidFill>
                  <a:schemeClr val="dk1"/>
                </a:solidFill>
              </a:defRPr>
            </a:lvl4pPr>
            <a:lvl5pPr lvl="4">
              <a:lnSpc>
                <a:spcPct val="115000"/>
              </a:lnSpc>
              <a:spcBef>
                <a:spcPts val="0"/>
              </a:spcBef>
              <a:spcAft>
                <a:spcPts val="0"/>
              </a:spcAft>
              <a:buClr>
                <a:schemeClr val="dk1"/>
              </a:buClr>
              <a:buSzPts val="2100"/>
              <a:buNone/>
              <a:defRPr sz="2100">
                <a:solidFill>
                  <a:schemeClr val="dk1"/>
                </a:solidFill>
              </a:defRPr>
            </a:lvl5pPr>
            <a:lvl6pPr lvl="5">
              <a:lnSpc>
                <a:spcPct val="115000"/>
              </a:lnSpc>
              <a:spcBef>
                <a:spcPts val="0"/>
              </a:spcBef>
              <a:spcAft>
                <a:spcPts val="0"/>
              </a:spcAft>
              <a:buClr>
                <a:schemeClr val="dk1"/>
              </a:buClr>
              <a:buSzPts val="2100"/>
              <a:buNone/>
              <a:defRPr sz="2100">
                <a:solidFill>
                  <a:schemeClr val="dk1"/>
                </a:solidFill>
              </a:defRPr>
            </a:lvl6pPr>
            <a:lvl7pPr lvl="6">
              <a:lnSpc>
                <a:spcPct val="115000"/>
              </a:lnSpc>
              <a:spcBef>
                <a:spcPts val="0"/>
              </a:spcBef>
              <a:spcAft>
                <a:spcPts val="0"/>
              </a:spcAft>
              <a:buClr>
                <a:schemeClr val="dk1"/>
              </a:buClr>
              <a:buSzPts val="2100"/>
              <a:buNone/>
              <a:defRPr sz="2100">
                <a:solidFill>
                  <a:schemeClr val="dk1"/>
                </a:solidFill>
              </a:defRPr>
            </a:lvl7pPr>
            <a:lvl8pPr lvl="7">
              <a:lnSpc>
                <a:spcPct val="115000"/>
              </a:lnSpc>
              <a:spcBef>
                <a:spcPts val="0"/>
              </a:spcBef>
              <a:spcAft>
                <a:spcPts val="0"/>
              </a:spcAft>
              <a:buClr>
                <a:schemeClr val="dk1"/>
              </a:buClr>
              <a:buSzPts val="2100"/>
              <a:buNone/>
              <a:defRPr sz="2100">
                <a:solidFill>
                  <a:schemeClr val="dk1"/>
                </a:solidFill>
              </a:defRPr>
            </a:lvl8pPr>
            <a:lvl9pPr lvl="8">
              <a:lnSpc>
                <a:spcPct val="115000"/>
              </a:lnSpc>
              <a:spcBef>
                <a:spcPts val="0"/>
              </a:spcBef>
              <a:spcAft>
                <a:spcPts val="0"/>
              </a:spcAft>
              <a:buClr>
                <a:schemeClr val="dk1"/>
              </a:buClr>
              <a:buSzPts val="2100"/>
              <a:buNone/>
              <a:defRPr sz="2100">
                <a:solidFill>
                  <a:schemeClr val="dk1"/>
                </a:solidFill>
              </a:defRPr>
            </a:lvl9pPr>
          </a:lstStyle>
          <a:p/>
        </p:txBody>
      </p:sp>
      <p:grpSp>
        <p:nvGrpSpPr>
          <p:cNvPr id="1022" name="Google Shape;1022;p84"/>
          <p:cNvGrpSpPr/>
          <p:nvPr/>
        </p:nvGrpSpPr>
        <p:grpSpPr>
          <a:xfrm>
            <a:off x="269722" y="1778"/>
            <a:ext cx="8607902" cy="5090199"/>
            <a:chOff x="269722" y="1778"/>
            <a:chExt cx="8607902" cy="5090199"/>
          </a:xfrm>
        </p:grpSpPr>
        <p:grpSp>
          <p:nvGrpSpPr>
            <p:cNvPr id="1023" name="Google Shape;1023;p84"/>
            <p:cNvGrpSpPr/>
            <p:nvPr/>
          </p:nvGrpSpPr>
          <p:grpSpPr>
            <a:xfrm rot="-5400000">
              <a:off x="8120892" y="4335245"/>
              <a:ext cx="595437" cy="918027"/>
              <a:chOff x="7884075" y="238975"/>
              <a:chExt cx="595437" cy="918027"/>
            </a:xfrm>
          </p:grpSpPr>
          <p:sp>
            <p:nvSpPr>
              <p:cNvPr id="1024" name="Google Shape;1024;p84"/>
              <p:cNvSpPr/>
              <p:nvPr/>
            </p:nvSpPr>
            <p:spPr>
              <a:xfrm>
                <a:off x="7884075" y="238975"/>
                <a:ext cx="139874" cy="139874"/>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84"/>
              <p:cNvSpPr/>
              <p:nvPr/>
            </p:nvSpPr>
            <p:spPr>
              <a:xfrm>
                <a:off x="8255441" y="918206"/>
                <a:ext cx="224071" cy="238796"/>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26" name="Google Shape;1026;p84"/>
            <p:cNvGrpSpPr/>
            <p:nvPr/>
          </p:nvGrpSpPr>
          <p:grpSpPr>
            <a:xfrm rot="-5400000">
              <a:off x="816778" y="-545278"/>
              <a:ext cx="511237" cy="1605349"/>
              <a:chOff x="8255437" y="378850"/>
              <a:chExt cx="511237" cy="1605349"/>
            </a:xfrm>
          </p:grpSpPr>
          <p:sp>
            <p:nvSpPr>
              <p:cNvPr id="1027" name="Google Shape;1027;p84"/>
              <p:cNvSpPr/>
              <p:nvPr/>
            </p:nvSpPr>
            <p:spPr>
              <a:xfrm>
                <a:off x="8255437" y="436475"/>
                <a:ext cx="206055" cy="206055"/>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84"/>
              <p:cNvSpPr/>
              <p:nvPr/>
            </p:nvSpPr>
            <p:spPr>
              <a:xfrm>
                <a:off x="8288525" y="1844325"/>
                <a:ext cx="139874" cy="139874"/>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84"/>
              <p:cNvSpPr/>
              <p:nvPr/>
            </p:nvSpPr>
            <p:spPr>
              <a:xfrm>
                <a:off x="8626800" y="378850"/>
                <a:ext cx="139874" cy="139874"/>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
    <p:spTree>
      <p:nvGrpSpPr>
        <p:cNvPr id="1030" name="Shape 1030"/>
        <p:cNvGrpSpPr/>
        <p:nvPr/>
      </p:nvGrpSpPr>
      <p:grpSpPr>
        <a:xfrm>
          <a:off x="0" y="0"/>
          <a:ext cx="0" cy="0"/>
          <a:chOff x="0" y="0"/>
          <a:chExt cx="0" cy="0"/>
        </a:xfrm>
      </p:grpSpPr>
      <p:sp>
        <p:nvSpPr>
          <p:cNvPr id="1031" name="Google Shape;1031;p85"/>
          <p:cNvSpPr txBox="1"/>
          <p:nvPr>
            <p:ph type="title"/>
          </p:nvPr>
        </p:nvSpPr>
        <p:spPr>
          <a:xfrm>
            <a:off x="713264" y="685100"/>
            <a:ext cx="4629300" cy="1058700"/>
          </a:xfrm>
          <a:prstGeom prst="rect">
            <a:avLst/>
          </a:prstGeom>
        </p:spPr>
        <p:txBody>
          <a:bodyPr anchorCtr="0" anchor="b" bIns="91425" lIns="91425" spcFirstLastPara="1" rIns="91425" wrap="square" tIns="91425">
            <a:noAutofit/>
          </a:bodyPr>
          <a:lstStyle>
            <a:lvl1pPr lvl="0" algn="r">
              <a:spcBef>
                <a:spcPts val="0"/>
              </a:spcBef>
              <a:spcAft>
                <a:spcPts val="0"/>
              </a:spcAft>
              <a:buSzPts val="3000"/>
              <a:buNone/>
              <a:defRPr sz="60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1032" name="Google Shape;1032;p85"/>
          <p:cNvSpPr txBox="1"/>
          <p:nvPr>
            <p:ph idx="1" type="subTitle"/>
          </p:nvPr>
        </p:nvSpPr>
        <p:spPr>
          <a:xfrm>
            <a:off x="713225" y="1722730"/>
            <a:ext cx="4629300" cy="1101000"/>
          </a:xfrm>
          <a:prstGeom prst="rect">
            <a:avLst/>
          </a:prstGeom>
        </p:spPr>
        <p:txBody>
          <a:bodyPr anchorCtr="0" anchor="t" bIns="91425" lIns="91425" spcFirstLastPara="1" rIns="91425" wrap="square" tIns="91425">
            <a:noAutofit/>
          </a:bodyPr>
          <a:lstStyle>
            <a:lvl1pPr lvl="0" algn="r">
              <a:spcBef>
                <a:spcPts val="0"/>
              </a:spcBef>
              <a:spcAft>
                <a:spcPts val="0"/>
              </a:spcAft>
              <a:buSzPts val="1400"/>
              <a:buNone/>
              <a:defRPr/>
            </a:lvl1pPr>
            <a:lvl2pPr lvl="1">
              <a:lnSpc>
                <a:spcPct val="100000"/>
              </a:lnSpc>
              <a:spcBef>
                <a:spcPts val="0"/>
              </a:spcBef>
              <a:spcAft>
                <a:spcPts val="0"/>
              </a:spcAft>
              <a:buSzPts val="1400"/>
              <a:buNone/>
              <a:defRPr/>
            </a:lvl2pPr>
            <a:lvl3pPr lvl="2">
              <a:lnSpc>
                <a:spcPct val="100000"/>
              </a:lnSpc>
              <a:spcBef>
                <a:spcPts val="0"/>
              </a:spcBef>
              <a:spcAft>
                <a:spcPts val="0"/>
              </a:spcAft>
              <a:buSzPts val="1400"/>
              <a:buNone/>
              <a:defRPr/>
            </a:lvl3pPr>
            <a:lvl4pPr lvl="3">
              <a:lnSpc>
                <a:spcPct val="100000"/>
              </a:lnSpc>
              <a:spcBef>
                <a:spcPts val="0"/>
              </a:spcBef>
              <a:spcAft>
                <a:spcPts val="0"/>
              </a:spcAft>
              <a:buSzPts val="1400"/>
              <a:buNone/>
              <a:defRPr/>
            </a:lvl4pPr>
            <a:lvl5pPr lvl="4">
              <a:lnSpc>
                <a:spcPct val="100000"/>
              </a:lnSpc>
              <a:spcBef>
                <a:spcPts val="0"/>
              </a:spcBef>
              <a:spcAft>
                <a:spcPts val="0"/>
              </a:spcAft>
              <a:buSzPts val="1400"/>
              <a:buNone/>
              <a:defRPr/>
            </a:lvl5pPr>
            <a:lvl6pPr lvl="5">
              <a:lnSpc>
                <a:spcPct val="100000"/>
              </a:lnSpc>
              <a:spcBef>
                <a:spcPts val="0"/>
              </a:spcBef>
              <a:spcAft>
                <a:spcPts val="0"/>
              </a:spcAft>
              <a:buSzPts val="1400"/>
              <a:buNone/>
              <a:defRPr/>
            </a:lvl6pPr>
            <a:lvl7pPr lvl="6">
              <a:lnSpc>
                <a:spcPct val="100000"/>
              </a:lnSpc>
              <a:spcBef>
                <a:spcPts val="0"/>
              </a:spcBef>
              <a:spcAft>
                <a:spcPts val="0"/>
              </a:spcAft>
              <a:buSzPts val="1400"/>
              <a:buNone/>
              <a:defRPr/>
            </a:lvl7pPr>
            <a:lvl8pPr lvl="7">
              <a:lnSpc>
                <a:spcPct val="100000"/>
              </a:lnSpc>
              <a:spcBef>
                <a:spcPts val="0"/>
              </a:spcBef>
              <a:spcAft>
                <a:spcPts val="0"/>
              </a:spcAft>
              <a:buSzPts val="1400"/>
              <a:buNone/>
              <a:defRPr/>
            </a:lvl8pPr>
            <a:lvl9pPr lvl="8">
              <a:lnSpc>
                <a:spcPct val="100000"/>
              </a:lnSpc>
              <a:spcBef>
                <a:spcPts val="0"/>
              </a:spcBef>
              <a:spcAft>
                <a:spcPts val="0"/>
              </a:spcAft>
              <a:buSzPts val="1400"/>
              <a:buNone/>
              <a:defRPr/>
            </a:lvl9pPr>
          </a:lstStyle>
          <a:p/>
        </p:txBody>
      </p:sp>
      <p:sp>
        <p:nvSpPr>
          <p:cNvPr id="1033" name="Google Shape;1033;p85"/>
          <p:cNvSpPr txBox="1"/>
          <p:nvPr/>
        </p:nvSpPr>
        <p:spPr>
          <a:xfrm>
            <a:off x="713277" y="3611950"/>
            <a:ext cx="4629300" cy="556200"/>
          </a:xfrm>
          <a:prstGeom prst="rect">
            <a:avLst/>
          </a:prstGeom>
          <a:noFill/>
          <a:ln>
            <a:noFill/>
          </a:ln>
        </p:spPr>
        <p:txBody>
          <a:bodyPr anchorCtr="0" anchor="t" bIns="91425" lIns="91425" spcFirstLastPara="1" rIns="91425" wrap="square" tIns="91425">
            <a:noAutofit/>
          </a:bodyPr>
          <a:lstStyle/>
          <a:p>
            <a:pPr indent="0" lvl="0" marL="0" rtl="0" algn="r">
              <a:lnSpc>
                <a:spcPct val="115000"/>
              </a:lnSpc>
              <a:spcBef>
                <a:spcPts val="300"/>
              </a:spcBef>
              <a:spcAft>
                <a:spcPts val="0"/>
              </a:spcAft>
              <a:buNone/>
            </a:pPr>
            <a:r>
              <a:rPr lang="en" sz="1200">
                <a:solidFill>
                  <a:schemeClr val="dk1"/>
                </a:solidFill>
                <a:latin typeface="Lato"/>
                <a:ea typeface="Lato"/>
                <a:cs typeface="Lato"/>
                <a:sym typeface="Lato"/>
              </a:rPr>
              <a:t>CREDITS: This presentation template was created by </a:t>
            </a:r>
            <a:r>
              <a:rPr b="1" lang="en" sz="1200" u="sng">
                <a:solidFill>
                  <a:schemeClr val="hlink"/>
                </a:solidFill>
                <a:latin typeface="Lato"/>
                <a:ea typeface="Lato"/>
                <a:cs typeface="Lato"/>
                <a:sym typeface="Lato"/>
                <a:hlinkClick r:id="rId2"/>
              </a:rPr>
              <a:t>Slidesgo</a:t>
            </a:r>
            <a:r>
              <a:rPr b="1" lang="en" sz="1200">
                <a:solidFill>
                  <a:schemeClr val="dk1"/>
                </a:solidFill>
                <a:latin typeface="Lato"/>
                <a:ea typeface="Lato"/>
                <a:cs typeface="Lato"/>
                <a:sym typeface="Lato"/>
              </a:rPr>
              <a:t>,</a:t>
            </a:r>
            <a:r>
              <a:rPr lang="en" sz="1200">
                <a:solidFill>
                  <a:schemeClr val="dk1"/>
                </a:solidFill>
                <a:latin typeface="Lato"/>
                <a:ea typeface="Lato"/>
                <a:cs typeface="Lato"/>
                <a:sym typeface="Lato"/>
              </a:rPr>
              <a:t> and includes icons by </a:t>
            </a:r>
            <a:r>
              <a:rPr b="1" lang="en" sz="1200" u="sng">
                <a:solidFill>
                  <a:schemeClr val="dk1"/>
                </a:solidFill>
                <a:latin typeface="Lato"/>
                <a:ea typeface="Lato"/>
                <a:cs typeface="Lato"/>
                <a:sym typeface="Lato"/>
                <a:hlinkClick r:id="rId3">
                  <a:extLst>
                    <a:ext uri="{A12FA001-AC4F-418D-AE19-62706E023703}">
                      <ahyp:hlinkClr val="tx"/>
                    </a:ext>
                  </a:extLst>
                </a:hlinkClick>
              </a:rPr>
              <a:t>Flaticon</a:t>
            </a:r>
            <a:r>
              <a:rPr lang="en" sz="1200">
                <a:solidFill>
                  <a:schemeClr val="dk1"/>
                </a:solidFill>
                <a:latin typeface="Lato"/>
                <a:ea typeface="Lato"/>
                <a:cs typeface="Lato"/>
                <a:sym typeface="Lato"/>
              </a:rPr>
              <a:t>, and infographics &amp; images by </a:t>
            </a:r>
            <a:r>
              <a:rPr b="1" lang="en" sz="1200" u="sng">
                <a:solidFill>
                  <a:schemeClr val="dk1"/>
                </a:solidFill>
                <a:latin typeface="Lato"/>
                <a:ea typeface="Lato"/>
                <a:cs typeface="Lato"/>
                <a:sym typeface="Lato"/>
                <a:hlinkClick r:id="rId4">
                  <a:extLst>
                    <a:ext uri="{A12FA001-AC4F-418D-AE19-62706E023703}">
                      <ahyp:hlinkClr val="tx"/>
                    </a:ext>
                  </a:extLst>
                </a:hlinkClick>
              </a:rPr>
              <a:t>Freepik</a:t>
            </a:r>
            <a:r>
              <a:rPr b="1" lang="en" sz="1200" u="sng">
                <a:solidFill>
                  <a:schemeClr val="dk1"/>
                </a:solidFill>
                <a:latin typeface="Lato"/>
                <a:ea typeface="Lato"/>
                <a:cs typeface="Lato"/>
                <a:sym typeface="Lato"/>
              </a:rPr>
              <a:t> </a:t>
            </a:r>
            <a:endParaRPr b="1" sz="1200" u="sng">
              <a:solidFill>
                <a:schemeClr val="dk1"/>
              </a:solidFill>
              <a:latin typeface="Lato"/>
              <a:ea typeface="Lato"/>
              <a:cs typeface="Lato"/>
              <a:sym typeface="Lato"/>
            </a:endParaRPr>
          </a:p>
        </p:txBody>
      </p:sp>
      <p:grpSp>
        <p:nvGrpSpPr>
          <p:cNvPr id="1034" name="Google Shape;1034;p85"/>
          <p:cNvGrpSpPr/>
          <p:nvPr/>
        </p:nvGrpSpPr>
        <p:grpSpPr>
          <a:xfrm>
            <a:off x="179243" y="1771891"/>
            <a:ext cx="400449" cy="2933146"/>
            <a:chOff x="7553711" y="-2334286"/>
            <a:chExt cx="455625" cy="3337292"/>
          </a:xfrm>
        </p:grpSpPr>
        <p:sp>
          <p:nvSpPr>
            <p:cNvPr id="1035" name="Google Shape;1035;p85"/>
            <p:cNvSpPr/>
            <p:nvPr/>
          </p:nvSpPr>
          <p:spPr>
            <a:xfrm>
              <a:off x="7728940" y="-1977361"/>
              <a:ext cx="280396" cy="280396"/>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85"/>
            <p:cNvSpPr/>
            <p:nvPr/>
          </p:nvSpPr>
          <p:spPr>
            <a:xfrm>
              <a:off x="7766124" y="796950"/>
              <a:ext cx="206055" cy="206055"/>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85"/>
            <p:cNvSpPr/>
            <p:nvPr/>
          </p:nvSpPr>
          <p:spPr>
            <a:xfrm>
              <a:off x="7553711" y="-2334286"/>
              <a:ext cx="151325" cy="151325"/>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38" name="Google Shape;1038;p85"/>
          <p:cNvGrpSpPr/>
          <p:nvPr/>
        </p:nvGrpSpPr>
        <p:grpSpPr>
          <a:xfrm>
            <a:off x="312250" y="-762725"/>
            <a:ext cx="855850" cy="2170900"/>
            <a:chOff x="312250" y="-762725"/>
            <a:chExt cx="855850" cy="2170900"/>
          </a:xfrm>
        </p:grpSpPr>
        <p:cxnSp>
          <p:nvCxnSpPr>
            <p:cNvPr id="1039" name="Google Shape;1039;p85"/>
            <p:cNvCxnSpPr/>
            <p:nvPr/>
          </p:nvCxnSpPr>
          <p:spPr>
            <a:xfrm rot="5400000">
              <a:off x="-237850" y="2225"/>
              <a:ext cx="2082300" cy="729600"/>
            </a:xfrm>
            <a:prstGeom prst="bentConnector3">
              <a:avLst>
                <a:gd fmla="val 43507" name="adj1"/>
              </a:avLst>
            </a:prstGeom>
            <a:noFill/>
            <a:ln cap="flat" cmpd="sng" w="19050">
              <a:solidFill>
                <a:schemeClr val="lt2"/>
              </a:solidFill>
              <a:prstDash val="solid"/>
              <a:round/>
              <a:headEnd len="med" w="med" type="none"/>
              <a:tailEnd len="med" w="med" type="oval"/>
            </a:ln>
          </p:spPr>
        </p:cxnSp>
        <p:cxnSp>
          <p:nvCxnSpPr>
            <p:cNvPr id="1040" name="Google Shape;1040;p85"/>
            <p:cNvCxnSpPr/>
            <p:nvPr/>
          </p:nvCxnSpPr>
          <p:spPr>
            <a:xfrm rot="5400000">
              <a:off x="-317750" y="-132725"/>
              <a:ext cx="1866600" cy="606600"/>
            </a:xfrm>
            <a:prstGeom prst="bentConnector3">
              <a:avLst>
                <a:gd fmla="val 50000" name="adj1"/>
              </a:avLst>
            </a:prstGeom>
            <a:noFill/>
            <a:ln cap="flat" cmpd="sng" w="19050">
              <a:solidFill>
                <a:schemeClr val="lt2"/>
              </a:solidFill>
              <a:prstDash val="solid"/>
              <a:round/>
              <a:headEnd len="med" w="med" type="none"/>
              <a:tailEnd len="med" w="med" type="oval"/>
            </a:ln>
          </p:spPr>
        </p:cxnSp>
      </p:grpSp>
    </p:spTree>
  </p:cSld>
  <p:clrMapOvr>
    <a:masterClrMapping/>
  </p:clrMapOvr>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1041" name="Shape 1041"/>
        <p:cNvGrpSpPr/>
        <p:nvPr/>
      </p:nvGrpSpPr>
      <p:grpSpPr>
        <a:xfrm>
          <a:off x="0" y="0"/>
          <a:ext cx="0" cy="0"/>
          <a:chOff x="0" y="0"/>
          <a:chExt cx="0" cy="0"/>
        </a:xfrm>
      </p:grpSpPr>
      <p:grpSp>
        <p:nvGrpSpPr>
          <p:cNvPr id="1042" name="Google Shape;1042;p86"/>
          <p:cNvGrpSpPr/>
          <p:nvPr/>
        </p:nvGrpSpPr>
        <p:grpSpPr>
          <a:xfrm>
            <a:off x="-709225" y="2020450"/>
            <a:ext cx="10403925" cy="4250875"/>
            <a:chOff x="-709225" y="2020450"/>
            <a:chExt cx="10403925" cy="4250875"/>
          </a:xfrm>
        </p:grpSpPr>
        <p:grpSp>
          <p:nvGrpSpPr>
            <p:cNvPr id="1043" name="Google Shape;1043;p86"/>
            <p:cNvGrpSpPr/>
            <p:nvPr/>
          </p:nvGrpSpPr>
          <p:grpSpPr>
            <a:xfrm>
              <a:off x="176175" y="2459300"/>
              <a:ext cx="418425" cy="3812025"/>
              <a:chOff x="176175" y="2459300"/>
              <a:chExt cx="418425" cy="3812025"/>
            </a:xfrm>
          </p:grpSpPr>
          <p:cxnSp>
            <p:nvCxnSpPr>
              <p:cNvPr id="1044" name="Google Shape;1044;p86"/>
              <p:cNvCxnSpPr/>
              <p:nvPr/>
            </p:nvCxnSpPr>
            <p:spPr>
              <a:xfrm flipH="1" rot="5400000">
                <a:off x="-1093800" y="3815900"/>
                <a:ext cx="3045000" cy="331800"/>
              </a:xfrm>
              <a:prstGeom prst="bentConnector3">
                <a:avLst>
                  <a:gd fmla="val 50000" name="adj1"/>
                </a:avLst>
              </a:prstGeom>
              <a:noFill/>
              <a:ln cap="flat" cmpd="sng" w="19050">
                <a:solidFill>
                  <a:schemeClr val="lt2"/>
                </a:solidFill>
                <a:prstDash val="solid"/>
                <a:round/>
                <a:headEnd len="med" w="med" type="none"/>
                <a:tailEnd len="med" w="med" type="oval"/>
              </a:ln>
            </p:spPr>
          </p:cxnSp>
          <p:cxnSp>
            <p:nvCxnSpPr>
              <p:cNvPr id="1045" name="Google Shape;1045;p86"/>
              <p:cNvCxnSpPr/>
              <p:nvPr/>
            </p:nvCxnSpPr>
            <p:spPr>
              <a:xfrm flipH="1" rot="5400000">
                <a:off x="-1327875" y="4449875"/>
                <a:ext cx="3325500" cy="317400"/>
              </a:xfrm>
              <a:prstGeom prst="bentConnector3">
                <a:avLst>
                  <a:gd fmla="val 64575" name="adj1"/>
                </a:avLst>
              </a:prstGeom>
              <a:noFill/>
              <a:ln cap="flat" cmpd="sng" w="19050">
                <a:solidFill>
                  <a:schemeClr val="lt2"/>
                </a:solidFill>
                <a:prstDash val="solid"/>
                <a:round/>
                <a:headEnd len="med" w="med" type="none"/>
                <a:tailEnd len="med" w="med" type="oval"/>
              </a:ln>
            </p:spPr>
          </p:cxnSp>
        </p:grpSp>
        <p:grpSp>
          <p:nvGrpSpPr>
            <p:cNvPr id="1046" name="Google Shape;1046;p86"/>
            <p:cNvGrpSpPr/>
            <p:nvPr/>
          </p:nvGrpSpPr>
          <p:grpSpPr>
            <a:xfrm>
              <a:off x="-709225" y="4185350"/>
              <a:ext cx="7895400" cy="1976375"/>
              <a:chOff x="-709225" y="4185350"/>
              <a:chExt cx="7895400" cy="1976375"/>
            </a:xfrm>
          </p:grpSpPr>
          <p:cxnSp>
            <p:nvCxnSpPr>
              <p:cNvPr id="1047" name="Google Shape;1047;p86"/>
              <p:cNvCxnSpPr/>
              <p:nvPr/>
            </p:nvCxnSpPr>
            <p:spPr>
              <a:xfrm flipH="1" rot="10800000">
                <a:off x="-709225" y="4185350"/>
                <a:ext cx="7895400" cy="1147500"/>
              </a:xfrm>
              <a:prstGeom prst="bentConnector3">
                <a:avLst>
                  <a:gd fmla="val 71221" name="adj1"/>
                </a:avLst>
              </a:prstGeom>
              <a:noFill/>
              <a:ln cap="flat" cmpd="sng" w="19050">
                <a:solidFill>
                  <a:schemeClr val="lt2"/>
                </a:solidFill>
                <a:prstDash val="solid"/>
                <a:round/>
                <a:headEnd len="med" w="med" type="none"/>
                <a:tailEnd len="med" w="med" type="oval"/>
              </a:ln>
            </p:spPr>
          </p:cxnSp>
          <p:cxnSp>
            <p:nvCxnSpPr>
              <p:cNvPr id="1048" name="Google Shape;1048;p86"/>
              <p:cNvCxnSpPr/>
              <p:nvPr/>
            </p:nvCxnSpPr>
            <p:spPr>
              <a:xfrm flipH="1" rot="10800000">
                <a:off x="2953025" y="4367125"/>
                <a:ext cx="3567000" cy="1794600"/>
              </a:xfrm>
              <a:prstGeom prst="bentConnector3">
                <a:avLst>
                  <a:gd fmla="val 50000" name="adj1"/>
                </a:avLst>
              </a:prstGeom>
              <a:noFill/>
              <a:ln cap="flat" cmpd="sng" w="19050">
                <a:solidFill>
                  <a:schemeClr val="lt2"/>
                </a:solidFill>
                <a:prstDash val="solid"/>
                <a:round/>
                <a:headEnd len="med" w="med" type="none"/>
                <a:tailEnd len="med" w="med" type="oval"/>
              </a:ln>
            </p:spPr>
          </p:cxnSp>
        </p:grpSp>
        <p:grpSp>
          <p:nvGrpSpPr>
            <p:cNvPr id="1049" name="Google Shape;1049;p86"/>
            <p:cNvGrpSpPr/>
            <p:nvPr/>
          </p:nvGrpSpPr>
          <p:grpSpPr>
            <a:xfrm>
              <a:off x="8878450" y="2020450"/>
              <a:ext cx="816250" cy="2568900"/>
              <a:chOff x="8878450" y="2020450"/>
              <a:chExt cx="816250" cy="2568900"/>
            </a:xfrm>
          </p:grpSpPr>
          <p:cxnSp>
            <p:nvCxnSpPr>
              <p:cNvPr id="1050" name="Google Shape;1050;p86"/>
              <p:cNvCxnSpPr/>
              <p:nvPr/>
            </p:nvCxnSpPr>
            <p:spPr>
              <a:xfrm rot="5400000">
                <a:off x="7933150" y="2965750"/>
                <a:ext cx="2568900" cy="678300"/>
              </a:xfrm>
              <a:prstGeom prst="bentConnector3">
                <a:avLst>
                  <a:gd fmla="val 4494" name="adj1"/>
                </a:avLst>
              </a:prstGeom>
              <a:noFill/>
              <a:ln cap="flat" cmpd="sng" w="19050">
                <a:solidFill>
                  <a:schemeClr val="lt2"/>
                </a:solidFill>
                <a:prstDash val="solid"/>
                <a:round/>
                <a:headEnd len="med" w="med" type="none"/>
                <a:tailEnd len="med" w="med" type="oval"/>
              </a:ln>
            </p:spPr>
          </p:cxnSp>
          <p:cxnSp>
            <p:nvCxnSpPr>
              <p:cNvPr id="1051" name="Google Shape;1051;p86"/>
              <p:cNvCxnSpPr/>
              <p:nvPr/>
            </p:nvCxnSpPr>
            <p:spPr>
              <a:xfrm rot="5400000">
                <a:off x="8288750" y="2779400"/>
                <a:ext cx="2082300" cy="729600"/>
              </a:xfrm>
              <a:prstGeom prst="bentConnector3">
                <a:avLst>
                  <a:gd fmla="val 50000" name="adj1"/>
                </a:avLst>
              </a:prstGeom>
              <a:noFill/>
              <a:ln cap="flat" cmpd="sng" w="19050">
                <a:solidFill>
                  <a:schemeClr val="lt2"/>
                </a:solidFill>
                <a:prstDash val="solid"/>
                <a:round/>
                <a:headEnd len="med" w="med" type="none"/>
                <a:tailEnd len="med" w="med" type="oval"/>
              </a:ln>
            </p:spPr>
          </p:cxnSp>
        </p:grpSp>
      </p:grpSp>
      <p:grpSp>
        <p:nvGrpSpPr>
          <p:cNvPr id="1052" name="Google Shape;1052;p86"/>
          <p:cNvGrpSpPr/>
          <p:nvPr/>
        </p:nvGrpSpPr>
        <p:grpSpPr>
          <a:xfrm>
            <a:off x="84278" y="2240873"/>
            <a:ext cx="8837445" cy="2718104"/>
            <a:chOff x="84278" y="2240873"/>
            <a:chExt cx="8837445" cy="2718104"/>
          </a:xfrm>
        </p:grpSpPr>
        <p:sp>
          <p:nvSpPr>
            <p:cNvPr id="1053" name="Google Shape;1053;p86"/>
            <p:cNvSpPr/>
            <p:nvPr/>
          </p:nvSpPr>
          <p:spPr>
            <a:xfrm>
              <a:off x="84278" y="2240873"/>
              <a:ext cx="144320" cy="144304"/>
            </a:xfrm>
            <a:custGeom>
              <a:rect b="b" l="l" r="r" t="t"/>
              <a:pathLst>
                <a:path extrusionOk="0" h="3298" w="3298">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86"/>
            <p:cNvSpPr/>
            <p:nvPr/>
          </p:nvSpPr>
          <p:spPr>
            <a:xfrm>
              <a:off x="8777403" y="4814673"/>
              <a:ext cx="144320" cy="144304"/>
            </a:xfrm>
            <a:custGeom>
              <a:rect b="b" l="l" r="r" t="t"/>
              <a:pathLst>
                <a:path extrusionOk="0" h="3298" w="3298">
                  <a:moveTo>
                    <a:pt x="3298" y="1646"/>
                  </a:moveTo>
                  <a:cubicBezTo>
                    <a:pt x="3298" y="2555"/>
                    <a:pt x="2556" y="3298"/>
                    <a:pt x="1646" y="3298"/>
                  </a:cubicBezTo>
                  <a:cubicBezTo>
                    <a:pt x="737" y="3298"/>
                    <a:pt x="0" y="2555"/>
                    <a:pt x="0" y="1646"/>
                  </a:cubicBezTo>
                  <a:cubicBezTo>
                    <a:pt x="0" y="737"/>
                    <a:pt x="737" y="0"/>
                    <a:pt x="1646" y="0"/>
                  </a:cubicBezTo>
                  <a:cubicBezTo>
                    <a:pt x="2556" y="0"/>
                    <a:pt x="3298" y="737"/>
                    <a:pt x="3298" y="1646"/>
                  </a:cubicBez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1055" name="Shape 1055"/>
        <p:cNvGrpSpPr/>
        <p:nvPr/>
      </p:nvGrpSpPr>
      <p:grpSpPr>
        <a:xfrm>
          <a:off x="0" y="0"/>
          <a:ext cx="0" cy="0"/>
          <a:chOff x="0" y="0"/>
          <a:chExt cx="0" cy="0"/>
        </a:xfrm>
      </p:grpSpPr>
      <p:grpSp>
        <p:nvGrpSpPr>
          <p:cNvPr id="1056" name="Google Shape;1056;p87"/>
          <p:cNvGrpSpPr/>
          <p:nvPr/>
        </p:nvGrpSpPr>
        <p:grpSpPr>
          <a:xfrm>
            <a:off x="140000" y="188300"/>
            <a:ext cx="580000" cy="6094500"/>
            <a:chOff x="140000" y="188300"/>
            <a:chExt cx="580000" cy="6094500"/>
          </a:xfrm>
        </p:grpSpPr>
        <p:cxnSp>
          <p:nvCxnSpPr>
            <p:cNvPr id="1057" name="Google Shape;1057;p87"/>
            <p:cNvCxnSpPr/>
            <p:nvPr/>
          </p:nvCxnSpPr>
          <p:spPr>
            <a:xfrm rot="-5400000">
              <a:off x="-522000" y="4271050"/>
              <a:ext cx="2018700" cy="465300"/>
            </a:xfrm>
            <a:prstGeom prst="bentConnector2">
              <a:avLst/>
            </a:prstGeom>
            <a:noFill/>
            <a:ln cap="flat" cmpd="sng" w="19050">
              <a:solidFill>
                <a:schemeClr val="lt2"/>
              </a:solidFill>
              <a:prstDash val="solid"/>
              <a:round/>
              <a:headEnd len="med" w="med" type="none"/>
              <a:tailEnd len="med" w="med" type="oval"/>
            </a:ln>
          </p:spPr>
        </p:cxnSp>
        <p:cxnSp>
          <p:nvCxnSpPr>
            <p:cNvPr id="1058" name="Google Shape;1058;p87"/>
            <p:cNvCxnSpPr/>
            <p:nvPr/>
          </p:nvCxnSpPr>
          <p:spPr>
            <a:xfrm rot="-5400000">
              <a:off x="-2575525" y="3200000"/>
              <a:ext cx="6094500" cy="71100"/>
            </a:xfrm>
            <a:prstGeom prst="bentConnector3">
              <a:avLst>
                <a:gd fmla="val 50000" name="adj1"/>
              </a:avLst>
            </a:prstGeom>
            <a:noFill/>
            <a:ln cap="flat" cmpd="sng" w="19050">
              <a:solidFill>
                <a:schemeClr val="lt2"/>
              </a:solidFill>
              <a:prstDash val="solid"/>
              <a:round/>
              <a:headEnd len="med" w="med" type="none"/>
              <a:tailEnd len="med" w="med" type="oval"/>
            </a:ln>
          </p:spPr>
        </p:cxnSp>
        <p:cxnSp>
          <p:nvCxnSpPr>
            <p:cNvPr id="1059" name="Google Shape;1059;p87"/>
            <p:cNvCxnSpPr/>
            <p:nvPr/>
          </p:nvCxnSpPr>
          <p:spPr>
            <a:xfrm rot="-5400000">
              <a:off x="-1584400" y="3258800"/>
              <a:ext cx="3657300" cy="208500"/>
            </a:xfrm>
            <a:prstGeom prst="bentConnector3">
              <a:avLst>
                <a:gd fmla="val 50000" name="adj1"/>
              </a:avLst>
            </a:prstGeom>
            <a:noFill/>
            <a:ln cap="flat" cmpd="sng" w="19050">
              <a:solidFill>
                <a:schemeClr val="lt2"/>
              </a:solidFill>
              <a:prstDash val="solid"/>
              <a:round/>
              <a:headEnd len="med" w="med" type="none"/>
              <a:tailEnd len="med" w="med" type="oval"/>
            </a:ln>
          </p:spPr>
        </p:cxnSp>
      </p:grpSp>
      <p:grpSp>
        <p:nvGrpSpPr>
          <p:cNvPr id="1060" name="Google Shape;1060;p87"/>
          <p:cNvGrpSpPr/>
          <p:nvPr/>
        </p:nvGrpSpPr>
        <p:grpSpPr>
          <a:xfrm>
            <a:off x="64493" y="394791"/>
            <a:ext cx="400449" cy="2933146"/>
            <a:chOff x="7553711" y="-2334286"/>
            <a:chExt cx="455625" cy="3337292"/>
          </a:xfrm>
        </p:grpSpPr>
        <p:sp>
          <p:nvSpPr>
            <p:cNvPr id="1061" name="Google Shape;1061;p87"/>
            <p:cNvSpPr/>
            <p:nvPr/>
          </p:nvSpPr>
          <p:spPr>
            <a:xfrm>
              <a:off x="7728940" y="-1977361"/>
              <a:ext cx="280396" cy="280396"/>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87"/>
            <p:cNvSpPr/>
            <p:nvPr/>
          </p:nvSpPr>
          <p:spPr>
            <a:xfrm>
              <a:off x="7766124" y="796950"/>
              <a:ext cx="206055" cy="206055"/>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87"/>
            <p:cNvSpPr/>
            <p:nvPr/>
          </p:nvSpPr>
          <p:spPr>
            <a:xfrm>
              <a:off x="7553711" y="-2334286"/>
              <a:ext cx="151325" cy="151325"/>
            </a:xfrm>
            <a:custGeom>
              <a:rect b="b" l="l" r="r" t="t"/>
              <a:pathLst>
                <a:path extrusionOk="0" h="6648" w="6648">
                  <a:moveTo>
                    <a:pt x="6648" y="3327"/>
                  </a:moveTo>
                  <a:cubicBezTo>
                    <a:pt x="6648" y="5162"/>
                    <a:pt x="5157" y="6647"/>
                    <a:pt x="3327" y="6647"/>
                  </a:cubicBezTo>
                  <a:cubicBezTo>
                    <a:pt x="1491" y="6647"/>
                    <a:pt x="1" y="5162"/>
                    <a:pt x="1" y="3327"/>
                  </a:cubicBezTo>
                  <a:cubicBezTo>
                    <a:pt x="1" y="1491"/>
                    <a:pt x="1491" y="0"/>
                    <a:pt x="3327" y="0"/>
                  </a:cubicBezTo>
                  <a:cubicBezTo>
                    <a:pt x="5157" y="0"/>
                    <a:pt x="6648" y="1491"/>
                    <a:pt x="6648" y="3327"/>
                  </a:cubicBezTo>
                  <a:close/>
                </a:path>
              </a:pathLst>
            </a:cu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theme" Target="../theme/theme1.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48.xml"/><Relationship Id="rId22" Type="http://schemas.openxmlformats.org/officeDocument/2006/relationships/slideLayout" Target="../slideLayouts/slideLayout50.xml"/><Relationship Id="rId21" Type="http://schemas.openxmlformats.org/officeDocument/2006/relationships/slideLayout" Target="../slideLayouts/slideLayout49.xml"/><Relationship Id="rId24" Type="http://schemas.openxmlformats.org/officeDocument/2006/relationships/slideLayout" Target="../slideLayouts/slideLayout52.xml"/><Relationship Id="rId23" Type="http://schemas.openxmlformats.org/officeDocument/2006/relationships/slideLayout" Target="../slideLayouts/slideLayout51.xml"/><Relationship Id="rId1" Type="http://schemas.openxmlformats.org/officeDocument/2006/relationships/slideLayout" Target="../slideLayouts/slideLayout29.xml"/><Relationship Id="rId2" Type="http://schemas.openxmlformats.org/officeDocument/2006/relationships/slideLayout" Target="../slideLayouts/slideLayout30.xml"/><Relationship Id="rId3" Type="http://schemas.openxmlformats.org/officeDocument/2006/relationships/slideLayout" Target="../slideLayouts/slideLayout31.xml"/><Relationship Id="rId4" Type="http://schemas.openxmlformats.org/officeDocument/2006/relationships/slideLayout" Target="../slideLayouts/slideLayout32.xml"/><Relationship Id="rId9" Type="http://schemas.openxmlformats.org/officeDocument/2006/relationships/slideLayout" Target="../slideLayouts/slideLayout37.xml"/><Relationship Id="rId26" Type="http://schemas.openxmlformats.org/officeDocument/2006/relationships/slideLayout" Target="../slideLayouts/slideLayout54.xml"/><Relationship Id="rId25" Type="http://schemas.openxmlformats.org/officeDocument/2006/relationships/slideLayout" Target="../slideLayouts/slideLayout53.xml"/><Relationship Id="rId28" Type="http://schemas.openxmlformats.org/officeDocument/2006/relationships/slideLayout" Target="../slideLayouts/slideLayout56.xml"/><Relationship Id="rId27" Type="http://schemas.openxmlformats.org/officeDocument/2006/relationships/slideLayout" Target="../slideLayouts/slideLayout55.xml"/><Relationship Id="rId5" Type="http://schemas.openxmlformats.org/officeDocument/2006/relationships/slideLayout" Target="../slideLayouts/slideLayout33.xml"/><Relationship Id="rId6" Type="http://schemas.openxmlformats.org/officeDocument/2006/relationships/slideLayout" Target="../slideLayouts/slideLayout34.xml"/><Relationship Id="rId29" Type="http://schemas.openxmlformats.org/officeDocument/2006/relationships/theme" Target="../theme/theme3.xml"/><Relationship Id="rId7" Type="http://schemas.openxmlformats.org/officeDocument/2006/relationships/slideLayout" Target="../slideLayouts/slideLayout35.xml"/><Relationship Id="rId8" Type="http://schemas.openxmlformats.org/officeDocument/2006/relationships/slideLayout" Target="../slideLayouts/slideLayout36.xml"/><Relationship Id="rId11" Type="http://schemas.openxmlformats.org/officeDocument/2006/relationships/slideLayout" Target="../slideLayouts/slideLayout39.xml"/><Relationship Id="rId10" Type="http://schemas.openxmlformats.org/officeDocument/2006/relationships/slideLayout" Target="../slideLayouts/slideLayout38.xml"/><Relationship Id="rId13" Type="http://schemas.openxmlformats.org/officeDocument/2006/relationships/slideLayout" Target="../slideLayouts/slideLayout41.xml"/><Relationship Id="rId12" Type="http://schemas.openxmlformats.org/officeDocument/2006/relationships/slideLayout" Target="../slideLayouts/slideLayout40.xml"/><Relationship Id="rId15" Type="http://schemas.openxmlformats.org/officeDocument/2006/relationships/slideLayout" Target="../slideLayouts/slideLayout43.xml"/><Relationship Id="rId14" Type="http://schemas.openxmlformats.org/officeDocument/2006/relationships/slideLayout" Target="../slideLayouts/slideLayout42.xml"/><Relationship Id="rId17" Type="http://schemas.openxmlformats.org/officeDocument/2006/relationships/slideLayout" Target="../slideLayouts/slideLayout45.xml"/><Relationship Id="rId16" Type="http://schemas.openxmlformats.org/officeDocument/2006/relationships/slideLayout" Target="../slideLayouts/slideLayout44.xml"/><Relationship Id="rId19" Type="http://schemas.openxmlformats.org/officeDocument/2006/relationships/slideLayout" Target="../slideLayouts/slideLayout47.xml"/><Relationship Id="rId18" Type="http://schemas.openxmlformats.org/officeDocument/2006/relationships/slideLayout" Target="../slideLayouts/slideLayout46.xml"/></Relationships>
</file>

<file path=ppt/slideMasters/_rels/slideMaster3.xml.rels><?xml version="1.0" encoding="UTF-8" standalone="yes"?><Relationships xmlns="http://schemas.openxmlformats.org/package/2006/relationships"><Relationship Id="rId20" Type="http://schemas.openxmlformats.org/officeDocument/2006/relationships/slideLayout" Target="../slideLayouts/slideLayout76.xml"/><Relationship Id="rId22" Type="http://schemas.openxmlformats.org/officeDocument/2006/relationships/slideLayout" Target="../slideLayouts/slideLayout78.xml"/><Relationship Id="rId21" Type="http://schemas.openxmlformats.org/officeDocument/2006/relationships/slideLayout" Target="../slideLayouts/slideLayout77.xml"/><Relationship Id="rId24" Type="http://schemas.openxmlformats.org/officeDocument/2006/relationships/slideLayout" Target="../slideLayouts/slideLayout80.xml"/><Relationship Id="rId23" Type="http://schemas.openxmlformats.org/officeDocument/2006/relationships/slideLayout" Target="../slideLayouts/slideLayout79.xml"/><Relationship Id="rId1" Type="http://schemas.openxmlformats.org/officeDocument/2006/relationships/slideLayout" Target="../slideLayouts/slideLayout57.xml"/><Relationship Id="rId2" Type="http://schemas.openxmlformats.org/officeDocument/2006/relationships/slideLayout" Target="../slideLayouts/slideLayout58.xml"/><Relationship Id="rId3" Type="http://schemas.openxmlformats.org/officeDocument/2006/relationships/slideLayout" Target="../slideLayouts/slideLayout59.xml"/><Relationship Id="rId4" Type="http://schemas.openxmlformats.org/officeDocument/2006/relationships/slideLayout" Target="../slideLayouts/slideLayout60.xml"/><Relationship Id="rId9" Type="http://schemas.openxmlformats.org/officeDocument/2006/relationships/slideLayout" Target="../slideLayouts/slideLayout65.xml"/><Relationship Id="rId26" Type="http://schemas.openxmlformats.org/officeDocument/2006/relationships/slideLayout" Target="../slideLayouts/slideLayout82.xml"/><Relationship Id="rId25" Type="http://schemas.openxmlformats.org/officeDocument/2006/relationships/slideLayout" Target="../slideLayouts/slideLayout81.xml"/><Relationship Id="rId28" Type="http://schemas.openxmlformats.org/officeDocument/2006/relationships/slideLayout" Target="../slideLayouts/slideLayout84.xml"/><Relationship Id="rId27" Type="http://schemas.openxmlformats.org/officeDocument/2006/relationships/slideLayout" Target="../slideLayouts/slideLayout83.xml"/><Relationship Id="rId5" Type="http://schemas.openxmlformats.org/officeDocument/2006/relationships/slideLayout" Target="../slideLayouts/slideLayout61.xml"/><Relationship Id="rId6" Type="http://schemas.openxmlformats.org/officeDocument/2006/relationships/slideLayout" Target="../slideLayouts/slideLayout62.xml"/><Relationship Id="rId29" Type="http://schemas.openxmlformats.org/officeDocument/2006/relationships/theme" Target="../theme/theme4.xml"/><Relationship Id="rId7" Type="http://schemas.openxmlformats.org/officeDocument/2006/relationships/slideLayout" Target="../slideLayouts/slideLayout63.xml"/><Relationship Id="rId8" Type="http://schemas.openxmlformats.org/officeDocument/2006/relationships/slideLayout" Target="../slideLayouts/slideLayout64.xml"/><Relationship Id="rId11" Type="http://schemas.openxmlformats.org/officeDocument/2006/relationships/slideLayout" Target="../slideLayouts/slideLayout67.xml"/><Relationship Id="rId10" Type="http://schemas.openxmlformats.org/officeDocument/2006/relationships/slideLayout" Target="../slideLayouts/slideLayout66.xml"/><Relationship Id="rId13" Type="http://schemas.openxmlformats.org/officeDocument/2006/relationships/slideLayout" Target="../slideLayouts/slideLayout69.xml"/><Relationship Id="rId12" Type="http://schemas.openxmlformats.org/officeDocument/2006/relationships/slideLayout" Target="../slideLayouts/slideLayout68.xml"/><Relationship Id="rId15" Type="http://schemas.openxmlformats.org/officeDocument/2006/relationships/slideLayout" Target="../slideLayouts/slideLayout71.xml"/><Relationship Id="rId14" Type="http://schemas.openxmlformats.org/officeDocument/2006/relationships/slideLayout" Target="../slideLayouts/slideLayout70.xml"/><Relationship Id="rId17" Type="http://schemas.openxmlformats.org/officeDocument/2006/relationships/slideLayout" Target="../slideLayouts/slideLayout73.xml"/><Relationship Id="rId16" Type="http://schemas.openxmlformats.org/officeDocument/2006/relationships/slideLayout" Target="../slideLayouts/slideLayout72.xml"/><Relationship Id="rId19" Type="http://schemas.openxmlformats.org/officeDocument/2006/relationships/slideLayout" Target="../slideLayouts/slideLayout75.xml"/><Relationship Id="rId18" Type="http://schemas.openxmlformats.org/officeDocument/2006/relationships/slideLayout" Target="../slideLayouts/slideLayout7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000"/>
              <a:buFont typeface="Sora"/>
              <a:buNone/>
              <a:defRPr b="1" sz="3000">
                <a:solidFill>
                  <a:schemeClr val="dk1"/>
                </a:solidFill>
                <a:latin typeface="Sora"/>
                <a:ea typeface="Sora"/>
                <a:cs typeface="Sora"/>
                <a:sym typeface="Sora"/>
              </a:defRPr>
            </a:lvl1pPr>
            <a:lvl2pPr lvl="1" rtl="0">
              <a:spcBef>
                <a:spcPts val="0"/>
              </a:spcBef>
              <a:spcAft>
                <a:spcPts val="0"/>
              </a:spcAft>
              <a:buClr>
                <a:schemeClr val="dk1"/>
              </a:buClr>
              <a:buSzPts val="3000"/>
              <a:buFont typeface="Sora"/>
              <a:buNone/>
              <a:defRPr b="1" sz="3000">
                <a:solidFill>
                  <a:schemeClr val="dk1"/>
                </a:solidFill>
                <a:latin typeface="Sora"/>
                <a:ea typeface="Sora"/>
                <a:cs typeface="Sora"/>
                <a:sym typeface="Sora"/>
              </a:defRPr>
            </a:lvl2pPr>
            <a:lvl3pPr lvl="2" rtl="0">
              <a:spcBef>
                <a:spcPts val="0"/>
              </a:spcBef>
              <a:spcAft>
                <a:spcPts val="0"/>
              </a:spcAft>
              <a:buClr>
                <a:schemeClr val="dk1"/>
              </a:buClr>
              <a:buSzPts val="3000"/>
              <a:buFont typeface="Sora"/>
              <a:buNone/>
              <a:defRPr b="1" sz="3000">
                <a:solidFill>
                  <a:schemeClr val="dk1"/>
                </a:solidFill>
                <a:latin typeface="Sora"/>
                <a:ea typeface="Sora"/>
                <a:cs typeface="Sora"/>
                <a:sym typeface="Sora"/>
              </a:defRPr>
            </a:lvl3pPr>
            <a:lvl4pPr lvl="3" rtl="0">
              <a:spcBef>
                <a:spcPts val="0"/>
              </a:spcBef>
              <a:spcAft>
                <a:spcPts val="0"/>
              </a:spcAft>
              <a:buClr>
                <a:schemeClr val="dk1"/>
              </a:buClr>
              <a:buSzPts val="3000"/>
              <a:buFont typeface="Sora"/>
              <a:buNone/>
              <a:defRPr b="1" sz="3000">
                <a:solidFill>
                  <a:schemeClr val="dk1"/>
                </a:solidFill>
                <a:latin typeface="Sora"/>
                <a:ea typeface="Sora"/>
                <a:cs typeface="Sora"/>
                <a:sym typeface="Sora"/>
              </a:defRPr>
            </a:lvl4pPr>
            <a:lvl5pPr lvl="4" rtl="0">
              <a:spcBef>
                <a:spcPts val="0"/>
              </a:spcBef>
              <a:spcAft>
                <a:spcPts val="0"/>
              </a:spcAft>
              <a:buClr>
                <a:schemeClr val="dk1"/>
              </a:buClr>
              <a:buSzPts val="3000"/>
              <a:buFont typeface="Sora"/>
              <a:buNone/>
              <a:defRPr b="1" sz="3000">
                <a:solidFill>
                  <a:schemeClr val="dk1"/>
                </a:solidFill>
                <a:latin typeface="Sora"/>
                <a:ea typeface="Sora"/>
                <a:cs typeface="Sora"/>
                <a:sym typeface="Sora"/>
              </a:defRPr>
            </a:lvl5pPr>
            <a:lvl6pPr lvl="5" rtl="0">
              <a:spcBef>
                <a:spcPts val="0"/>
              </a:spcBef>
              <a:spcAft>
                <a:spcPts val="0"/>
              </a:spcAft>
              <a:buClr>
                <a:schemeClr val="dk1"/>
              </a:buClr>
              <a:buSzPts val="3000"/>
              <a:buFont typeface="Sora"/>
              <a:buNone/>
              <a:defRPr b="1" sz="3000">
                <a:solidFill>
                  <a:schemeClr val="dk1"/>
                </a:solidFill>
                <a:latin typeface="Sora"/>
                <a:ea typeface="Sora"/>
                <a:cs typeface="Sora"/>
                <a:sym typeface="Sora"/>
              </a:defRPr>
            </a:lvl6pPr>
            <a:lvl7pPr lvl="6" rtl="0">
              <a:spcBef>
                <a:spcPts val="0"/>
              </a:spcBef>
              <a:spcAft>
                <a:spcPts val="0"/>
              </a:spcAft>
              <a:buClr>
                <a:schemeClr val="dk1"/>
              </a:buClr>
              <a:buSzPts val="3000"/>
              <a:buFont typeface="Sora"/>
              <a:buNone/>
              <a:defRPr b="1" sz="3000">
                <a:solidFill>
                  <a:schemeClr val="dk1"/>
                </a:solidFill>
                <a:latin typeface="Sora"/>
                <a:ea typeface="Sora"/>
                <a:cs typeface="Sora"/>
                <a:sym typeface="Sora"/>
              </a:defRPr>
            </a:lvl7pPr>
            <a:lvl8pPr lvl="7" rtl="0">
              <a:spcBef>
                <a:spcPts val="0"/>
              </a:spcBef>
              <a:spcAft>
                <a:spcPts val="0"/>
              </a:spcAft>
              <a:buClr>
                <a:schemeClr val="dk1"/>
              </a:buClr>
              <a:buSzPts val="3000"/>
              <a:buFont typeface="Sora"/>
              <a:buNone/>
              <a:defRPr b="1" sz="3000">
                <a:solidFill>
                  <a:schemeClr val="dk1"/>
                </a:solidFill>
                <a:latin typeface="Sora"/>
                <a:ea typeface="Sora"/>
                <a:cs typeface="Sora"/>
                <a:sym typeface="Sora"/>
              </a:defRPr>
            </a:lvl8pPr>
            <a:lvl9pPr lvl="8" rtl="0">
              <a:spcBef>
                <a:spcPts val="0"/>
              </a:spcBef>
              <a:spcAft>
                <a:spcPts val="0"/>
              </a:spcAft>
              <a:buClr>
                <a:schemeClr val="dk1"/>
              </a:buClr>
              <a:buSzPts val="3000"/>
              <a:buFont typeface="Sora"/>
              <a:buNone/>
              <a:defRPr b="1" sz="3000">
                <a:solidFill>
                  <a:schemeClr val="dk1"/>
                </a:solidFill>
                <a:latin typeface="Sora"/>
                <a:ea typeface="Sora"/>
                <a:cs typeface="Sora"/>
                <a:sym typeface="Sora"/>
              </a:defRPr>
            </a:lvl9pPr>
          </a:lstStyle>
          <a:p/>
        </p:txBody>
      </p:sp>
      <p:sp>
        <p:nvSpPr>
          <p:cNvPr id="7" name="Google Shape;7;p1"/>
          <p:cNvSpPr txBox="1"/>
          <p:nvPr>
            <p:ph idx="1" type="body"/>
          </p:nvPr>
        </p:nvSpPr>
        <p:spPr>
          <a:xfrm>
            <a:off x="713225" y="1152475"/>
            <a:ext cx="76818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1pPr>
            <a:lvl2pPr indent="-317500" lvl="1" marL="9144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2pPr>
            <a:lvl3pPr indent="-317500" lvl="2" marL="13716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3pPr>
            <a:lvl4pPr indent="-317500" lvl="3" marL="18288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4pPr>
            <a:lvl5pPr indent="-317500" lvl="4" marL="22860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5pPr>
            <a:lvl6pPr indent="-317500" lvl="5" marL="27432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6pPr>
            <a:lvl7pPr indent="-317500" lvl="6" marL="32004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7pPr>
            <a:lvl8pPr indent="-317500" lvl="7" marL="36576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8pPr>
            <a:lvl9pPr indent="-317500" lvl="8" marL="41148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358" name="Shape 358"/>
        <p:cNvGrpSpPr/>
        <p:nvPr/>
      </p:nvGrpSpPr>
      <p:grpSpPr>
        <a:xfrm>
          <a:off x="0" y="0"/>
          <a:ext cx="0" cy="0"/>
          <a:chOff x="0" y="0"/>
          <a:chExt cx="0" cy="0"/>
        </a:xfrm>
      </p:grpSpPr>
      <p:sp>
        <p:nvSpPr>
          <p:cNvPr id="359" name="Google Shape;359;p30"/>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Sora"/>
              <a:buNone/>
              <a:defRPr b="1" sz="3000">
                <a:solidFill>
                  <a:schemeClr val="dk1"/>
                </a:solidFill>
                <a:latin typeface="Sora"/>
                <a:ea typeface="Sora"/>
                <a:cs typeface="Sora"/>
                <a:sym typeface="Sora"/>
              </a:defRPr>
            </a:lvl1pPr>
            <a:lvl2pPr lvl="1">
              <a:spcBef>
                <a:spcPts val="0"/>
              </a:spcBef>
              <a:spcAft>
                <a:spcPts val="0"/>
              </a:spcAft>
              <a:buClr>
                <a:schemeClr val="dk1"/>
              </a:buClr>
              <a:buSzPts val="3000"/>
              <a:buFont typeface="Sora"/>
              <a:buNone/>
              <a:defRPr b="1" sz="3000">
                <a:solidFill>
                  <a:schemeClr val="dk1"/>
                </a:solidFill>
                <a:latin typeface="Sora"/>
                <a:ea typeface="Sora"/>
                <a:cs typeface="Sora"/>
                <a:sym typeface="Sora"/>
              </a:defRPr>
            </a:lvl2pPr>
            <a:lvl3pPr lvl="2">
              <a:spcBef>
                <a:spcPts val="0"/>
              </a:spcBef>
              <a:spcAft>
                <a:spcPts val="0"/>
              </a:spcAft>
              <a:buClr>
                <a:schemeClr val="dk1"/>
              </a:buClr>
              <a:buSzPts val="3000"/>
              <a:buFont typeface="Sora"/>
              <a:buNone/>
              <a:defRPr b="1" sz="3000">
                <a:solidFill>
                  <a:schemeClr val="dk1"/>
                </a:solidFill>
                <a:latin typeface="Sora"/>
                <a:ea typeface="Sora"/>
                <a:cs typeface="Sora"/>
                <a:sym typeface="Sora"/>
              </a:defRPr>
            </a:lvl3pPr>
            <a:lvl4pPr lvl="3">
              <a:spcBef>
                <a:spcPts val="0"/>
              </a:spcBef>
              <a:spcAft>
                <a:spcPts val="0"/>
              </a:spcAft>
              <a:buClr>
                <a:schemeClr val="dk1"/>
              </a:buClr>
              <a:buSzPts val="3000"/>
              <a:buFont typeface="Sora"/>
              <a:buNone/>
              <a:defRPr b="1" sz="3000">
                <a:solidFill>
                  <a:schemeClr val="dk1"/>
                </a:solidFill>
                <a:latin typeface="Sora"/>
                <a:ea typeface="Sora"/>
                <a:cs typeface="Sora"/>
                <a:sym typeface="Sora"/>
              </a:defRPr>
            </a:lvl4pPr>
            <a:lvl5pPr lvl="4">
              <a:spcBef>
                <a:spcPts val="0"/>
              </a:spcBef>
              <a:spcAft>
                <a:spcPts val="0"/>
              </a:spcAft>
              <a:buClr>
                <a:schemeClr val="dk1"/>
              </a:buClr>
              <a:buSzPts val="3000"/>
              <a:buFont typeface="Sora"/>
              <a:buNone/>
              <a:defRPr b="1" sz="3000">
                <a:solidFill>
                  <a:schemeClr val="dk1"/>
                </a:solidFill>
                <a:latin typeface="Sora"/>
                <a:ea typeface="Sora"/>
                <a:cs typeface="Sora"/>
                <a:sym typeface="Sora"/>
              </a:defRPr>
            </a:lvl5pPr>
            <a:lvl6pPr lvl="5">
              <a:spcBef>
                <a:spcPts val="0"/>
              </a:spcBef>
              <a:spcAft>
                <a:spcPts val="0"/>
              </a:spcAft>
              <a:buClr>
                <a:schemeClr val="dk1"/>
              </a:buClr>
              <a:buSzPts val="3000"/>
              <a:buFont typeface="Sora"/>
              <a:buNone/>
              <a:defRPr b="1" sz="3000">
                <a:solidFill>
                  <a:schemeClr val="dk1"/>
                </a:solidFill>
                <a:latin typeface="Sora"/>
                <a:ea typeface="Sora"/>
                <a:cs typeface="Sora"/>
                <a:sym typeface="Sora"/>
              </a:defRPr>
            </a:lvl6pPr>
            <a:lvl7pPr lvl="6">
              <a:spcBef>
                <a:spcPts val="0"/>
              </a:spcBef>
              <a:spcAft>
                <a:spcPts val="0"/>
              </a:spcAft>
              <a:buClr>
                <a:schemeClr val="dk1"/>
              </a:buClr>
              <a:buSzPts val="3000"/>
              <a:buFont typeface="Sora"/>
              <a:buNone/>
              <a:defRPr b="1" sz="3000">
                <a:solidFill>
                  <a:schemeClr val="dk1"/>
                </a:solidFill>
                <a:latin typeface="Sora"/>
                <a:ea typeface="Sora"/>
                <a:cs typeface="Sora"/>
                <a:sym typeface="Sora"/>
              </a:defRPr>
            </a:lvl7pPr>
            <a:lvl8pPr lvl="7">
              <a:spcBef>
                <a:spcPts val="0"/>
              </a:spcBef>
              <a:spcAft>
                <a:spcPts val="0"/>
              </a:spcAft>
              <a:buClr>
                <a:schemeClr val="dk1"/>
              </a:buClr>
              <a:buSzPts val="3000"/>
              <a:buFont typeface="Sora"/>
              <a:buNone/>
              <a:defRPr b="1" sz="3000">
                <a:solidFill>
                  <a:schemeClr val="dk1"/>
                </a:solidFill>
                <a:latin typeface="Sora"/>
                <a:ea typeface="Sora"/>
                <a:cs typeface="Sora"/>
                <a:sym typeface="Sora"/>
              </a:defRPr>
            </a:lvl8pPr>
            <a:lvl9pPr lvl="8">
              <a:spcBef>
                <a:spcPts val="0"/>
              </a:spcBef>
              <a:spcAft>
                <a:spcPts val="0"/>
              </a:spcAft>
              <a:buClr>
                <a:schemeClr val="dk1"/>
              </a:buClr>
              <a:buSzPts val="3000"/>
              <a:buFont typeface="Sora"/>
              <a:buNone/>
              <a:defRPr b="1" sz="3000">
                <a:solidFill>
                  <a:schemeClr val="dk1"/>
                </a:solidFill>
                <a:latin typeface="Sora"/>
                <a:ea typeface="Sora"/>
                <a:cs typeface="Sora"/>
                <a:sym typeface="Sora"/>
              </a:defRPr>
            </a:lvl9pPr>
          </a:lstStyle>
          <a:p/>
        </p:txBody>
      </p:sp>
      <p:sp>
        <p:nvSpPr>
          <p:cNvPr id="360" name="Google Shape;360;p30"/>
          <p:cNvSpPr txBox="1"/>
          <p:nvPr>
            <p:ph idx="1" type="body"/>
          </p:nvPr>
        </p:nvSpPr>
        <p:spPr>
          <a:xfrm>
            <a:off x="713225" y="1152475"/>
            <a:ext cx="76818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1pPr>
            <a:lvl2pPr indent="-317500" lvl="1" marL="9144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2pPr>
            <a:lvl3pPr indent="-317500" lvl="2" marL="13716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3pPr>
            <a:lvl4pPr indent="-317500" lvl="3" marL="18288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4pPr>
            <a:lvl5pPr indent="-317500" lvl="4" marL="22860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5pPr>
            <a:lvl6pPr indent="-317500" lvl="5" marL="27432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6pPr>
            <a:lvl7pPr indent="-317500" lvl="6" marL="32004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7pPr>
            <a:lvl8pPr indent="-317500" lvl="7" marL="36576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8pPr>
            <a:lvl9pPr indent="-317500" lvl="8" marL="41148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9pPr>
          </a:lstStyle>
          <a:p/>
        </p:txBody>
      </p:sp>
    </p:spTree>
  </p:cSld>
  <p:clrMap accent1="accent1" accent2="accent2" accent3="accent3" accent4="accent4" accent5="accent5" accent6="accent6" bg1="lt1" bg2="dk2" tx1="dk1" tx2="lt2" folHlink="folHlink" hlink="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 id="2147483690" r:id="rId15"/>
    <p:sldLayoutId id="2147483691" r:id="rId16"/>
    <p:sldLayoutId id="2147483692" r:id="rId17"/>
    <p:sldLayoutId id="2147483693" r:id="rId18"/>
    <p:sldLayoutId id="2147483694" r:id="rId19"/>
    <p:sldLayoutId id="2147483695" r:id="rId20"/>
    <p:sldLayoutId id="2147483696" r:id="rId21"/>
    <p:sldLayoutId id="2147483697" r:id="rId22"/>
    <p:sldLayoutId id="2147483698" r:id="rId23"/>
    <p:sldLayoutId id="2147483699" r:id="rId24"/>
    <p:sldLayoutId id="2147483700" r:id="rId25"/>
    <p:sldLayoutId id="2147483701" r:id="rId26"/>
    <p:sldLayoutId id="2147483702" r:id="rId27"/>
    <p:sldLayoutId id="2147483703" r:id="rId2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711" name="Shape 711"/>
        <p:cNvGrpSpPr/>
        <p:nvPr/>
      </p:nvGrpSpPr>
      <p:grpSpPr>
        <a:xfrm>
          <a:off x="0" y="0"/>
          <a:ext cx="0" cy="0"/>
          <a:chOff x="0" y="0"/>
          <a:chExt cx="0" cy="0"/>
        </a:xfrm>
      </p:grpSpPr>
      <p:sp>
        <p:nvSpPr>
          <p:cNvPr id="712" name="Google Shape;712;p59"/>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Sora"/>
              <a:buNone/>
              <a:defRPr b="1" sz="3000">
                <a:solidFill>
                  <a:schemeClr val="dk1"/>
                </a:solidFill>
                <a:latin typeface="Sora"/>
                <a:ea typeface="Sora"/>
                <a:cs typeface="Sora"/>
                <a:sym typeface="Sora"/>
              </a:defRPr>
            </a:lvl1pPr>
            <a:lvl2pPr lvl="1">
              <a:spcBef>
                <a:spcPts val="0"/>
              </a:spcBef>
              <a:spcAft>
                <a:spcPts val="0"/>
              </a:spcAft>
              <a:buClr>
                <a:schemeClr val="dk1"/>
              </a:buClr>
              <a:buSzPts val="3000"/>
              <a:buFont typeface="Sora"/>
              <a:buNone/>
              <a:defRPr b="1" sz="3000">
                <a:solidFill>
                  <a:schemeClr val="dk1"/>
                </a:solidFill>
                <a:latin typeface="Sora"/>
                <a:ea typeface="Sora"/>
                <a:cs typeface="Sora"/>
                <a:sym typeface="Sora"/>
              </a:defRPr>
            </a:lvl2pPr>
            <a:lvl3pPr lvl="2">
              <a:spcBef>
                <a:spcPts val="0"/>
              </a:spcBef>
              <a:spcAft>
                <a:spcPts val="0"/>
              </a:spcAft>
              <a:buClr>
                <a:schemeClr val="dk1"/>
              </a:buClr>
              <a:buSzPts val="3000"/>
              <a:buFont typeface="Sora"/>
              <a:buNone/>
              <a:defRPr b="1" sz="3000">
                <a:solidFill>
                  <a:schemeClr val="dk1"/>
                </a:solidFill>
                <a:latin typeface="Sora"/>
                <a:ea typeface="Sora"/>
                <a:cs typeface="Sora"/>
                <a:sym typeface="Sora"/>
              </a:defRPr>
            </a:lvl3pPr>
            <a:lvl4pPr lvl="3">
              <a:spcBef>
                <a:spcPts val="0"/>
              </a:spcBef>
              <a:spcAft>
                <a:spcPts val="0"/>
              </a:spcAft>
              <a:buClr>
                <a:schemeClr val="dk1"/>
              </a:buClr>
              <a:buSzPts val="3000"/>
              <a:buFont typeface="Sora"/>
              <a:buNone/>
              <a:defRPr b="1" sz="3000">
                <a:solidFill>
                  <a:schemeClr val="dk1"/>
                </a:solidFill>
                <a:latin typeface="Sora"/>
                <a:ea typeface="Sora"/>
                <a:cs typeface="Sora"/>
                <a:sym typeface="Sora"/>
              </a:defRPr>
            </a:lvl4pPr>
            <a:lvl5pPr lvl="4">
              <a:spcBef>
                <a:spcPts val="0"/>
              </a:spcBef>
              <a:spcAft>
                <a:spcPts val="0"/>
              </a:spcAft>
              <a:buClr>
                <a:schemeClr val="dk1"/>
              </a:buClr>
              <a:buSzPts val="3000"/>
              <a:buFont typeface="Sora"/>
              <a:buNone/>
              <a:defRPr b="1" sz="3000">
                <a:solidFill>
                  <a:schemeClr val="dk1"/>
                </a:solidFill>
                <a:latin typeface="Sora"/>
                <a:ea typeface="Sora"/>
                <a:cs typeface="Sora"/>
                <a:sym typeface="Sora"/>
              </a:defRPr>
            </a:lvl5pPr>
            <a:lvl6pPr lvl="5">
              <a:spcBef>
                <a:spcPts val="0"/>
              </a:spcBef>
              <a:spcAft>
                <a:spcPts val="0"/>
              </a:spcAft>
              <a:buClr>
                <a:schemeClr val="dk1"/>
              </a:buClr>
              <a:buSzPts val="3000"/>
              <a:buFont typeface="Sora"/>
              <a:buNone/>
              <a:defRPr b="1" sz="3000">
                <a:solidFill>
                  <a:schemeClr val="dk1"/>
                </a:solidFill>
                <a:latin typeface="Sora"/>
                <a:ea typeface="Sora"/>
                <a:cs typeface="Sora"/>
                <a:sym typeface="Sora"/>
              </a:defRPr>
            </a:lvl6pPr>
            <a:lvl7pPr lvl="6">
              <a:spcBef>
                <a:spcPts val="0"/>
              </a:spcBef>
              <a:spcAft>
                <a:spcPts val="0"/>
              </a:spcAft>
              <a:buClr>
                <a:schemeClr val="dk1"/>
              </a:buClr>
              <a:buSzPts val="3000"/>
              <a:buFont typeface="Sora"/>
              <a:buNone/>
              <a:defRPr b="1" sz="3000">
                <a:solidFill>
                  <a:schemeClr val="dk1"/>
                </a:solidFill>
                <a:latin typeface="Sora"/>
                <a:ea typeface="Sora"/>
                <a:cs typeface="Sora"/>
                <a:sym typeface="Sora"/>
              </a:defRPr>
            </a:lvl7pPr>
            <a:lvl8pPr lvl="7">
              <a:spcBef>
                <a:spcPts val="0"/>
              </a:spcBef>
              <a:spcAft>
                <a:spcPts val="0"/>
              </a:spcAft>
              <a:buClr>
                <a:schemeClr val="dk1"/>
              </a:buClr>
              <a:buSzPts val="3000"/>
              <a:buFont typeface="Sora"/>
              <a:buNone/>
              <a:defRPr b="1" sz="3000">
                <a:solidFill>
                  <a:schemeClr val="dk1"/>
                </a:solidFill>
                <a:latin typeface="Sora"/>
                <a:ea typeface="Sora"/>
                <a:cs typeface="Sora"/>
                <a:sym typeface="Sora"/>
              </a:defRPr>
            </a:lvl8pPr>
            <a:lvl9pPr lvl="8">
              <a:spcBef>
                <a:spcPts val="0"/>
              </a:spcBef>
              <a:spcAft>
                <a:spcPts val="0"/>
              </a:spcAft>
              <a:buClr>
                <a:schemeClr val="dk1"/>
              </a:buClr>
              <a:buSzPts val="3000"/>
              <a:buFont typeface="Sora"/>
              <a:buNone/>
              <a:defRPr b="1" sz="3000">
                <a:solidFill>
                  <a:schemeClr val="dk1"/>
                </a:solidFill>
                <a:latin typeface="Sora"/>
                <a:ea typeface="Sora"/>
                <a:cs typeface="Sora"/>
                <a:sym typeface="Sora"/>
              </a:defRPr>
            </a:lvl9pPr>
          </a:lstStyle>
          <a:p/>
        </p:txBody>
      </p:sp>
      <p:sp>
        <p:nvSpPr>
          <p:cNvPr id="713" name="Google Shape;713;p59"/>
          <p:cNvSpPr txBox="1"/>
          <p:nvPr>
            <p:ph idx="1" type="body"/>
          </p:nvPr>
        </p:nvSpPr>
        <p:spPr>
          <a:xfrm>
            <a:off x="713225" y="1152475"/>
            <a:ext cx="76818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1pPr>
            <a:lvl2pPr indent="-317500" lvl="1" marL="9144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2pPr>
            <a:lvl3pPr indent="-317500" lvl="2" marL="13716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3pPr>
            <a:lvl4pPr indent="-317500" lvl="3" marL="18288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4pPr>
            <a:lvl5pPr indent="-317500" lvl="4" marL="22860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5pPr>
            <a:lvl6pPr indent="-317500" lvl="5" marL="27432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6pPr>
            <a:lvl7pPr indent="-317500" lvl="6" marL="32004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7pPr>
            <a:lvl8pPr indent="-317500" lvl="7" marL="36576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8pPr>
            <a:lvl9pPr indent="-317500" lvl="8" marL="4114800">
              <a:lnSpc>
                <a:spcPct val="115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9pPr>
          </a:lstStyle>
          <a:p/>
        </p:txBody>
      </p:sp>
    </p:spTree>
  </p:cSld>
  <p:clrMap accent1="accent1" accent2="accent2" accent3="accent3" accent4="accent4" accent5="accent5" accent6="accent6" bg1="lt1" bg2="dk2" tx1="dk1" tx2="lt2" folHlink="folHlink" hlink="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 id="2147483715" r:id="rId12"/>
    <p:sldLayoutId id="2147483716" r:id="rId13"/>
    <p:sldLayoutId id="2147483717" r:id="rId14"/>
    <p:sldLayoutId id="2147483718" r:id="rId15"/>
    <p:sldLayoutId id="2147483719" r:id="rId16"/>
    <p:sldLayoutId id="2147483720" r:id="rId17"/>
    <p:sldLayoutId id="2147483721" r:id="rId18"/>
    <p:sldLayoutId id="2147483722" r:id="rId19"/>
    <p:sldLayoutId id="2147483723" r:id="rId20"/>
    <p:sldLayoutId id="2147483724" r:id="rId21"/>
    <p:sldLayoutId id="2147483725" r:id="rId22"/>
    <p:sldLayoutId id="2147483726" r:id="rId23"/>
    <p:sldLayoutId id="2147483727" r:id="rId24"/>
    <p:sldLayoutId id="2147483728" r:id="rId25"/>
    <p:sldLayoutId id="2147483729" r:id="rId26"/>
    <p:sldLayoutId id="2147483730" r:id="rId27"/>
    <p:sldLayoutId id="2147483731" r:id="rId2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4.xml"/><Relationship Id="rId3" Type="http://schemas.openxmlformats.org/officeDocument/2006/relationships/hyperlink" Target="http://drive.google.com/file/d/1qZm-dsIySzfiEDar-UQ683xMkUCIOqds/view" TargetMode="External"/><Relationship Id="rId4"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7" name="Shape 1067"/>
        <p:cNvGrpSpPr/>
        <p:nvPr/>
      </p:nvGrpSpPr>
      <p:grpSpPr>
        <a:xfrm>
          <a:off x="0" y="0"/>
          <a:ext cx="0" cy="0"/>
          <a:chOff x="0" y="0"/>
          <a:chExt cx="0" cy="0"/>
        </a:xfrm>
      </p:grpSpPr>
      <p:sp>
        <p:nvSpPr>
          <p:cNvPr id="1068" name="Google Shape;1068;p88"/>
          <p:cNvSpPr txBox="1"/>
          <p:nvPr/>
        </p:nvSpPr>
        <p:spPr>
          <a:xfrm>
            <a:off x="2442000" y="1583991"/>
            <a:ext cx="4260000" cy="1082700"/>
          </a:xfrm>
          <a:prstGeom prst="rect">
            <a:avLst/>
          </a:prstGeom>
          <a:noFill/>
          <a:ln>
            <a:noFill/>
          </a:ln>
        </p:spPr>
        <p:txBody>
          <a:bodyPr anchorCtr="0" anchor="b" bIns="91425" lIns="91425" spcFirstLastPara="1" rIns="91425" wrap="square" tIns="91425">
            <a:noAutofit/>
          </a:bodyPr>
          <a:lstStyle/>
          <a:p>
            <a:pPr indent="0" lvl="0" marL="0" rtl="0" algn="ctr">
              <a:spcBef>
                <a:spcPts val="0"/>
              </a:spcBef>
              <a:spcAft>
                <a:spcPts val="0"/>
              </a:spcAft>
              <a:buNone/>
            </a:pPr>
            <a:r>
              <a:rPr b="1" lang="en" sz="7000">
                <a:solidFill>
                  <a:srgbClr val="0C343D"/>
                </a:solidFill>
                <a:latin typeface="Sora"/>
                <a:ea typeface="Sora"/>
                <a:cs typeface="Sora"/>
                <a:sym typeface="Sora"/>
              </a:rPr>
              <a:t>refrAIme</a:t>
            </a:r>
            <a:endParaRPr b="1" sz="7000">
              <a:solidFill>
                <a:srgbClr val="0C343D"/>
              </a:solidFill>
              <a:latin typeface="Sora"/>
              <a:ea typeface="Sora"/>
              <a:cs typeface="Sora"/>
              <a:sym typeface="Sora"/>
            </a:endParaRPr>
          </a:p>
        </p:txBody>
      </p:sp>
      <p:sp>
        <p:nvSpPr>
          <p:cNvPr id="1069" name="Google Shape;1069;p88"/>
          <p:cNvSpPr txBox="1"/>
          <p:nvPr/>
        </p:nvSpPr>
        <p:spPr>
          <a:xfrm>
            <a:off x="1697400" y="3496799"/>
            <a:ext cx="5749200" cy="729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200"/>
              </a:spcAft>
              <a:buNone/>
            </a:pPr>
            <a:r>
              <a:rPr lang="en" sz="1700">
                <a:solidFill>
                  <a:schemeClr val="lt2"/>
                </a:solidFill>
                <a:latin typeface="Sora ExtraLight"/>
                <a:ea typeface="Sora ExtraLight"/>
                <a:cs typeface="Sora ExtraLight"/>
                <a:sym typeface="Sora ExtraLight"/>
              </a:rPr>
              <a:t>Sineli Gamage, Hannah MacDonald, Shyam Patel, Michael Garfagnoli, Bradley Igercich</a:t>
            </a:r>
            <a:endParaRPr sz="1700">
              <a:solidFill>
                <a:schemeClr val="lt2"/>
              </a:solidFill>
              <a:latin typeface="Sora ExtraLight"/>
              <a:ea typeface="Sora ExtraLight"/>
              <a:cs typeface="Sora ExtraLight"/>
              <a:sym typeface="Sora ExtraLight"/>
            </a:endParaRPr>
          </a:p>
        </p:txBody>
      </p:sp>
      <p:sp>
        <p:nvSpPr>
          <p:cNvPr id="1070" name="Google Shape;1070;p88"/>
          <p:cNvSpPr txBox="1"/>
          <p:nvPr/>
        </p:nvSpPr>
        <p:spPr>
          <a:xfrm>
            <a:off x="2900250" y="2521877"/>
            <a:ext cx="3343500" cy="432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1200"/>
              </a:spcAft>
              <a:buNone/>
            </a:pPr>
            <a:r>
              <a:rPr i="1" lang="en" sz="1800">
                <a:solidFill>
                  <a:schemeClr val="dk1"/>
                </a:solidFill>
                <a:latin typeface="Sora Light"/>
                <a:ea typeface="Sora Light"/>
                <a:cs typeface="Sora Light"/>
                <a:sym typeface="Sora Light"/>
              </a:rPr>
              <a:t>Intelligent CBT Journaling</a:t>
            </a:r>
            <a:endParaRPr sz="1600">
              <a:solidFill>
                <a:schemeClr val="dk1"/>
              </a:solidFill>
              <a:latin typeface="Lato"/>
              <a:ea typeface="Lato"/>
              <a:cs typeface="Lato"/>
              <a:sym typeface="La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4" name="Shape 1074"/>
        <p:cNvGrpSpPr/>
        <p:nvPr/>
      </p:nvGrpSpPr>
      <p:grpSpPr>
        <a:xfrm>
          <a:off x="0" y="0"/>
          <a:ext cx="0" cy="0"/>
          <a:chOff x="0" y="0"/>
          <a:chExt cx="0" cy="0"/>
        </a:xfrm>
      </p:grpSpPr>
      <p:sp>
        <p:nvSpPr>
          <p:cNvPr id="1075" name="Google Shape;1075;p89"/>
          <p:cNvSpPr txBox="1"/>
          <p:nvPr>
            <p:ph idx="1" type="subTitle"/>
          </p:nvPr>
        </p:nvSpPr>
        <p:spPr>
          <a:xfrm>
            <a:off x="1225050" y="1110142"/>
            <a:ext cx="6693900" cy="365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1" i="1" lang="en" sz="1800">
                <a:latin typeface="Sora"/>
                <a:ea typeface="Sora"/>
                <a:cs typeface="Sora"/>
                <a:sym typeface="Sora"/>
              </a:rPr>
              <a:t>Problem</a:t>
            </a:r>
            <a:endParaRPr b="1" i="1" sz="1800">
              <a:latin typeface="Sora"/>
              <a:ea typeface="Sora"/>
              <a:cs typeface="Sora"/>
              <a:sym typeface="Sora"/>
            </a:endParaRPr>
          </a:p>
        </p:txBody>
      </p:sp>
      <p:sp>
        <p:nvSpPr>
          <p:cNvPr id="1076" name="Google Shape;1076;p89"/>
          <p:cNvSpPr txBox="1"/>
          <p:nvPr>
            <p:ph type="title"/>
          </p:nvPr>
        </p:nvSpPr>
        <p:spPr>
          <a:xfrm>
            <a:off x="1225050" y="419967"/>
            <a:ext cx="6693900" cy="656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700"/>
              <a:t>1 in 5</a:t>
            </a:r>
            <a:r>
              <a:rPr b="0" lang="en" sz="1700">
                <a:latin typeface="Sora Light"/>
                <a:ea typeface="Sora Light"/>
                <a:cs typeface="Sora Light"/>
                <a:sym typeface="Sora Light"/>
              </a:rPr>
              <a:t> U.S. adults live with a mental illness (</a:t>
            </a:r>
            <a:r>
              <a:rPr lang="en" sz="1700"/>
              <a:t>59.3M</a:t>
            </a:r>
            <a:r>
              <a:rPr b="0" lang="en" sz="1700">
                <a:latin typeface="Sora Light"/>
                <a:ea typeface="Sora Light"/>
                <a:cs typeface="Sora Light"/>
                <a:sym typeface="Sora Light"/>
              </a:rPr>
              <a:t> in 2022)</a:t>
            </a:r>
            <a:endParaRPr b="0" sz="1700">
              <a:latin typeface="Sora Light"/>
              <a:ea typeface="Sora Light"/>
              <a:cs typeface="Sora Light"/>
              <a:sym typeface="Sora Light"/>
            </a:endParaRPr>
          </a:p>
        </p:txBody>
      </p:sp>
      <p:sp>
        <p:nvSpPr>
          <p:cNvPr id="1077" name="Google Shape;1077;p89"/>
          <p:cNvSpPr txBox="1"/>
          <p:nvPr>
            <p:ph idx="2" type="title"/>
          </p:nvPr>
        </p:nvSpPr>
        <p:spPr>
          <a:xfrm>
            <a:off x="1225050" y="1666600"/>
            <a:ext cx="6693900" cy="656700"/>
          </a:xfrm>
          <a:prstGeom prst="rect">
            <a:avLst/>
          </a:prstGeom>
          <a:solidFill>
            <a:schemeClr val="accent1"/>
          </a:solidFill>
        </p:spPr>
        <p:txBody>
          <a:bodyPr anchorCtr="0" anchor="ctr" bIns="91425" lIns="91425" spcFirstLastPara="1" rIns="91425" wrap="square" tIns="91425">
            <a:noAutofit/>
          </a:bodyPr>
          <a:lstStyle/>
          <a:p>
            <a:pPr indent="0" lvl="0" marL="0" rtl="0" algn="ctr">
              <a:spcBef>
                <a:spcPts val="0"/>
              </a:spcBef>
              <a:spcAft>
                <a:spcPts val="0"/>
              </a:spcAft>
              <a:buNone/>
            </a:pPr>
            <a:r>
              <a:rPr lang="en" sz="1700"/>
              <a:t>AI-powered</a:t>
            </a:r>
            <a:r>
              <a:rPr b="0" lang="en" sz="1700">
                <a:latin typeface="Sora Light"/>
                <a:ea typeface="Sora Light"/>
                <a:cs typeface="Sora Light"/>
                <a:sym typeface="Sora Light"/>
              </a:rPr>
              <a:t> journaling tool rooted in </a:t>
            </a:r>
            <a:r>
              <a:rPr lang="en" sz="1700"/>
              <a:t>Cognitive Behavioral Therapy</a:t>
            </a:r>
            <a:r>
              <a:rPr b="0" lang="en" sz="1700">
                <a:latin typeface="Sora Light"/>
                <a:ea typeface="Sora Light"/>
                <a:cs typeface="Sora Light"/>
                <a:sym typeface="Sora Light"/>
              </a:rPr>
              <a:t> (CBT) </a:t>
            </a:r>
            <a:endParaRPr b="0" sz="1700">
              <a:latin typeface="Sora Light"/>
              <a:ea typeface="Sora Light"/>
              <a:cs typeface="Sora Light"/>
              <a:sym typeface="Sora Light"/>
            </a:endParaRPr>
          </a:p>
        </p:txBody>
      </p:sp>
      <p:sp>
        <p:nvSpPr>
          <p:cNvPr id="1078" name="Google Shape;1078;p89"/>
          <p:cNvSpPr txBox="1"/>
          <p:nvPr>
            <p:ph idx="3" type="subTitle"/>
          </p:nvPr>
        </p:nvSpPr>
        <p:spPr>
          <a:xfrm>
            <a:off x="1225050" y="3056132"/>
            <a:ext cx="6693900" cy="365700"/>
          </a:xfrm>
          <a:prstGeom prst="rect">
            <a:avLst/>
          </a:prstGeom>
          <a:solidFill>
            <a:schemeClr val="accent1"/>
          </a:solidFill>
        </p:spPr>
        <p:txBody>
          <a:bodyPr anchorCtr="0" anchor="ctr" bIns="91425" lIns="91425" spcFirstLastPara="1" rIns="91425" wrap="square" tIns="91425">
            <a:noAutofit/>
          </a:bodyPr>
          <a:lstStyle/>
          <a:p>
            <a:pPr indent="0" lvl="0" marL="0" rtl="0" algn="ctr">
              <a:spcBef>
                <a:spcPts val="0"/>
              </a:spcBef>
              <a:spcAft>
                <a:spcPts val="0"/>
              </a:spcAft>
              <a:buNone/>
            </a:pPr>
            <a:r>
              <a:rPr b="1" i="1" lang="en" sz="1800">
                <a:latin typeface="Sora"/>
                <a:ea typeface="Sora"/>
                <a:cs typeface="Sora"/>
                <a:sym typeface="Sora"/>
              </a:rPr>
              <a:t>Solution</a:t>
            </a:r>
            <a:endParaRPr b="1" i="1" sz="1800">
              <a:latin typeface="Sora"/>
              <a:ea typeface="Sora"/>
              <a:cs typeface="Sora"/>
              <a:sym typeface="Sora"/>
            </a:endParaRPr>
          </a:p>
        </p:txBody>
      </p:sp>
      <p:cxnSp>
        <p:nvCxnSpPr>
          <p:cNvPr id="1079" name="Google Shape;1079;p89"/>
          <p:cNvCxnSpPr>
            <a:endCxn id="1076" idx="1"/>
          </p:cNvCxnSpPr>
          <p:nvPr/>
        </p:nvCxnSpPr>
        <p:spPr>
          <a:xfrm>
            <a:off x="-617550" y="-518583"/>
            <a:ext cx="1842600" cy="1266900"/>
          </a:xfrm>
          <a:prstGeom prst="bentConnector3">
            <a:avLst>
              <a:gd fmla="val 50000" name="adj1"/>
            </a:avLst>
          </a:prstGeom>
          <a:noFill/>
          <a:ln cap="flat" cmpd="sng" w="19050">
            <a:solidFill>
              <a:schemeClr val="lt2"/>
            </a:solidFill>
            <a:prstDash val="solid"/>
            <a:round/>
            <a:headEnd len="med" w="med" type="none"/>
            <a:tailEnd len="med" w="med" type="oval"/>
          </a:ln>
        </p:spPr>
      </p:cxnSp>
      <p:cxnSp>
        <p:nvCxnSpPr>
          <p:cNvPr id="1080" name="Google Shape;1080;p89"/>
          <p:cNvCxnSpPr>
            <a:endCxn id="1077" idx="1"/>
          </p:cNvCxnSpPr>
          <p:nvPr/>
        </p:nvCxnSpPr>
        <p:spPr>
          <a:xfrm flipH="1" rot="-5400000">
            <a:off x="-511350" y="258550"/>
            <a:ext cx="2406900" cy="1065900"/>
          </a:xfrm>
          <a:prstGeom prst="bentConnector2">
            <a:avLst/>
          </a:prstGeom>
          <a:noFill/>
          <a:ln cap="flat" cmpd="sng" w="19050">
            <a:solidFill>
              <a:schemeClr val="lt2"/>
            </a:solidFill>
            <a:prstDash val="solid"/>
            <a:round/>
            <a:headEnd len="med" w="med" type="none"/>
            <a:tailEnd len="med" w="med" type="oval"/>
          </a:ln>
        </p:spPr>
      </p:cxnSp>
      <p:cxnSp>
        <p:nvCxnSpPr>
          <p:cNvPr id="1081" name="Google Shape;1081;p89"/>
          <p:cNvCxnSpPr>
            <a:stCxn id="1077" idx="3"/>
          </p:cNvCxnSpPr>
          <p:nvPr/>
        </p:nvCxnSpPr>
        <p:spPr>
          <a:xfrm>
            <a:off x="7918950" y="1994950"/>
            <a:ext cx="798600" cy="2415000"/>
          </a:xfrm>
          <a:prstGeom prst="bentConnector2">
            <a:avLst/>
          </a:prstGeom>
          <a:noFill/>
          <a:ln cap="flat" cmpd="sng" w="19050">
            <a:solidFill>
              <a:schemeClr val="lt2"/>
            </a:solidFill>
            <a:prstDash val="solid"/>
            <a:round/>
            <a:headEnd len="med" w="med" type="none"/>
            <a:tailEnd len="med" w="med" type="oval"/>
          </a:ln>
        </p:spPr>
      </p:cxnSp>
      <p:cxnSp>
        <p:nvCxnSpPr>
          <p:cNvPr id="1082" name="Google Shape;1082;p89"/>
          <p:cNvCxnSpPr>
            <a:stCxn id="1076" idx="3"/>
          </p:cNvCxnSpPr>
          <p:nvPr/>
        </p:nvCxnSpPr>
        <p:spPr>
          <a:xfrm>
            <a:off x="7918950" y="748317"/>
            <a:ext cx="999900" cy="4265100"/>
          </a:xfrm>
          <a:prstGeom prst="bentConnector2">
            <a:avLst/>
          </a:prstGeom>
          <a:noFill/>
          <a:ln cap="flat" cmpd="sng" w="19050">
            <a:solidFill>
              <a:schemeClr val="lt2"/>
            </a:solidFill>
            <a:prstDash val="solid"/>
            <a:round/>
            <a:headEnd len="med" w="med" type="none"/>
            <a:tailEnd len="med" w="med" type="oval"/>
          </a:ln>
        </p:spPr>
      </p:cxnSp>
      <p:sp>
        <p:nvSpPr>
          <p:cNvPr id="1083" name="Google Shape;1083;p89"/>
          <p:cNvSpPr txBox="1"/>
          <p:nvPr>
            <p:ph idx="2" type="title"/>
          </p:nvPr>
        </p:nvSpPr>
        <p:spPr>
          <a:xfrm>
            <a:off x="1225050" y="2359907"/>
            <a:ext cx="6693900" cy="658500"/>
          </a:xfrm>
          <a:prstGeom prst="rect">
            <a:avLst/>
          </a:prstGeom>
          <a:solidFill>
            <a:schemeClr val="accent1"/>
          </a:solidFill>
        </p:spPr>
        <p:txBody>
          <a:bodyPr anchorCtr="0" anchor="ctr" bIns="91425" lIns="91425" spcFirstLastPara="1" rIns="91425" wrap="square" tIns="91425">
            <a:noAutofit/>
          </a:bodyPr>
          <a:lstStyle/>
          <a:p>
            <a:pPr indent="0" lvl="0" marL="0" rtl="0" algn="ctr">
              <a:spcBef>
                <a:spcPts val="0"/>
              </a:spcBef>
              <a:spcAft>
                <a:spcPts val="0"/>
              </a:spcAft>
              <a:buNone/>
            </a:pPr>
            <a:r>
              <a:rPr b="0" lang="en" sz="1700">
                <a:latin typeface="Sora Light"/>
                <a:ea typeface="Sora Light"/>
                <a:cs typeface="Sora Light"/>
                <a:sym typeface="Sora Light"/>
              </a:rPr>
              <a:t>Supports users to </a:t>
            </a:r>
            <a:r>
              <a:rPr lang="en" sz="1700"/>
              <a:t>reframe </a:t>
            </a:r>
            <a:r>
              <a:rPr b="0" lang="en" sz="1700">
                <a:latin typeface="Sora Light"/>
                <a:ea typeface="Sora Light"/>
                <a:cs typeface="Sora Light"/>
                <a:sym typeface="Sora Light"/>
              </a:rPr>
              <a:t>unhealthy</a:t>
            </a:r>
            <a:r>
              <a:rPr lang="en" sz="1700"/>
              <a:t> </a:t>
            </a:r>
            <a:r>
              <a:rPr b="0" lang="en" sz="1700">
                <a:latin typeface="Sora Light"/>
                <a:ea typeface="Sora Light"/>
                <a:cs typeface="Sora Light"/>
                <a:sym typeface="Sora Light"/>
              </a:rPr>
              <a:t>thought</a:t>
            </a:r>
            <a:r>
              <a:rPr b="0" lang="en" sz="1700">
                <a:latin typeface="Sora Light"/>
                <a:ea typeface="Sora Light"/>
                <a:cs typeface="Sora Light"/>
                <a:sym typeface="Sora Light"/>
              </a:rPr>
              <a:t>s</a:t>
            </a:r>
            <a:r>
              <a:rPr lang="en" sz="1700"/>
              <a:t> </a:t>
            </a:r>
            <a:r>
              <a:rPr b="0" lang="en" sz="1700">
                <a:latin typeface="Sora Light"/>
                <a:ea typeface="Sora Light"/>
                <a:cs typeface="Sora Light"/>
                <a:sym typeface="Sora Light"/>
              </a:rPr>
              <a:t>and</a:t>
            </a:r>
            <a:r>
              <a:rPr lang="en" sz="1700"/>
              <a:t> strengthen </a:t>
            </a:r>
            <a:r>
              <a:rPr b="0" lang="en" sz="1700">
                <a:latin typeface="Sora Light"/>
                <a:ea typeface="Sora Light"/>
                <a:cs typeface="Sora Light"/>
                <a:sym typeface="Sora Light"/>
              </a:rPr>
              <a:t>positive</a:t>
            </a:r>
            <a:r>
              <a:rPr lang="en" sz="1700"/>
              <a:t> </a:t>
            </a:r>
            <a:r>
              <a:rPr b="0" lang="en" sz="1700">
                <a:latin typeface="Sora Light"/>
                <a:ea typeface="Sora Light"/>
                <a:cs typeface="Sora Light"/>
                <a:sym typeface="Sora Light"/>
              </a:rPr>
              <a:t>ones</a:t>
            </a:r>
            <a:endParaRPr b="0" sz="1700">
              <a:latin typeface="Sora Light"/>
              <a:ea typeface="Sora Light"/>
              <a:cs typeface="Sora Light"/>
              <a:sym typeface="Sora Light"/>
            </a:endParaRPr>
          </a:p>
        </p:txBody>
      </p:sp>
      <p:sp>
        <p:nvSpPr>
          <p:cNvPr id="1084" name="Google Shape;1084;p89"/>
          <p:cNvSpPr txBox="1"/>
          <p:nvPr>
            <p:ph idx="4" type="title"/>
          </p:nvPr>
        </p:nvSpPr>
        <p:spPr>
          <a:xfrm>
            <a:off x="1225050" y="3610166"/>
            <a:ext cx="6693900" cy="658500"/>
          </a:xfrm>
          <a:prstGeom prst="rect">
            <a:avLst/>
          </a:prstGeom>
          <a:solidFill>
            <a:schemeClr val="accent3"/>
          </a:solidFill>
        </p:spPr>
        <p:txBody>
          <a:bodyPr anchorCtr="0" anchor="ctr" bIns="91425" lIns="91425" spcFirstLastPara="1" rIns="91425" wrap="square" tIns="91425">
            <a:noAutofit/>
          </a:bodyPr>
          <a:lstStyle/>
          <a:p>
            <a:pPr indent="0" lvl="0" marL="0" rtl="0" algn="ctr">
              <a:spcBef>
                <a:spcPts val="0"/>
              </a:spcBef>
              <a:spcAft>
                <a:spcPts val="0"/>
              </a:spcAft>
              <a:buNone/>
            </a:pPr>
            <a:r>
              <a:rPr b="0" lang="en" sz="1700">
                <a:solidFill>
                  <a:schemeClr val="lt1"/>
                </a:solidFill>
                <a:latin typeface="Sora Light"/>
                <a:ea typeface="Sora Light"/>
                <a:cs typeface="Sora Light"/>
                <a:sym typeface="Sora Light"/>
              </a:rPr>
              <a:t>If 15% of adults are open to journaling, </a:t>
            </a:r>
            <a:r>
              <a:rPr lang="en" sz="1700">
                <a:solidFill>
                  <a:schemeClr val="lt1"/>
                </a:solidFill>
              </a:rPr>
              <a:t>~9M</a:t>
            </a:r>
            <a:r>
              <a:rPr b="0" lang="en" sz="1700">
                <a:solidFill>
                  <a:schemeClr val="lt1"/>
                </a:solidFill>
                <a:latin typeface="Sora Light"/>
                <a:ea typeface="Sora Light"/>
                <a:cs typeface="Sora Light"/>
                <a:sym typeface="Sora Light"/>
              </a:rPr>
              <a:t> potential users</a:t>
            </a:r>
            <a:endParaRPr b="0" sz="1700">
              <a:solidFill>
                <a:schemeClr val="lt1"/>
              </a:solidFill>
              <a:latin typeface="Sora Light"/>
              <a:ea typeface="Sora Light"/>
              <a:cs typeface="Sora Light"/>
              <a:sym typeface="Sora Light"/>
            </a:endParaRPr>
          </a:p>
        </p:txBody>
      </p:sp>
      <p:sp>
        <p:nvSpPr>
          <p:cNvPr id="1085" name="Google Shape;1085;p89"/>
          <p:cNvSpPr txBox="1"/>
          <p:nvPr>
            <p:ph idx="5" type="subTitle"/>
          </p:nvPr>
        </p:nvSpPr>
        <p:spPr>
          <a:xfrm>
            <a:off x="1225050" y="4305666"/>
            <a:ext cx="6693900" cy="416400"/>
          </a:xfrm>
          <a:prstGeom prst="rect">
            <a:avLst/>
          </a:prstGeom>
          <a:solidFill>
            <a:schemeClr val="accent3"/>
          </a:solidFill>
        </p:spPr>
        <p:txBody>
          <a:bodyPr anchorCtr="0" anchor="ctr" bIns="91425" lIns="91425" spcFirstLastPara="1" rIns="91425" wrap="square" tIns="91425">
            <a:noAutofit/>
          </a:bodyPr>
          <a:lstStyle/>
          <a:p>
            <a:pPr indent="0" lvl="0" marL="0" rtl="0" algn="ctr">
              <a:spcBef>
                <a:spcPts val="0"/>
              </a:spcBef>
              <a:spcAft>
                <a:spcPts val="0"/>
              </a:spcAft>
              <a:buNone/>
            </a:pPr>
            <a:r>
              <a:rPr b="1" i="1" lang="en" sz="1800">
                <a:latin typeface="Sora"/>
                <a:ea typeface="Sora"/>
                <a:cs typeface="Sora"/>
                <a:sym typeface="Sora"/>
              </a:rPr>
              <a:t>Impact</a:t>
            </a:r>
            <a:endParaRPr b="1" i="1" sz="1800">
              <a:latin typeface="Sora"/>
              <a:ea typeface="Sora"/>
              <a:cs typeface="Sora"/>
              <a:sym typeface="Sora"/>
            </a:endParaRPr>
          </a:p>
        </p:txBody>
      </p:sp>
      <p:cxnSp>
        <p:nvCxnSpPr>
          <p:cNvPr id="1086" name="Google Shape;1086;p89"/>
          <p:cNvCxnSpPr>
            <a:stCxn id="1084" idx="3"/>
          </p:cNvCxnSpPr>
          <p:nvPr/>
        </p:nvCxnSpPr>
        <p:spPr>
          <a:xfrm>
            <a:off x="7918950" y="3939416"/>
            <a:ext cx="1434900" cy="1128600"/>
          </a:xfrm>
          <a:prstGeom prst="bentConnector3">
            <a:avLst>
              <a:gd fmla="val 34954" name="adj1"/>
            </a:avLst>
          </a:prstGeom>
          <a:noFill/>
          <a:ln cap="flat" cmpd="sng" w="19050">
            <a:solidFill>
              <a:schemeClr val="lt2"/>
            </a:solidFill>
            <a:prstDash val="solid"/>
            <a:round/>
            <a:headEnd len="med" w="med" type="none"/>
            <a:tailEnd len="med" w="med" type="oval"/>
          </a:ln>
        </p:spPr>
      </p:cxnSp>
      <p:cxnSp>
        <p:nvCxnSpPr>
          <p:cNvPr id="1087" name="Google Shape;1087;p89"/>
          <p:cNvCxnSpPr>
            <a:endCxn id="1084" idx="1"/>
          </p:cNvCxnSpPr>
          <p:nvPr/>
        </p:nvCxnSpPr>
        <p:spPr>
          <a:xfrm flipH="1" rot="-5400000">
            <a:off x="-1267650" y="1446716"/>
            <a:ext cx="4163400" cy="822000"/>
          </a:xfrm>
          <a:prstGeom prst="bentConnector2">
            <a:avLst/>
          </a:prstGeom>
          <a:noFill/>
          <a:ln cap="flat" cmpd="sng" w="19050">
            <a:solidFill>
              <a:schemeClr val="lt2"/>
            </a:solidFill>
            <a:prstDash val="solid"/>
            <a:round/>
            <a:headEnd len="med" w="med" type="none"/>
            <a:tailEnd len="med" w="med" type="oval"/>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8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8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1" name="Shape 1091"/>
        <p:cNvGrpSpPr/>
        <p:nvPr/>
      </p:nvGrpSpPr>
      <p:grpSpPr>
        <a:xfrm>
          <a:off x="0" y="0"/>
          <a:ext cx="0" cy="0"/>
          <a:chOff x="0" y="0"/>
          <a:chExt cx="0" cy="0"/>
        </a:xfrm>
      </p:grpSpPr>
      <p:sp>
        <p:nvSpPr>
          <p:cNvPr id="1092" name="Google Shape;1092;p90"/>
          <p:cNvSpPr txBox="1"/>
          <p:nvPr/>
        </p:nvSpPr>
        <p:spPr>
          <a:xfrm>
            <a:off x="710165" y="2548763"/>
            <a:ext cx="2175300" cy="1304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rgbClr val="0C343D"/>
                </a:solidFill>
                <a:latin typeface="Sora"/>
                <a:ea typeface="Sora"/>
                <a:cs typeface="Sora"/>
                <a:sym typeface="Sora"/>
              </a:rPr>
              <a:t>Emotionally curious Young Adults (18-35)</a:t>
            </a:r>
            <a:endParaRPr>
              <a:solidFill>
                <a:srgbClr val="0C343D"/>
              </a:solidFill>
              <a:latin typeface="Sora"/>
              <a:ea typeface="Sora"/>
              <a:cs typeface="Sora"/>
              <a:sym typeface="Sora"/>
            </a:endParaRPr>
          </a:p>
        </p:txBody>
      </p:sp>
      <p:sp>
        <p:nvSpPr>
          <p:cNvPr id="1093" name="Google Shape;1093;p90"/>
          <p:cNvSpPr txBox="1"/>
          <p:nvPr/>
        </p:nvSpPr>
        <p:spPr>
          <a:xfrm>
            <a:off x="2765160" y="2548773"/>
            <a:ext cx="2930400" cy="17898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rgbClr val="0C343D"/>
              </a:buClr>
              <a:buSzPts val="1400"/>
              <a:buFont typeface="Sora"/>
              <a:buChar char="●"/>
            </a:pPr>
            <a:r>
              <a:rPr lang="en">
                <a:solidFill>
                  <a:srgbClr val="0C343D"/>
                </a:solidFill>
                <a:latin typeface="Sora"/>
                <a:ea typeface="Sora"/>
                <a:cs typeface="Sora"/>
                <a:sym typeface="Sora"/>
              </a:rPr>
              <a:t>Build emotional awareness </a:t>
            </a:r>
            <a:endParaRPr>
              <a:solidFill>
                <a:srgbClr val="0C343D"/>
              </a:solidFill>
              <a:latin typeface="Sora"/>
              <a:ea typeface="Sora"/>
              <a:cs typeface="Sora"/>
              <a:sym typeface="Sora"/>
            </a:endParaRPr>
          </a:p>
          <a:p>
            <a:pPr indent="-317500" lvl="0" marL="457200" rtl="0" algn="l">
              <a:lnSpc>
                <a:spcPct val="115000"/>
              </a:lnSpc>
              <a:spcBef>
                <a:spcPts val="0"/>
              </a:spcBef>
              <a:spcAft>
                <a:spcPts val="0"/>
              </a:spcAft>
              <a:buClr>
                <a:srgbClr val="0C343D"/>
              </a:buClr>
              <a:buSzPts val="1400"/>
              <a:buFont typeface="Sora"/>
              <a:buChar char="●"/>
            </a:pPr>
            <a:r>
              <a:rPr lang="en">
                <a:solidFill>
                  <a:srgbClr val="0C343D"/>
                </a:solidFill>
                <a:latin typeface="Sora"/>
                <a:ea typeface="Sora"/>
                <a:cs typeface="Sora"/>
                <a:sym typeface="Sora"/>
              </a:rPr>
              <a:t>Find calm or perspective after a busy  day</a:t>
            </a:r>
            <a:endParaRPr>
              <a:solidFill>
                <a:srgbClr val="0C343D"/>
              </a:solidFill>
              <a:latin typeface="Sora"/>
              <a:ea typeface="Sora"/>
              <a:cs typeface="Sora"/>
              <a:sym typeface="Sora"/>
            </a:endParaRPr>
          </a:p>
          <a:p>
            <a:pPr indent="-317500" lvl="0" marL="457200" rtl="0" algn="l">
              <a:lnSpc>
                <a:spcPct val="115000"/>
              </a:lnSpc>
              <a:spcBef>
                <a:spcPts val="0"/>
              </a:spcBef>
              <a:spcAft>
                <a:spcPts val="0"/>
              </a:spcAft>
              <a:buClr>
                <a:srgbClr val="0C343D"/>
              </a:buClr>
              <a:buSzPts val="1400"/>
              <a:buFont typeface="Sora"/>
              <a:buChar char="●"/>
            </a:pPr>
            <a:r>
              <a:rPr lang="en">
                <a:solidFill>
                  <a:srgbClr val="0C343D"/>
                </a:solidFill>
                <a:latin typeface="Sora"/>
                <a:ea typeface="Sora"/>
                <a:cs typeface="Sora"/>
                <a:sym typeface="Sora"/>
              </a:rPr>
              <a:t>Open to expressing feelings privately </a:t>
            </a:r>
            <a:endParaRPr>
              <a:solidFill>
                <a:srgbClr val="0C343D"/>
              </a:solidFill>
              <a:latin typeface="Sora"/>
              <a:ea typeface="Sora"/>
              <a:cs typeface="Sora"/>
              <a:sym typeface="Sora"/>
            </a:endParaRPr>
          </a:p>
        </p:txBody>
      </p:sp>
      <p:sp>
        <p:nvSpPr>
          <p:cNvPr id="1094" name="Google Shape;1094;p90"/>
          <p:cNvSpPr txBox="1"/>
          <p:nvPr/>
        </p:nvSpPr>
        <p:spPr>
          <a:xfrm>
            <a:off x="5587275" y="2548775"/>
            <a:ext cx="3067200" cy="19176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rgbClr val="0C343D"/>
              </a:buClr>
              <a:buSzPts val="1400"/>
              <a:buFont typeface="Sora"/>
              <a:buChar char="●"/>
            </a:pPr>
            <a:r>
              <a:rPr lang="en">
                <a:solidFill>
                  <a:srgbClr val="0C343D"/>
                </a:solidFill>
                <a:latin typeface="Sora"/>
                <a:ea typeface="Sora"/>
                <a:cs typeface="Sora"/>
                <a:sym typeface="Sora"/>
              </a:rPr>
              <a:t>Lose consistency without emotional prompts </a:t>
            </a:r>
            <a:endParaRPr>
              <a:solidFill>
                <a:srgbClr val="0C343D"/>
              </a:solidFill>
              <a:latin typeface="Sora"/>
              <a:ea typeface="Sora"/>
              <a:cs typeface="Sora"/>
              <a:sym typeface="Sora"/>
            </a:endParaRPr>
          </a:p>
          <a:p>
            <a:pPr indent="-317500" lvl="0" marL="457200" rtl="0" algn="l">
              <a:lnSpc>
                <a:spcPct val="115000"/>
              </a:lnSpc>
              <a:spcBef>
                <a:spcPts val="0"/>
              </a:spcBef>
              <a:spcAft>
                <a:spcPts val="0"/>
              </a:spcAft>
              <a:buClr>
                <a:srgbClr val="0C343D"/>
              </a:buClr>
              <a:buSzPts val="1400"/>
              <a:buFont typeface="Sora"/>
              <a:buChar char="●"/>
            </a:pPr>
            <a:r>
              <a:rPr lang="en">
                <a:solidFill>
                  <a:srgbClr val="0C343D"/>
                </a:solidFill>
                <a:latin typeface="Sora"/>
                <a:ea typeface="Sora"/>
                <a:cs typeface="Sora"/>
                <a:sym typeface="Sora"/>
              </a:rPr>
              <a:t>Want a real reflective experience that feels friendly and personal</a:t>
            </a:r>
            <a:endParaRPr>
              <a:solidFill>
                <a:srgbClr val="0C343D"/>
              </a:solidFill>
              <a:latin typeface="Sora"/>
              <a:ea typeface="Sora"/>
              <a:cs typeface="Sora"/>
              <a:sym typeface="Sora"/>
            </a:endParaRPr>
          </a:p>
        </p:txBody>
      </p:sp>
      <p:sp>
        <p:nvSpPr>
          <p:cNvPr id="1095" name="Google Shape;1095;p90"/>
          <p:cNvSpPr txBox="1"/>
          <p:nvPr/>
        </p:nvSpPr>
        <p:spPr>
          <a:xfrm>
            <a:off x="720000" y="445025"/>
            <a:ext cx="7704000" cy="64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000">
                <a:solidFill>
                  <a:srgbClr val="0C343D"/>
                </a:solidFill>
                <a:latin typeface="Sora"/>
                <a:ea typeface="Sora"/>
                <a:cs typeface="Sora"/>
                <a:sym typeface="Sora"/>
              </a:rPr>
              <a:t>Target Users</a:t>
            </a:r>
            <a:endParaRPr b="1" sz="2300">
              <a:solidFill>
                <a:srgbClr val="0C343D"/>
              </a:solidFill>
              <a:latin typeface="Sora"/>
              <a:ea typeface="Sora"/>
              <a:cs typeface="Sora"/>
              <a:sym typeface="Sora"/>
            </a:endParaRPr>
          </a:p>
        </p:txBody>
      </p:sp>
      <p:sp>
        <p:nvSpPr>
          <p:cNvPr id="1096" name="Google Shape;1096;p90"/>
          <p:cNvSpPr txBox="1"/>
          <p:nvPr/>
        </p:nvSpPr>
        <p:spPr>
          <a:xfrm>
            <a:off x="710165" y="2238212"/>
            <a:ext cx="2175300" cy="3942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b="1" lang="en" sz="2000">
                <a:solidFill>
                  <a:srgbClr val="45818E"/>
                </a:solidFill>
                <a:latin typeface="Sora"/>
                <a:ea typeface="Sora"/>
                <a:cs typeface="Sora"/>
                <a:sym typeface="Sora"/>
              </a:rPr>
              <a:t>About</a:t>
            </a:r>
            <a:endParaRPr b="1" sz="2000">
              <a:solidFill>
                <a:srgbClr val="45818E"/>
              </a:solidFill>
              <a:latin typeface="Sora"/>
              <a:ea typeface="Sora"/>
              <a:cs typeface="Sora"/>
              <a:sym typeface="Sora"/>
            </a:endParaRPr>
          </a:p>
        </p:txBody>
      </p:sp>
      <p:sp>
        <p:nvSpPr>
          <p:cNvPr id="1097" name="Google Shape;1097;p90"/>
          <p:cNvSpPr txBox="1"/>
          <p:nvPr/>
        </p:nvSpPr>
        <p:spPr>
          <a:xfrm>
            <a:off x="2843834" y="2238212"/>
            <a:ext cx="2175300" cy="3942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b="1" lang="en" sz="2000">
                <a:solidFill>
                  <a:srgbClr val="45818E"/>
                </a:solidFill>
                <a:latin typeface="Sora"/>
                <a:ea typeface="Sora"/>
                <a:cs typeface="Sora"/>
                <a:sym typeface="Sora"/>
              </a:rPr>
              <a:t>Motivation</a:t>
            </a:r>
            <a:endParaRPr b="1" sz="2000">
              <a:solidFill>
                <a:srgbClr val="45818E"/>
              </a:solidFill>
              <a:latin typeface="Sora"/>
              <a:ea typeface="Sora"/>
              <a:cs typeface="Sora"/>
              <a:sym typeface="Sora"/>
            </a:endParaRPr>
          </a:p>
        </p:txBody>
      </p:sp>
      <p:sp>
        <p:nvSpPr>
          <p:cNvPr id="1098" name="Google Shape;1098;p90"/>
          <p:cNvSpPr txBox="1"/>
          <p:nvPr/>
        </p:nvSpPr>
        <p:spPr>
          <a:xfrm>
            <a:off x="5675765" y="2238212"/>
            <a:ext cx="2175300" cy="3942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b="1" lang="en" sz="2000">
                <a:solidFill>
                  <a:srgbClr val="45818E"/>
                </a:solidFill>
                <a:latin typeface="Sora"/>
                <a:ea typeface="Sora"/>
                <a:cs typeface="Sora"/>
                <a:sym typeface="Sora"/>
              </a:rPr>
              <a:t>Pain Points</a:t>
            </a:r>
            <a:endParaRPr b="1" sz="2000">
              <a:solidFill>
                <a:srgbClr val="45818E"/>
              </a:solidFill>
              <a:latin typeface="Sora"/>
              <a:ea typeface="Sora"/>
              <a:cs typeface="Sora"/>
              <a:sym typeface="Sora"/>
            </a:endParaRPr>
          </a:p>
        </p:txBody>
      </p:sp>
      <p:sp>
        <p:nvSpPr>
          <p:cNvPr id="1099" name="Google Shape;1099;p90"/>
          <p:cNvSpPr txBox="1"/>
          <p:nvPr/>
        </p:nvSpPr>
        <p:spPr>
          <a:xfrm>
            <a:off x="720008" y="1337913"/>
            <a:ext cx="7125300" cy="47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900">
                <a:solidFill>
                  <a:srgbClr val="0C343D"/>
                </a:solidFill>
                <a:latin typeface="Sora"/>
                <a:ea typeface="Sora"/>
                <a:cs typeface="Sora"/>
                <a:sym typeface="Sora"/>
              </a:rPr>
              <a:t>Reflective, Therapy-Adjacent Young Adults</a:t>
            </a:r>
            <a:endParaRPr sz="1900">
              <a:latin typeface="Sora"/>
              <a:ea typeface="Sora"/>
              <a:cs typeface="Sora"/>
              <a:sym typeface="Sor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3" name="Shape 1103"/>
        <p:cNvGrpSpPr/>
        <p:nvPr/>
      </p:nvGrpSpPr>
      <p:grpSpPr>
        <a:xfrm>
          <a:off x="0" y="0"/>
          <a:ext cx="0" cy="0"/>
          <a:chOff x="0" y="0"/>
          <a:chExt cx="0" cy="0"/>
        </a:xfrm>
      </p:grpSpPr>
      <p:pic>
        <p:nvPicPr>
          <p:cNvPr id="1104" name="Google Shape;1104;p91" title="capstone-refraime-final-demo-presentation.mp4">
            <a:hlinkClick r:id="rId3"/>
          </p:cNvPr>
          <p:cNvPicPr preferRelativeResize="0"/>
          <p:nvPr/>
        </p:nvPicPr>
        <p:blipFill>
          <a:blip r:embed="rId4">
            <a:alphaModFix/>
          </a:blip>
          <a:stretch>
            <a:fillRect/>
          </a:stretch>
        </p:blipFill>
        <p:spPr>
          <a:xfrm>
            <a:off x="460925" y="124650"/>
            <a:ext cx="8222150" cy="462494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4"/>
                                        </p:tgtEl>
                                        <p:attrNameLst>
                                          <p:attrName>style.visibility</p:attrName>
                                        </p:attrNameLst>
                                      </p:cBhvr>
                                      <p:to>
                                        <p:strVal val="visible"/>
                                      </p:to>
                                    </p:set>
                                    <p:animEffect filter="fade" transition="in">
                                      <p:cBhvr>
                                        <p:cTn dur="1000"/>
                                        <p:tgtEl>
                                          <p:spTgt spid="11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8" name="Shape 1108"/>
        <p:cNvGrpSpPr/>
        <p:nvPr/>
      </p:nvGrpSpPr>
      <p:grpSpPr>
        <a:xfrm>
          <a:off x="0" y="0"/>
          <a:ext cx="0" cy="0"/>
          <a:chOff x="0" y="0"/>
          <a:chExt cx="0" cy="0"/>
        </a:xfrm>
      </p:grpSpPr>
      <p:sp>
        <p:nvSpPr>
          <p:cNvPr id="1109" name="Google Shape;1109;p92"/>
          <p:cNvSpPr/>
          <p:nvPr/>
        </p:nvSpPr>
        <p:spPr>
          <a:xfrm>
            <a:off x="4517400" y="3299882"/>
            <a:ext cx="600300" cy="636900"/>
          </a:xfrm>
          <a:prstGeom prst="rect">
            <a:avLst/>
          </a:prstGeom>
          <a:solidFill>
            <a:srgbClr val="45818E"/>
          </a:solidFill>
          <a:ln>
            <a:noFill/>
          </a:ln>
        </p:spPr>
        <p:txBody>
          <a:bodyPr anchorCtr="0" anchor="ctr" bIns="90850" lIns="90850" spcFirstLastPara="1" rIns="90850" wrap="square" tIns="90850">
            <a:noAutofit/>
          </a:bodyPr>
          <a:lstStyle/>
          <a:p>
            <a:pPr indent="0" lvl="0" marL="0" rtl="0" algn="ctr">
              <a:spcBef>
                <a:spcPts val="0"/>
              </a:spcBef>
              <a:spcAft>
                <a:spcPts val="0"/>
              </a:spcAft>
              <a:buNone/>
            </a:pPr>
            <a:r>
              <a:t/>
            </a:r>
            <a:endParaRPr sz="1391">
              <a:latin typeface="Lato"/>
              <a:ea typeface="Lato"/>
              <a:cs typeface="Lato"/>
              <a:sym typeface="Lato"/>
            </a:endParaRPr>
          </a:p>
        </p:txBody>
      </p:sp>
      <p:sp>
        <p:nvSpPr>
          <p:cNvPr id="1110" name="Google Shape;1110;p9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 Privacy</a:t>
            </a:r>
            <a:endParaRPr/>
          </a:p>
        </p:txBody>
      </p:sp>
      <p:sp>
        <p:nvSpPr>
          <p:cNvPr id="1111" name="Google Shape;1111;p92"/>
          <p:cNvSpPr txBox="1"/>
          <p:nvPr/>
        </p:nvSpPr>
        <p:spPr>
          <a:xfrm>
            <a:off x="1431076" y="1411706"/>
            <a:ext cx="2175300" cy="5004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b="1" lang="en" sz="1900">
                <a:solidFill>
                  <a:srgbClr val="0C343D"/>
                </a:solidFill>
                <a:latin typeface="Sora"/>
                <a:ea typeface="Sora"/>
                <a:cs typeface="Sora"/>
                <a:sym typeface="Sora"/>
              </a:rPr>
              <a:t>Use</a:t>
            </a:r>
            <a:endParaRPr b="1" sz="1900">
              <a:solidFill>
                <a:srgbClr val="0C343D"/>
              </a:solidFill>
              <a:latin typeface="Sora"/>
              <a:ea typeface="Sora"/>
              <a:cs typeface="Sora"/>
              <a:sym typeface="Sora"/>
            </a:endParaRPr>
          </a:p>
        </p:txBody>
      </p:sp>
      <p:sp>
        <p:nvSpPr>
          <p:cNvPr id="1112" name="Google Shape;1112;p92"/>
          <p:cNvSpPr txBox="1"/>
          <p:nvPr/>
        </p:nvSpPr>
        <p:spPr>
          <a:xfrm>
            <a:off x="5172213" y="1411698"/>
            <a:ext cx="2175300" cy="5004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b="1" lang="en" sz="1900">
                <a:solidFill>
                  <a:srgbClr val="0C343D"/>
                </a:solidFill>
                <a:latin typeface="Sora"/>
                <a:ea typeface="Sora"/>
                <a:cs typeface="Sora"/>
                <a:sym typeface="Sora"/>
              </a:rPr>
              <a:t>Encryption</a:t>
            </a:r>
            <a:endParaRPr b="1" sz="1900">
              <a:solidFill>
                <a:srgbClr val="0C343D"/>
              </a:solidFill>
              <a:latin typeface="Sora"/>
              <a:ea typeface="Sora"/>
              <a:cs typeface="Sora"/>
              <a:sym typeface="Sora"/>
            </a:endParaRPr>
          </a:p>
        </p:txBody>
      </p:sp>
      <p:sp>
        <p:nvSpPr>
          <p:cNvPr id="1113" name="Google Shape;1113;p92"/>
          <p:cNvSpPr txBox="1"/>
          <p:nvPr/>
        </p:nvSpPr>
        <p:spPr>
          <a:xfrm>
            <a:off x="1431083" y="3182763"/>
            <a:ext cx="2175300" cy="5004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b="1" lang="en" sz="1900">
                <a:solidFill>
                  <a:srgbClr val="0C343D"/>
                </a:solidFill>
                <a:latin typeface="Sora"/>
                <a:ea typeface="Sora"/>
                <a:cs typeface="Sora"/>
                <a:sym typeface="Sora"/>
              </a:rPr>
              <a:t>Deletion</a:t>
            </a:r>
            <a:endParaRPr b="1" sz="1900">
              <a:solidFill>
                <a:srgbClr val="0C343D"/>
              </a:solidFill>
              <a:latin typeface="Sora"/>
              <a:ea typeface="Sora"/>
              <a:cs typeface="Sora"/>
              <a:sym typeface="Sora"/>
            </a:endParaRPr>
          </a:p>
        </p:txBody>
      </p:sp>
      <p:grpSp>
        <p:nvGrpSpPr>
          <p:cNvPr id="1114" name="Google Shape;1114;p92"/>
          <p:cNvGrpSpPr/>
          <p:nvPr/>
        </p:nvGrpSpPr>
        <p:grpSpPr>
          <a:xfrm>
            <a:off x="757179" y="3299875"/>
            <a:ext cx="600216" cy="636891"/>
            <a:chOff x="3928025" y="2043950"/>
            <a:chExt cx="603900" cy="640800"/>
          </a:xfrm>
        </p:grpSpPr>
        <p:sp>
          <p:nvSpPr>
            <p:cNvPr id="1115" name="Google Shape;1115;p92"/>
            <p:cNvSpPr/>
            <p:nvPr/>
          </p:nvSpPr>
          <p:spPr>
            <a:xfrm>
              <a:off x="3928025" y="2043950"/>
              <a:ext cx="603900" cy="640800"/>
            </a:xfrm>
            <a:prstGeom prst="rect">
              <a:avLst/>
            </a:prstGeom>
            <a:solidFill>
              <a:srgbClr val="45818E"/>
            </a:solidFill>
            <a:ln>
              <a:noFill/>
            </a:ln>
          </p:spPr>
          <p:txBody>
            <a:bodyPr anchorCtr="0" anchor="ctr" bIns="90850" lIns="90850" spcFirstLastPara="1" rIns="90850" wrap="square" tIns="90850">
              <a:noAutofit/>
            </a:bodyPr>
            <a:lstStyle/>
            <a:p>
              <a:pPr indent="0" lvl="0" marL="0" rtl="0" algn="ctr">
                <a:spcBef>
                  <a:spcPts val="0"/>
                </a:spcBef>
                <a:spcAft>
                  <a:spcPts val="0"/>
                </a:spcAft>
                <a:buNone/>
              </a:pPr>
              <a:r>
                <a:t/>
              </a:r>
              <a:endParaRPr sz="1391">
                <a:latin typeface="Lato"/>
                <a:ea typeface="Lato"/>
                <a:cs typeface="Lato"/>
                <a:sym typeface="Lato"/>
              </a:endParaRPr>
            </a:p>
          </p:txBody>
        </p:sp>
        <p:grpSp>
          <p:nvGrpSpPr>
            <p:cNvPr id="1116" name="Google Shape;1116;p92"/>
            <p:cNvGrpSpPr/>
            <p:nvPr/>
          </p:nvGrpSpPr>
          <p:grpSpPr>
            <a:xfrm>
              <a:off x="4011426" y="2145741"/>
              <a:ext cx="437109" cy="437230"/>
              <a:chOff x="2291550" y="1480816"/>
              <a:chExt cx="500353" cy="500435"/>
            </a:xfrm>
          </p:grpSpPr>
          <p:sp>
            <p:nvSpPr>
              <p:cNvPr id="1117" name="Google Shape;1117;p92"/>
              <p:cNvSpPr/>
              <p:nvPr/>
            </p:nvSpPr>
            <p:spPr>
              <a:xfrm>
                <a:off x="2291550" y="1480816"/>
                <a:ext cx="352810" cy="59525"/>
              </a:xfrm>
              <a:custGeom>
                <a:rect b="b" l="l" r="r" t="t"/>
                <a:pathLst>
                  <a:path extrusionOk="0" h="2181" w="12927">
                    <a:moveTo>
                      <a:pt x="1" y="0"/>
                    </a:moveTo>
                    <a:lnTo>
                      <a:pt x="1" y="2181"/>
                    </a:lnTo>
                    <a:lnTo>
                      <a:pt x="12927" y="2181"/>
                    </a:lnTo>
                    <a:lnTo>
                      <a:pt x="12927" y="0"/>
                    </a:lnTo>
                    <a:close/>
                  </a:path>
                </a:pathLst>
              </a:custGeom>
              <a:solidFill>
                <a:srgbClr val="D9EAD3"/>
              </a:solidFill>
              <a:ln>
                <a:noFill/>
              </a:ln>
            </p:spPr>
            <p:txBody>
              <a:bodyPr anchorCtr="0" anchor="ctr" bIns="79375" lIns="79375" spcFirstLastPara="1" rIns="79375" wrap="square" tIns="79375">
                <a:noAutofit/>
              </a:bodyPr>
              <a:lstStyle/>
              <a:p>
                <a:pPr indent="0" lvl="0" marL="0" rtl="0" algn="l">
                  <a:spcBef>
                    <a:spcPts val="0"/>
                  </a:spcBef>
                  <a:spcAft>
                    <a:spcPts val="0"/>
                  </a:spcAft>
                  <a:buNone/>
                </a:pPr>
                <a:r>
                  <a:t/>
                </a:r>
                <a:endParaRPr/>
              </a:p>
            </p:txBody>
          </p:sp>
          <p:sp>
            <p:nvSpPr>
              <p:cNvPr id="1118" name="Google Shape;1118;p92"/>
              <p:cNvSpPr/>
              <p:nvPr/>
            </p:nvSpPr>
            <p:spPr>
              <a:xfrm>
                <a:off x="2673618" y="1480816"/>
                <a:ext cx="118286" cy="59525"/>
              </a:xfrm>
              <a:custGeom>
                <a:rect b="b" l="l" r="r" t="t"/>
                <a:pathLst>
                  <a:path extrusionOk="0" h="2181" w="4334">
                    <a:moveTo>
                      <a:pt x="0" y="0"/>
                    </a:moveTo>
                    <a:lnTo>
                      <a:pt x="0" y="2181"/>
                    </a:lnTo>
                    <a:lnTo>
                      <a:pt x="4334" y="2181"/>
                    </a:lnTo>
                    <a:lnTo>
                      <a:pt x="4334" y="0"/>
                    </a:lnTo>
                    <a:close/>
                  </a:path>
                </a:pathLst>
              </a:custGeom>
              <a:solidFill>
                <a:srgbClr val="D9EAD3"/>
              </a:solidFill>
              <a:ln>
                <a:noFill/>
              </a:ln>
            </p:spPr>
            <p:txBody>
              <a:bodyPr anchorCtr="0" anchor="ctr" bIns="79375" lIns="79375" spcFirstLastPara="1" rIns="79375" wrap="square" tIns="79375">
                <a:noAutofit/>
              </a:bodyPr>
              <a:lstStyle/>
              <a:p>
                <a:pPr indent="0" lvl="0" marL="0" rtl="0" algn="l">
                  <a:spcBef>
                    <a:spcPts val="0"/>
                  </a:spcBef>
                  <a:spcAft>
                    <a:spcPts val="0"/>
                  </a:spcAft>
                  <a:buNone/>
                </a:pPr>
                <a:r>
                  <a:t/>
                </a:r>
                <a:endParaRPr/>
              </a:p>
            </p:txBody>
          </p:sp>
          <p:sp>
            <p:nvSpPr>
              <p:cNvPr id="1119" name="Google Shape;1119;p92"/>
              <p:cNvSpPr/>
              <p:nvPr/>
            </p:nvSpPr>
            <p:spPr>
              <a:xfrm>
                <a:off x="2291550" y="1569790"/>
                <a:ext cx="500353" cy="411462"/>
              </a:xfrm>
              <a:custGeom>
                <a:rect b="b" l="l" r="r" t="t"/>
                <a:pathLst>
                  <a:path extrusionOk="0" h="15076" w="18333">
                    <a:moveTo>
                      <a:pt x="3261" y="2686"/>
                    </a:moveTo>
                    <a:lnTo>
                      <a:pt x="3261" y="3762"/>
                    </a:lnTo>
                    <a:lnTo>
                      <a:pt x="2185" y="3762"/>
                    </a:lnTo>
                    <a:lnTo>
                      <a:pt x="2185" y="2686"/>
                    </a:lnTo>
                    <a:close/>
                    <a:moveTo>
                      <a:pt x="11854" y="2686"/>
                    </a:moveTo>
                    <a:lnTo>
                      <a:pt x="11854" y="3762"/>
                    </a:lnTo>
                    <a:lnTo>
                      <a:pt x="4331" y="3762"/>
                    </a:lnTo>
                    <a:lnTo>
                      <a:pt x="4331" y="2686"/>
                    </a:lnTo>
                    <a:close/>
                    <a:moveTo>
                      <a:pt x="16152" y="2686"/>
                    </a:moveTo>
                    <a:lnTo>
                      <a:pt x="16152" y="3762"/>
                    </a:lnTo>
                    <a:lnTo>
                      <a:pt x="12930" y="3762"/>
                    </a:lnTo>
                    <a:lnTo>
                      <a:pt x="12930" y="2686"/>
                    </a:lnTo>
                    <a:close/>
                    <a:moveTo>
                      <a:pt x="3261" y="4835"/>
                    </a:moveTo>
                    <a:lnTo>
                      <a:pt x="3261" y="5911"/>
                    </a:lnTo>
                    <a:lnTo>
                      <a:pt x="2185" y="5911"/>
                    </a:lnTo>
                    <a:lnTo>
                      <a:pt x="2185" y="4835"/>
                    </a:lnTo>
                    <a:close/>
                    <a:moveTo>
                      <a:pt x="7556" y="4835"/>
                    </a:moveTo>
                    <a:lnTo>
                      <a:pt x="7556" y="5911"/>
                    </a:lnTo>
                    <a:lnTo>
                      <a:pt x="4331" y="5911"/>
                    </a:lnTo>
                    <a:lnTo>
                      <a:pt x="4331" y="4835"/>
                    </a:lnTo>
                    <a:close/>
                    <a:moveTo>
                      <a:pt x="9705" y="4835"/>
                    </a:moveTo>
                    <a:lnTo>
                      <a:pt x="9705" y="5911"/>
                    </a:lnTo>
                    <a:lnTo>
                      <a:pt x="8629" y="5911"/>
                    </a:lnTo>
                    <a:lnTo>
                      <a:pt x="8629" y="4835"/>
                    </a:lnTo>
                    <a:close/>
                    <a:moveTo>
                      <a:pt x="16148" y="4835"/>
                    </a:moveTo>
                    <a:lnTo>
                      <a:pt x="16148" y="5911"/>
                    </a:lnTo>
                    <a:lnTo>
                      <a:pt x="10778" y="5911"/>
                    </a:lnTo>
                    <a:lnTo>
                      <a:pt x="10778" y="4835"/>
                    </a:lnTo>
                    <a:close/>
                    <a:moveTo>
                      <a:pt x="3261" y="6980"/>
                    </a:moveTo>
                    <a:lnTo>
                      <a:pt x="3261" y="8057"/>
                    </a:lnTo>
                    <a:lnTo>
                      <a:pt x="2185" y="8057"/>
                    </a:lnTo>
                    <a:lnTo>
                      <a:pt x="2185" y="6980"/>
                    </a:lnTo>
                    <a:close/>
                    <a:moveTo>
                      <a:pt x="11854" y="6980"/>
                    </a:moveTo>
                    <a:lnTo>
                      <a:pt x="11854" y="8057"/>
                    </a:lnTo>
                    <a:lnTo>
                      <a:pt x="4331" y="8057"/>
                    </a:lnTo>
                    <a:lnTo>
                      <a:pt x="4331" y="6980"/>
                    </a:lnTo>
                    <a:close/>
                    <a:moveTo>
                      <a:pt x="13999" y="6980"/>
                    </a:moveTo>
                    <a:lnTo>
                      <a:pt x="13999" y="8057"/>
                    </a:lnTo>
                    <a:lnTo>
                      <a:pt x="12923" y="8057"/>
                    </a:lnTo>
                    <a:lnTo>
                      <a:pt x="12923" y="6980"/>
                    </a:lnTo>
                    <a:close/>
                    <a:moveTo>
                      <a:pt x="16148" y="6980"/>
                    </a:moveTo>
                    <a:lnTo>
                      <a:pt x="16148" y="8057"/>
                    </a:lnTo>
                    <a:lnTo>
                      <a:pt x="15072" y="8057"/>
                    </a:lnTo>
                    <a:lnTo>
                      <a:pt x="15072" y="6980"/>
                    </a:lnTo>
                    <a:close/>
                    <a:moveTo>
                      <a:pt x="3261" y="9129"/>
                    </a:moveTo>
                    <a:lnTo>
                      <a:pt x="3261" y="10206"/>
                    </a:lnTo>
                    <a:lnTo>
                      <a:pt x="2185" y="10206"/>
                    </a:lnTo>
                    <a:lnTo>
                      <a:pt x="2185" y="9129"/>
                    </a:lnTo>
                    <a:close/>
                    <a:moveTo>
                      <a:pt x="16148" y="9129"/>
                    </a:moveTo>
                    <a:lnTo>
                      <a:pt x="16148" y="10206"/>
                    </a:lnTo>
                    <a:lnTo>
                      <a:pt x="4331" y="10206"/>
                    </a:lnTo>
                    <a:lnTo>
                      <a:pt x="4331" y="9129"/>
                    </a:lnTo>
                    <a:close/>
                    <a:moveTo>
                      <a:pt x="8629" y="11278"/>
                    </a:moveTo>
                    <a:lnTo>
                      <a:pt x="8629" y="12355"/>
                    </a:lnTo>
                    <a:lnTo>
                      <a:pt x="7552" y="12355"/>
                    </a:lnTo>
                    <a:lnTo>
                      <a:pt x="7552" y="11278"/>
                    </a:lnTo>
                    <a:close/>
                    <a:moveTo>
                      <a:pt x="10781" y="11278"/>
                    </a:moveTo>
                    <a:lnTo>
                      <a:pt x="10781" y="12355"/>
                    </a:lnTo>
                    <a:lnTo>
                      <a:pt x="9705" y="12355"/>
                    </a:lnTo>
                    <a:lnTo>
                      <a:pt x="9705" y="11278"/>
                    </a:lnTo>
                    <a:close/>
                    <a:moveTo>
                      <a:pt x="12930" y="11278"/>
                    </a:moveTo>
                    <a:lnTo>
                      <a:pt x="12930" y="12355"/>
                    </a:lnTo>
                    <a:lnTo>
                      <a:pt x="11854" y="12355"/>
                    </a:lnTo>
                    <a:lnTo>
                      <a:pt x="11854" y="11278"/>
                    </a:lnTo>
                    <a:close/>
                    <a:moveTo>
                      <a:pt x="16148" y="11278"/>
                    </a:moveTo>
                    <a:lnTo>
                      <a:pt x="16148" y="12355"/>
                    </a:lnTo>
                    <a:lnTo>
                      <a:pt x="13999" y="12355"/>
                    </a:lnTo>
                    <a:lnTo>
                      <a:pt x="13999" y="11278"/>
                    </a:lnTo>
                    <a:close/>
                    <a:moveTo>
                      <a:pt x="1" y="1"/>
                    </a:moveTo>
                    <a:lnTo>
                      <a:pt x="1" y="15075"/>
                    </a:lnTo>
                    <a:lnTo>
                      <a:pt x="18333" y="15075"/>
                    </a:lnTo>
                    <a:lnTo>
                      <a:pt x="18333" y="1"/>
                    </a:lnTo>
                    <a:close/>
                  </a:path>
                </a:pathLst>
              </a:custGeom>
              <a:solidFill>
                <a:srgbClr val="D9EAD3"/>
              </a:solidFill>
              <a:ln>
                <a:noFill/>
              </a:ln>
            </p:spPr>
            <p:txBody>
              <a:bodyPr anchorCtr="0" anchor="ctr" bIns="79375" lIns="79375" spcFirstLastPara="1" rIns="79375" wrap="square" tIns="79375">
                <a:noAutofit/>
              </a:bodyPr>
              <a:lstStyle/>
              <a:p>
                <a:pPr indent="0" lvl="0" marL="0" rtl="0" algn="l">
                  <a:spcBef>
                    <a:spcPts val="0"/>
                  </a:spcBef>
                  <a:spcAft>
                    <a:spcPts val="0"/>
                  </a:spcAft>
                  <a:buNone/>
                </a:pPr>
                <a:r>
                  <a:t/>
                </a:r>
                <a:endParaRPr/>
              </a:p>
            </p:txBody>
          </p:sp>
        </p:grpSp>
      </p:grpSp>
      <p:sp>
        <p:nvSpPr>
          <p:cNvPr id="1120" name="Google Shape;1120;p92"/>
          <p:cNvSpPr txBox="1"/>
          <p:nvPr/>
        </p:nvSpPr>
        <p:spPr>
          <a:xfrm>
            <a:off x="1428375" y="1781811"/>
            <a:ext cx="2741400" cy="636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300">
                <a:solidFill>
                  <a:srgbClr val="0C343D"/>
                </a:solidFill>
                <a:latin typeface="Sora Light"/>
                <a:ea typeface="Sora Light"/>
                <a:cs typeface="Sora Light"/>
                <a:sym typeface="Sora Light"/>
              </a:rPr>
              <a:t>Personal entries are never used to train our AI models.</a:t>
            </a:r>
            <a:endParaRPr sz="1300">
              <a:solidFill>
                <a:srgbClr val="0C343D"/>
              </a:solidFill>
              <a:latin typeface="Sora Light"/>
              <a:ea typeface="Sora Light"/>
              <a:cs typeface="Sora Light"/>
              <a:sym typeface="Sora Light"/>
            </a:endParaRPr>
          </a:p>
        </p:txBody>
      </p:sp>
      <p:sp>
        <p:nvSpPr>
          <p:cNvPr id="1121" name="Google Shape;1121;p92"/>
          <p:cNvSpPr txBox="1"/>
          <p:nvPr/>
        </p:nvSpPr>
        <p:spPr>
          <a:xfrm>
            <a:off x="5172225" y="1781800"/>
            <a:ext cx="3179100" cy="636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300">
                <a:solidFill>
                  <a:srgbClr val="0C343D"/>
                </a:solidFill>
                <a:latin typeface="Sora Light"/>
                <a:ea typeface="Sora Light"/>
                <a:cs typeface="Sora Light"/>
                <a:sym typeface="Sora Light"/>
              </a:rPr>
              <a:t>Data is stored in an encrypted database, no access to third parties.</a:t>
            </a:r>
            <a:endParaRPr sz="1300">
              <a:solidFill>
                <a:srgbClr val="0C343D"/>
              </a:solidFill>
              <a:latin typeface="Sora Light"/>
              <a:ea typeface="Sora Light"/>
              <a:cs typeface="Sora Light"/>
              <a:sym typeface="Sora Light"/>
            </a:endParaRPr>
          </a:p>
        </p:txBody>
      </p:sp>
      <p:sp>
        <p:nvSpPr>
          <p:cNvPr id="1122" name="Google Shape;1122;p92"/>
          <p:cNvSpPr txBox="1"/>
          <p:nvPr/>
        </p:nvSpPr>
        <p:spPr>
          <a:xfrm>
            <a:off x="1431075" y="3615725"/>
            <a:ext cx="2741400" cy="894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300">
                <a:solidFill>
                  <a:srgbClr val="0C343D"/>
                </a:solidFill>
                <a:latin typeface="Sora Light"/>
                <a:ea typeface="Sora Light"/>
                <a:cs typeface="Sora Light"/>
                <a:sym typeface="Sora Light"/>
              </a:rPr>
              <a:t>Users have the ability to request deletion of all their entries at any time.</a:t>
            </a:r>
            <a:endParaRPr sz="1300">
              <a:solidFill>
                <a:srgbClr val="0C343D"/>
              </a:solidFill>
              <a:latin typeface="Sora Light"/>
              <a:ea typeface="Sora Light"/>
              <a:cs typeface="Sora Light"/>
              <a:sym typeface="Sora Light"/>
            </a:endParaRPr>
          </a:p>
        </p:txBody>
      </p:sp>
      <p:grpSp>
        <p:nvGrpSpPr>
          <p:cNvPr id="1123" name="Google Shape;1123;p92"/>
          <p:cNvGrpSpPr/>
          <p:nvPr/>
        </p:nvGrpSpPr>
        <p:grpSpPr>
          <a:xfrm>
            <a:off x="757182" y="1529502"/>
            <a:ext cx="600216" cy="636891"/>
            <a:chOff x="1090025" y="1930900"/>
            <a:chExt cx="603900" cy="640800"/>
          </a:xfrm>
        </p:grpSpPr>
        <p:sp>
          <p:nvSpPr>
            <p:cNvPr id="1124" name="Google Shape;1124;p92"/>
            <p:cNvSpPr/>
            <p:nvPr/>
          </p:nvSpPr>
          <p:spPr>
            <a:xfrm>
              <a:off x="1090025" y="1930900"/>
              <a:ext cx="603900" cy="640800"/>
            </a:xfrm>
            <a:prstGeom prst="rect">
              <a:avLst/>
            </a:prstGeom>
            <a:solidFill>
              <a:srgbClr val="45818E"/>
            </a:solidFill>
            <a:ln>
              <a:noFill/>
            </a:ln>
          </p:spPr>
          <p:txBody>
            <a:bodyPr anchorCtr="0" anchor="ctr" bIns="90850" lIns="90850" spcFirstLastPara="1" rIns="90850" wrap="square" tIns="90850">
              <a:noAutofit/>
            </a:bodyPr>
            <a:lstStyle/>
            <a:p>
              <a:pPr indent="0" lvl="0" marL="0" rtl="0" algn="ctr">
                <a:spcBef>
                  <a:spcPts val="0"/>
                </a:spcBef>
                <a:spcAft>
                  <a:spcPts val="0"/>
                </a:spcAft>
                <a:buNone/>
              </a:pPr>
              <a:r>
                <a:t/>
              </a:r>
              <a:endParaRPr sz="1391">
                <a:latin typeface="Lato"/>
                <a:ea typeface="Lato"/>
                <a:cs typeface="Lato"/>
                <a:sym typeface="Lato"/>
              </a:endParaRPr>
            </a:p>
          </p:txBody>
        </p:sp>
        <p:grpSp>
          <p:nvGrpSpPr>
            <p:cNvPr id="1125" name="Google Shape;1125;p92"/>
            <p:cNvGrpSpPr/>
            <p:nvPr/>
          </p:nvGrpSpPr>
          <p:grpSpPr>
            <a:xfrm>
              <a:off x="1223375" y="1993102"/>
              <a:ext cx="337199" cy="500353"/>
              <a:chOff x="4003063" y="4027752"/>
              <a:chExt cx="337199" cy="500353"/>
            </a:xfrm>
          </p:grpSpPr>
          <p:sp>
            <p:nvSpPr>
              <p:cNvPr id="1126" name="Google Shape;1126;p92"/>
              <p:cNvSpPr/>
              <p:nvPr/>
            </p:nvSpPr>
            <p:spPr>
              <a:xfrm>
                <a:off x="4091081" y="4351250"/>
                <a:ext cx="88046" cy="176855"/>
              </a:xfrm>
              <a:custGeom>
                <a:rect b="b" l="l" r="r" t="t"/>
                <a:pathLst>
                  <a:path extrusionOk="0" h="6480" w="3226">
                    <a:moveTo>
                      <a:pt x="2149" y="1610"/>
                    </a:moveTo>
                    <a:lnTo>
                      <a:pt x="2149" y="2686"/>
                    </a:lnTo>
                    <a:lnTo>
                      <a:pt x="1073" y="2686"/>
                    </a:lnTo>
                    <a:lnTo>
                      <a:pt x="1073" y="1610"/>
                    </a:lnTo>
                    <a:close/>
                    <a:moveTo>
                      <a:pt x="2149" y="3759"/>
                    </a:moveTo>
                    <a:lnTo>
                      <a:pt x="2149" y="4835"/>
                    </a:lnTo>
                    <a:lnTo>
                      <a:pt x="1073" y="4835"/>
                    </a:lnTo>
                    <a:lnTo>
                      <a:pt x="1073" y="3759"/>
                    </a:lnTo>
                    <a:close/>
                    <a:moveTo>
                      <a:pt x="0" y="0"/>
                    </a:moveTo>
                    <a:lnTo>
                      <a:pt x="0" y="6479"/>
                    </a:lnTo>
                    <a:lnTo>
                      <a:pt x="3226" y="6479"/>
                    </a:lnTo>
                    <a:lnTo>
                      <a:pt x="3226" y="0"/>
                    </a:lnTo>
                    <a:close/>
                  </a:path>
                </a:pathLst>
              </a:custGeom>
              <a:solidFill>
                <a:srgbClr val="D9EAD3"/>
              </a:solidFill>
              <a:ln>
                <a:noFill/>
              </a:ln>
            </p:spPr>
            <p:txBody>
              <a:bodyPr anchorCtr="0" anchor="ctr" bIns="90850" lIns="90850" spcFirstLastPara="1" rIns="90850" wrap="square" tIns="90850">
                <a:noAutofit/>
              </a:bodyPr>
              <a:lstStyle/>
              <a:p>
                <a:pPr indent="0" lvl="0" marL="0" rtl="0" algn="l">
                  <a:spcBef>
                    <a:spcPts val="0"/>
                  </a:spcBef>
                  <a:spcAft>
                    <a:spcPts val="0"/>
                  </a:spcAft>
                  <a:buNone/>
                </a:pPr>
                <a:r>
                  <a:t/>
                </a:r>
                <a:endParaRPr/>
              </a:p>
            </p:txBody>
          </p:sp>
          <p:sp>
            <p:nvSpPr>
              <p:cNvPr id="1127" name="Google Shape;1127;p92"/>
              <p:cNvSpPr/>
              <p:nvPr/>
            </p:nvSpPr>
            <p:spPr>
              <a:xfrm>
                <a:off x="4003145" y="4086404"/>
                <a:ext cx="43941" cy="58679"/>
              </a:xfrm>
              <a:custGeom>
                <a:rect b="b" l="l" r="r" t="t"/>
                <a:pathLst>
                  <a:path extrusionOk="0" h="2150" w="1610">
                    <a:moveTo>
                      <a:pt x="1" y="1"/>
                    </a:moveTo>
                    <a:lnTo>
                      <a:pt x="1" y="2149"/>
                    </a:lnTo>
                    <a:lnTo>
                      <a:pt x="1610" y="2149"/>
                    </a:lnTo>
                    <a:lnTo>
                      <a:pt x="1610" y="1"/>
                    </a:lnTo>
                    <a:close/>
                  </a:path>
                </a:pathLst>
              </a:custGeom>
              <a:solidFill>
                <a:srgbClr val="D9EAD3"/>
              </a:solidFill>
              <a:ln>
                <a:noFill/>
              </a:ln>
            </p:spPr>
            <p:txBody>
              <a:bodyPr anchorCtr="0" anchor="ctr" bIns="90850" lIns="90850" spcFirstLastPara="1" rIns="90850" wrap="square" tIns="90850">
                <a:noAutofit/>
              </a:bodyPr>
              <a:lstStyle/>
              <a:p>
                <a:pPr indent="0" lvl="0" marL="0" rtl="0" algn="l">
                  <a:spcBef>
                    <a:spcPts val="0"/>
                  </a:spcBef>
                  <a:spcAft>
                    <a:spcPts val="0"/>
                  </a:spcAft>
                  <a:buNone/>
                </a:pPr>
                <a:r>
                  <a:t/>
                </a:r>
                <a:endParaRPr/>
              </a:p>
            </p:txBody>
          </p:sp>
          <p:sp>
            <p:nvSpPr>
              <p:cNvPr id="1128" name="Google Shape;1128;p92"/>
              <p:cNvSpPr/>
              <p:nvPr/>
            </p:nvSpPr>
            <p:spPr>
              <a:xfrm>
                <a:off x="4076343" y="4057037"/>
                <a:ext cx="43941" cy="58570"/>
              </a:xfrm>
              <a:custGeom>
                <a:rect b="b" l="l" r="r" t="t"/>
                <a:pathLst>
                  <a:path extrusionOk="0" h="2146" w="1610">
                    <a:moveTo>
                      <a:pt x="0" y="0"/>
                    </a:moveTo>
                    <a:lnTo>
                      <a:pt x="0" y="2146"/>
                    </a:lnTo>
                    <a:lnTo>
                      <a:pt x="1610" y="2146"/>
                    </a:lnTo>
                    <a:lnTo>
                      <a:pt x="1610" y="0"/>
                    </a:lnTo>
                    <a:close/>
                  </a:path>
                </a:pathLst>
              </a:custGeom>
              <a:solidFill>
                <a:srgbClr val="D9EAD3"/>
              </a:solidFill>
              <a:ln>
                <a:noFill/>
              </a:ln>
            </p:spPr>
            <p:txBody>
              <a:bodyPr anchorCtr="0" anchor="ctr" bIns="90850" lIns="90850" spcFirstLastPara="1" rIns="90850" wrap="square" tIns="90850">
                <a:noAutofit/>
              </a:bodyPr>
              <a:lstStyle/>
              <a:p>
                <a:pPr indent="0" lvl="0" marL="0" rtl="0" algn="l">
                  <a:spcBef>
                    <a:spcPts val="0"/>
                  </a:spcBef>
                  <a:spcAft>
                    <a:spcPts val="0"/>
                  </a:spcAft>
                  <a:buNone/>
                </a:pPr>
                <a:r>
                  <a:t/>
                </a:r>
                <a:endParaRPr/>
              </a:p>
            </p:txBody>
          </p:sp>
          <p:sp>
            <p:nvSpPr>
              <p:cNvPr id="1129" name="Google Shape;1129;p92"/>
              <p:cNvSpPr/>
              <p:nvPr/>
            </p:nvSpPr>
            <p:spPr>
              <a:xfrm>
                <a:off x="4149733" y="4027752"/>
                <a:ext cx="43941" cy="58679"/>
              </a:xfrm>
              <a:custGeom>
                <a:rect b="b" l="l" r="r" t="t"/>
                <a:pathLst>
                  <a:path extrusionOk="0" h="2150" w="1610">
                    <a:moveTo>
                      <a:pt x="0" y="1"/>
                    </a:moveTo>
                    <a:lnTo>
                      <a:pt x="0" y="2150"/>
                    </a:lnTo>
                    <a:lnTo>
                      <a:pt x="1609" y="2150"/>
                    </a:lnTo>
                    <a:lnTo>
                      <a:pt x="1609" y="1"/>
                    </a:lnTo>
                    <a:close/>
                  </a:path>
                </a:pathLst>
              </a:custGeom>
              <a:solidFill>
                <a:srgbClr val="D9EAD3"/>
              </a:solidFill>
              <a:ln>
                <a:noFill/>
              </a:ln>
            </p:spPr>
            <p:txBody>
              <a:bodyPr anchorCtr="0" anchor="ctr" bIns="90850" lIns="90850" spcFirstLastPara="1" rIns="90850" wrap="square" tIns="90850">
                <a:noAutofit/>
              </a:bodyPr>
              <a:lstStyle/>
              <a:p>
                <a:pPr indent="0" lvl="0" marL="0" rtl="0" algn="l">
                  <a:spcBef>
                    <a:spcPts val="0"/>
                  </a:spcBef>
                  <a:spcAft>
                    <a:spcPts val="0"/>
                  </a:spcAft>
                  <a:buNone/>
                </a:pPr>
                <a:r>
                  <a:t/>
                </a:r>
                <a:endParaRPr/>
              </a:p>
            </p:txBody>
          </p:sp>
          <p:sp>
            <p:nvSpPr>
              <p:cNvPr id="1130" name="Google Shape;1130;p92"/>
              <p:cNvSpPr/>
              <p:nvPr/>
            </p:nvSpPr>
            <p:spPr>
              <a:xfrm>
                <a:off x="4223013" y="4057037"/>
                <a:ext cx="43941" cy="58570"/>
              </a:xfrm>
              <a:custGeom>
                <a:rect b="b" l="l" r="r" t="t"/>
                <a:pathLst>
                  <a:path extrusionOk="0" h="2146" w="1610">
                    <a:moveTo>
                      <a:pt x="1" y="0"/>
                    </a:moveTo>
                    <a:lnTo>
                      <a:pt x="1" y="2146"/>
                    </a:lnTo>
                    <a:lnTo>
                      <a:pt x="1610" y="2146"/>
                    </a:lnTo>
                    <a:lnTo>
                      <a:pt x="1610" y="0"/>
                    </a:lnTo>
                    <a:close/>
                  </a:path>
                </a:pathLst>
              </a:custGeom>
              <a:solidFill>
                <a:srgbClr val="D9EAD3"/>
              </a:solidFill>
              <a:ln>
                <a:noFill/>
              </a:ln>
            </p:spPr>
            <p:txBody>
              <a:bodyPr anchorCtr="0" anchor="ctr" bIns="90850" lIns="90850" spcFirstLastPara="1" rIns="90850" wrap="square" tIns="90850">
                <a:noAutofit/>
              </a:bodyPr>
              <a:lstStyle/>
              <a:p>
                <a:pPr indent="0" lvl="0" marL="0" rtl="0" algn="l">
                  <a:spcBef>
                    <a:spcPts val="0"/>
                  </a:spcBef>
                  <a:spcAft>
                    <a:spcPts val="0"/>
                  </a:spcAft>
                  <a:buNone/>
                </a:pPr>
                <a:r>
                  <a:t/>
                </a:r>
                <a:endParaRPr/>
              </a:p>
            </p:txBody>
          </p:sp>
          <p:sp>
            <p:nvSpPr>
              <p:cNvPr id="1131" name="Google Shape;1131;p92"/>
              <p:cNvSpPr/>
              <p:nvPr/>
            </p:nvSpPr>
            <p:spPr>
              <a:xfrm>
                <a:off x="4003145" y="4174340"/>
                <a:ext cx="44050" cy="61381"/>
              </a:xfrm>
              <a:custGeom>
                <a:rect b="b" l="l" r="r" t="t"/>
                <a:pathLst>
                  <a:path extrusionOk="0" h="2249" w="1614">
                    <a:moveTo>
                      <a:pt x="1" y="0"/>
                    </a:moveTo>
                    <a:lnTo>
                      <a:pt x="1" y="2248"/>
                    </a:lnTo>
                    <a:cubicBezTo>
                      <a:pt x="442" y="1796"/>
                      <a:pt x="996" y="1472"/>
                      <a:pt x="1613" y="1285"/>
                    </a:cubicBezTo>
                    <a:lnTo>
                      <a:pt x="1613" y="0"/>
                    </a:lnTo>
                    <a:close/>
                  </a:path>
                </a:pathLst>
              </a:custGeom>
              <a:solidFill>
                <a:srgbClr val="D9EAD3"/>
              </a:solidFill>
              <a:ln>
                <a:noFill/>
              </a:ln>
            </p:spPr>
            <p:txBody>
              <a:bodyPr anchorCtr="0" anchor="ctr" bIns="90850" lIns="90850" spcFirstLastPara="1" rIns="90850" wrap="square" tIns="90850">
                <a:noAutofit/>
              </a:bodyPr>
              <a:lstStyle/>
              <a:p>
                <a:pPr indent="0" lvl="0" marL="0" rtl="0" algn="l">
                  <a:spcBef>
                    <a:spcPts val="0"/>
                  </a:spcBef>
                  <a:spcAft>
                    <a:spcPts val="0"/>
                  </a:spcAft>
                  <a:buNone/>
                </a:pPr>
                <a:r>
                  <a:t/>
                </a:r>
                <a:endParaRPr/>
              </a:p>
            </p:txBody>
          </p:sp>
          <p:sp>
            <p:nvSpPr>
              <p:cNvPr id="1132" name="Google Shape;1132;p92"/>
              <p:cNvSpPr/>
              <p:nvPr/>
            </p:nvSpPr>
            <p:spPr>
              <a:xfrm>
                <a:off x="4076343" y="4145055"/>
                <a:ext cx="43941" cy="59552"/>
              </a:xfrm>
              <a:custGeom>
                <a:rect b="b" l="l" r="r" t="t"/>
                <a:pathLst>
                  <a:path extrusionOk="0" h="2182" w="1610">
                    <a:moveTo>
                      <a:pt x="0" y="0"/>
                    </a:moveTo>
                    <a:lnTo>
                      <a:pt x="0" y="2181"/>
                    </a:lnTo>
                    <a:lnTo>
                      <a:pt x="1610" y="2181"/>
                    </a:lnTo>
                    <a:lnTo>
                      <a:pt x="1610" y="0"/>
                    </a:lnTo>
                    <a:close/>
                  </a:path>
                </a:pathLst>
              </a:custGeom>
              <a:solidFill>
                <a:srgbClr val="D9EAD3"/>
              </a:solidFill>
              <a:ln>
                <a:noFill/>
              </a:ln>
            </p:spPr>
            <p:txBody>
              <a:bodyPr anchorCtr="0" anchor="ctr" bIns="90850" lIns="90850" spcFirstLastPara="1" rIns="90850" wrap="square" tIns="90850">
                <a:noAutofit/>
              </a:bodyPr>
              <a:lstStyle/>
              <a:p>
                <a:pPr indent="0" lvl="0" marL="0" rtl="0" algn="l">
                  <a:spcBef>
                    <a:spcPts val="0"/>
                  </a:spcBef>
                  <a:spcAft>
                    <a:spcPts val="0"/>
                  </a:spcAft>
                  <a:buNone/>
                </a:pPr>
                <a:r>
                  <a:t/>
                </a:r>
                <a:endParaRPr/>
              </a:p>
            </p:txBody>
          </p:sp>
          <p:sp>
            <p:nvSpPr>
              <p:cNvPr id="1133" name="Google Shape;1133;p92"/>
              <p:cNvSpPr/>
              <p:nvPr/>
            </p:nvSpPr>
            <p:spPr>
              <a:xfrm>
                <a:off x="4149733" y="4115579"/>
                <a:ext cx="43941" cy="89028"/>
              </a:xfrm>
              <a:custGeom>
                <a:rect b="b" l="l" r="r" t="t"/>
                <a:pathLst>
                  <a:path extrusionOk="0" h="3262" w="1610">
                    <a:moveTo>
                      <a:pt x="0" y="1"/>
                    </a:moveTo>
                    <a:lnTo>
                      <a:pt x="0" y="3261"/>
                    </a:lnTo>
                    <a:lnTo>
                      <a:pt x="1609" y="3261"/>
                    </a:lnTo>
                    <a:lnTo>
                      <a:pt x="1609" y="1"/>
                    </a:lnTo>
                    <a:close/>
                  </a:path>
                </a:pathLst>
              </a:custGeom>
              <a:solidFill>
                <a:srgbClr val="D9EAD3"/>
              </a:solidFill>
              <a:ln>
                <a:noFill/>
              </a:ln>
            </p:spPr>
            <p:txBody>
              <a:bodyPr anchorCtr="0" anchor="ctr" bIns="90850" lIns="90850" spcFirstLastPara="1" rIns="90850" wrap="square" tIns="90850">
                <a:noAutofit/>
              </a:bodyPr>
              <a:lstStyle/>
              <a:p>
                <a:pPr indent="0" lvl="0" marL="0" rtl="0" algn="l">
                  <a:spcBef>
                    <a:spcPts val="0"/>
                  </a:spcBef>
                  <a:spcAft>
                    <a:spcPts val="0"/>
                  </a:spcAft>
                  <a:buNone/>
                </a:pPr>
                <a:r>
                  <a:t/>
                </a:r>
                <a:endParaRPr/>
              </a:p>
            </p:txBody>
          </p:sp>
          <p:sp>
            <p:nvSpPr>
              <p:cNvPr id="1134" name="Google Shape;1134;p92"/>
              <p:cNvSpPr/>
              <p:nvPr/>
            </p:nvSpPr>
            <p:spPr>
              <a:xfrm>
                <a:off x="4223013" y="4144946"/>
                <a:ext cx="43941" cy="91048"/>
              </a:xfrm>
              <a:custGeom>
                <a:rect b="b" l="l" r="r" t="t"/>
                <a:pathLst>
                  <a:path extrusionOk="0" h="3336" w="1610">
                    <a:moveTo>
                      <a:pt x="1" y="1"/>
                    </a:moveTo>
                    <a:lnTo>
                      <a:pt x="1" y="2358"/>
                    </a:lnTo>
                    <a:cubicBezTo>
                      <a:pt x="622" y="2542"/>
                      <a:pt x="1169" y="2884"/>
                      <a:pt x="1610" y="3336"/>
                    </a:cubicBezTo>
                    <a:lnTo>
                      <a:pt x="1610" y="1"/>
                    </a:lnTo>
                    <a:close/>
                  </a:path>
                </a:pathLst>
              </a:custGeom>
              <a:solidFill>
                <a:srgbClr val="D9EAD3"/>
              </a:solidFill>
              <a:ln>
                <a:noFill/>
              </a:ln>
            </p:spPr>
            <p:txBody>
              <a:bodyPr anchorCtr="0" anchor="ctr" bIns="90850" lIns="90850" spcFirstLastPara="1" rIns="90850" wrap="square" tIns="90850">
                <a:noAutofit/>
              </a:bodyPr>
              <a:lstStyle/>
              <a:p>
                <a:pPr indent="0" lvl="0" marL="0" rtl="0" algn="l">
                  <a:spcBef>
                    <a:spcPts val="0"/>
                  </a:spcBef>
                  <a:spcAft>
                    <a:spcPts val="0"/>
                  </a:spcAft>
                  <a:buNone/>
                </a:pPr>
                <a:r>
                  <a:t/>
                </a:r>
                <a:endParaRPr/>
              </a:p>
            </p:txBody>
          </p:sp>
          <p:sp>
            <p:nvSpPr>
              <p:cNvPr id="1135" name="Google Shape;1135;p92"/>
              <p:cNvSpPr/>
              <p:nvPr/>
            </p:nvSpPr>
            <p:spPr>
              <a:xfrm>
                <a:off x="4296321" y="4204580"/>
                <a:ext cx="43941" cy="88046"/>
              </a:xfrm>
              <a:custGeom>
                <a:rect b="b" l="l" r="r" t="t"/>
                <a:pathLst>
                  <a:path extrusionOk="0" h="3226" w="1610">
                    <a:moveTo>
                      <a:pt x="0" y="0"/>
                    </a:moveTo>
                    <a:lnTo>
                      <a:pt x="0" y="3225"/>
                    </a:lnTo>
                    <a:lnTo>
                      <a:pt x="1609" y="3225"/>
                    </a:lnTo>
                    <a:lnTo>
                      <a:pt x="1609" y="0"/>
                    </a:lnTo>
                    <a:close/>
                  </a:path>
                </a:pathLst>
              </a:custGeom>
              <a:solidFill>
                <a:srgbClr val="D9EAD3"/>
              </a:solidFill>
              <a:ln>
                <a:noFill/>
              </a:ln>
            </p:spPr>
            <p:txBody>
              <a:bodyPr anchorCtr="0" anchor="ctr" bIns="90850" lIns="90850" spcFirstLastPara="1" rIns="90850" wrap="square" tIns="90850">
                <a:noAutofit/>
              </a:bodyPr>
              <a:lstStyle/>
              <a:p>
                <a:pPr indent="0" lvl="0" marL="0" rtl="0" algn="l">
                  <a:spcBef>
                    <a:spcPts val="0"/>
                  </a:spcBef>
                  <a:spcAft>
                    <a:spcPts val="0"/>
                  </a:spcAft>
                  <a:buNone/>
                </a:pPr>
                <a:r>
                  <a:t/>
                </a:r>
                <a:endParaRPr/>
              </a:p>
            </p:txBody>
          </p:sp>
          <p:sp>
            <p:nvSpPr>
              <p:cNvPr id="1136" name="Google Shape;1136;p92"/>
              <p:cNvSpPr/>
              <p:nvPr/>
            </p:nvSpPr>
            <p:spPr>
              <a:xfrm>
                <a:off x="4003063" y="4233838"/>
                <a:ext cx="337199" cy="258433"/>
              </a:xfrm>
              <a:custGeom>
                <a:rect b="b" l="l" r="r" t="t"/>
                <a:pathLst>
                  <a:path extrusionOk="0" h="9469" w="12355">
                    <a:moveTo>
                      <a:pt x="2685" y="1"/>
                    </a:moveTo>
                    <a:cubicBezTo>
                      <a:pt x="1203" y="1"/>
                      <a:pt x="0" y="1204"/>
                      <a:pt x="0" y="2686"/>
                    </a:cubicBezTo>
                    <a:lnTo>
                      <a:pt x="0" y="8392"/>
                    </a:lnTo>
                    <a:lnTo>
                      <a:pt x="2149" y="9469"/>
                    </a:lnTo>
                    <a:lnTo>
                      <a:pt x="2149" y="3226"/>
                    </a:lnTo>
                    <a:lnTo>
                      <a:pt x="7520" y="3226"/>
                    </a:lnTo>
                    <a:lnTo>
                      <a:pt x="7520" y="9469"/>
                    </a:lnTo>
                    <a:lnTo>
                      <a:pt x="9669" y="8392"/>
                    </a:lnTo>
                    <a:lnTo>
                      <a:pt x="9669" y="6444"/>
                    </a:lnTo>
                    <a:lnTo>
                      <a:pt x="10745" y="6444"/>
                    </a:lnTo>
                    <a:cubicBezTo>
                      <a:pt x="11631" y="6444"/>
                      <a:pt x="12354" y="5721"/>
                      <a:pt x="12354" y="4835"/>
                    </a:cubicBezTo>
                    <a:lnTo>
                      <a:pt x="12354" y="3226"/>
                    </a:lnTo>
                    <a:lnTo>
                      <a:pt x="9669" y="3226"/>
                    </a:lnTo>
                    <a:lnTo>
                      <a:pt x="9669" y="2686"/>
                    </a:lnTo>
                    <a:cubicBezTo>
                      <a:pt x="9669" y="1204"/>
                      <a:pt x="8465" y="1"/>
                      <a:pt x="6983" y="1"/>
                    </a:cubicBezTo>
                    <a:close/>
                  </a:path>
                </a:pathLst>
              </a:custGeom>
              <a:solidFill>
                <a:srgbClr val="D9EAD3"/>
              </a:solidFill>
              <a:ln>
                <a:noFill/>
              </a:ln>
            </p:spPr>
            <p:txBody>
              <a:bodyPr anchorCtr="0" anchor="ctr" bIns="90850" lIns="90850" spcFirstLastPara="1" rIns="90850" wrap="square" tIns="90850">
                <a:noAutofit/>
              </a:bodyPr>
              <a:lstStyle/>
              <a:p>
                <a:pPr indent="0" lvl="0" marL="0" rtl="0" algn="l">
                  <a:spcBef>
                    <a:spcPts val="0"/>
                  </a:spcBef>
                  <a:spcAft>
                    <a:spcPts val="0"/>
                  </a:spcAft>
                  <a:buNone/>
                </a:pPr>
                <a:r>
                  <a:t/>
                </a:r>
                <a:endParaRPr/>
              </a:p>
            </p:txBody>
          </p:sp>
        </p:grpSp>
      </p:grpSp>
      <p:grpSp>
        <p:nvGrpSpPr>
          <p:cNvPr id="1137" name="Google Shape;1137;p92"/>
          <p:cNvGrpSpPr/>
          <p:nvPr/>
        </p:nvGrpSpPr>
        <p:grpSpPr>
          <a:xfrm>
            <a:off x="4517412" y="1529507"/>
            <a:ext cx="600216" cy="636891"/>
            <a:chOff x="2509025" y="2043875"/>
            <a:chExt cx="603900" cy="640800"/>
          </a:xfrm>
        </p:grpSpPr>
        <p:sp>
          <p:nvSpPr>
            <p:cNvPr id="1138" name="Google Shape;1138;p92"/>
            <p:cNvSpPr/>
            <p:nvPr/>
          </p:nvSpPr>
          <p:spPr>
            <a:xfrm>
              <a:off x="2509025" y="2043875"/>
              <a:ext cx="603900" cy="640800"/>
            </a:xfrm>
            <a:prstGeom prst="rect">
              <a:avLst/>
            </a:prstGeom>
            <a:solidFill>
              <a:srgbClr val="45818E"/>
            </a:solidFill>
            <a:ln>
              <a:noFill/>
            </a:ln>
          </p:spPr>
          <p:txBody>
            <a:bodyPr anchorCtr="0" anchor="ctr" bIns="90850" lIns="90850" spcFirstLastPara="1" rIns="90850" wrap="square" tIns="90850">
              <a:noAutofit/>
            </a:bodyPr>
            <a:lstStyle/>
            <a:p>
              <a:pPr indent="0" lvl="0" marL="0" rtl="0" algn="ctr">
                <a:spcBef>
                  <a:spcPts val="0"/>
                </a:spcBef>
                <a:spcAft>
                  <a:spcPts val="0"/>
                </a:spcAft>
                <a:buNone/>
              </a:pPr>
              <a:r>
                <a:t/>
              </a:r>
              <a:endParaRPr sz="1391">
                <a:latin typeface="Lato"/>
                <a:ea typeface="Lato"/>
                <a:cs typeface="Lato"/>
                <a:sym typeface="Lato"/>
              </a:endParaRPr>
            </a:p>
          </p:txBody>
        </p:sp>
        <p:grpSp>
          <p:nvGrpSpPr>
            <p:cNvPr id="1139" name="Google Shape;1139;p92"/>
            <p:cNvGrpSpPr/>
            <p:nvPr/>
          </p:nvGrpSpPr>
          <p:grpSpPr>
            <a:xfrm>
              <a:off x="2592413" y="2145627"/>
              <a:ext cx="437130" cy="437297"/>
              <a:chOff x="4721893" y="3324424"/>
              <a:chExt cx="500435" cy="500626"/>
            </a:xfrm>
          </p:grpSpPr>
          <p:sp>
            <p:nvSpPr>
              <p:cNvPr id="1140" name="Google Shape;1140;p92"/>
              <p:cNvSpPr/>
              <p:nvPr/>
            </p:nvSpPr>
            <p:spPr>
              <a:xfrm>
                <a:off x="4986739" y="3397814"/>
                <a:ext cx="29394" cy="59525"/>
              </a:xfrm>
              <a:custGeom>
                <a:rect b="b" l="l" r="r" t="t"/>
                <a:pathLst>
                  <a:path extrusionOk="0" h="2181" w="1077">
                    <a:moveTo>
                      <a:pt x="1" y="0"/>
                    </a:moveTo>
                    <a:lnTo>
                      <a:pt x="1" y="2181"/>
                    </a:lnTo>
                    <a:lnTo>
                      <a:pt x="1077" y="2181"/>
                    </a:lnTo>
                    <a:lnTo>
                      <a:pt x="1077" y="0"/>
                    </a:lnTo>
                    <a:close/>
                  </a:path>
                </a:pathLst>
              </a:custGeom>
              <a:solidFill>
                <a:srgbClr val="D9EAD3"/>
              </a:solidFill>
              <a:ln>
                <a:noFill/>
              </a:ln>
            </p:spPr>
            <p:txBody>
              <a:bodyPr anchorCtr="0" anchor="ctr" bIns="79350" lIns="79350" spcFirstLastPara="1" rIns="79350" wrap="square" tIns="79350">
                <a:noAutofit/>
              </a:bodyPr>
              <a:lstStyle/>
              <a:p>
                <a:pPr indent="0" lvl="0" marL="0" rtl="0" algn="l">
                  <a:spcBef>
                    <a:spcPts val="0"/>
                  </a:spcBef>
                  <a:spcAft>
                    <a:spcPts val="0"/>
                  </a:spcAft>
                  <a:buNone/>
                </a:pPr>
                <a:r>
                  <a:t/>
                </a:r>
                <a:endParaRPr/>
              </a:p>
            </p:txBody>
          </p:sp>
          <p:sp>
            <p:nvSpPr>
              <p:cNvPr id="1141" name="Google Shape;1141;p92"/>
              <p:cNvSpPr/>
              <p:nvPr/>
            </p:nvSpPr>
            <p:spPr>
              <a:xfrm>
                <a:off x="5103960" y="3545357"/>
                <a:ext cx="29394" cy="58679"/>
              </a:xfrm>
              <a:custGeom>
                <a:rect b="b" l="l" r="r" t="t"/>
                <a:pathLst>
                  <a:path extrusionOk="0" h="2150" w="1077">
                    <a:moveTo>
                      <a:pt x="0" y="0"/>
                    </a:moveTo>
                    <a:lnTo>
                      <a:pt x="0" y="2149"/>
                    </a:lnTo>
                    <a:lnTo>
                      <a:pt x="1076" y="2149"/>
                    </a:lnTo>
                    <a:lnTo>
                      <a:pt x="1076" y="0"/>
                    </a:lnTo>
                    <a:close/>
                  </a:path>
                </a:pathLst>
              </a:custGeom>
              <a:solidFill>
                <a:srgbClr val="D9EAD3"/>
              </a:solidFill>
              <a:ln>
                <a:noFill/>
              </a:ln>
            </p:spPr>
            <p:txBody>
              <a:bodyPr anchorCtr="0" anchor="ctr" bIns="79350" lIns="79350" spcFirstLastPara="1" rIns="79350" wrap="square" tIns="79350">
                <a:noAutofit/>
              </a:bodyPr>
              <a:lstStyle/>
              <a:p>
                <a:pPr indent="0" lvl="0" marL="0" rtl="0" algn="l">
                  <a:spcBef>
                    <a:spcPts val="0"/>
                  </a:spcBef>
                  <a:spcAft>
                    <a:spcPts val="0"/>
                  </a:spcAft>
                  <a:buNone/>
                </a:pPr>
                <a:r>
                  <a:t/>
                </a:r>
                <a:endParaRPr/>
              </a:p>
            </p:txBody>
          </p:sp>
          <p:sp>
            <p:nvSpPr>
              <p:cNvPr id="1142" name="Google Shape;1142;p92"/>
              <p:cNvSpPr/>
              <p:nvPr/>
            </p:nvSpPr>
            <p:spPr>
              <a:xfrm>
                <a:off x="4810702" y="3397814"/>
                <a:ext cx="29394" cy="59525"/>
              </a:xfrm>
              <a:custGeom>
                <a:rect b="b" l="l" r="r" t="t"/>
                <a:pathLst>
                  <a:path extrusionOk="0" h="2181" w="1077">
                    <a:moveTo>
                      <a:pt x="0" y="0"/>
                    </a:moveTo>
                    <a:lnTo>
                      <a:pt x="0" y="2181"/>
                    </a:lnTo>
                    <a:lnTo>
                      <a:pt x="1076" y="2181"/>
                    </a:lnTo>
                    <a:lnTo>
                      <a:pt x="1076" y="0"/>
                    </a:lnTo>
                    <a:close/>
                  </a:path>
                </a:pathLst>
              </a:custGeom>
              <a:solidFill>
                <a:srgbClr val="D9EAD3"/>
              </a:solidFill>
              <a:ln>
                <a:noFill/>
              </a:ln>
            </p:spPr>
            <p:txBody>
              <a:bodyPr anchorCtr="0" anchor="ctr" bIns="79350" lIns="79350" spcFirstLastPara="1" rIns="79350" wrap="square" tIns="79350">
                <a:noAutofit/>
              </a:bodyPr>
              <a:lstStyle/>
              <a:p>
                <a:pPr indent="0" lvl="0" marL="0" rtl="0" algn="l">
                  <a:spcBef>
                    <a:spcPts val="0"/>
                  </a:spcBef>
                  <a:spcAft>
                    <a:spcPts val="0"/>
                  </a:spcAft>
                  <a:buNone/>
                </a:pPr>
                <a:r>
                  <a:t/>
                </a:r>
                <a:endParaRPr/>
              </a:p>
            </p:txBody>
          </p:sp>
          <p:sp>
            <p:nvSpPr>
              <p:cNvPr id="1143" name="Google Shape;1143;p92"/>
              <p:cNvSpPr/>
              <p:nvPr/>
            </p:nvSpPr>
            <p:spPr>
              <a:xfrm>
                <a:off x="4869436" y="3545357"/>
                <a:ext cx="29394" cy="58679"/>
              </a:xfrm>
              <a:custGeom>
                <a:rect b="b" l="l" r="r" t="t"/>
                <a:pathLst>
                  <a:path extrusionOk="0" h="2150" w="1077">
                    <a:moveTo>
                      <a:pt x="1" y="0"/>
                    </a:moveTo>
                    <a:lnTo>
                      <a:pt x="1" y="2149"/>
                    </a:lnTo>
                    <a:lnTo>
                      <a:pt x="1077" y="2149"/>
                    </a:lnTo>
                    <a:lnTo>
                      <a:pt x="1077" y="0"/>
                    </a:lnTo>
                    <a:close/>
                  </a:path>
                </a:pathLst>
              </a:custGeom>
              <a:solidFill>
                <a:srgbClr val="D9EAD3"/>
              </a:solidFill>
              <a:ln>
                <a:noFill/>
              </a:ln>
            </p:spPr>
            <p:txBody>
              <a:bodyPr anchorCtr="0" anchor="ctr" bIns="79350" lIns="79350" spcFirstLastPara="1" rIns="79350" wrap="square" tIns="79350">
                <a:noAutofit/>
              </a:bodyPr>
              <a:lstStyle/>
              <a:p>
                <a:pPr indent="0" lvl="0" marL="0" rtl="0" algn="l">
                  <a:spcBef>
                    <a:spcPts val="0"/>
                  </a:spcBef>
                  <a:spcAft>
                    <a:spcPts val="0"/>
                  </a:spcAft>
                  <a:buNone/>
                </a:pPr>
                <a:r>
                  <a:t/>
                </a:r>
                <a:endParaRPr/>
              </a:p>
            </p:txBody>
          </p:sp>
          <p:sp>
            <p:nvSpPr>
              <p:cNvPr id="1144" name="Google Shape;1144;p92"/>
              <p:cNvSpPr/>
              <p:nvPr/>
            </p:nvSpPr>
            <p:spPr>
              <a:xfrm>
                <a:off x="4721893" y="3324424"/>
                <a:ext cx="500353" cy="352892"/>
              </a:xfrm>
              <a:custGeom>
                <a:rect b="b" l="l" r="r" t="t"/>
                <a:pathLst>
                  <a:path extrusionOk="0" h="12930" w="18333">
                    <a:moveTo>
                      <a:pt x="5407" y="1616"/>
                    </a:moveTo>
                    <a:lnTo>
                      <a:pt x="5407" y="5950"/>
                    </a:lnTo>
                    <a:lnTo>
                      <a:pt x="2185" y="5950"/>
                    </a:lnTo>
                    <a:lnTo>
                      <a:pt x="2185" y="1616"/>
                    </a:lnTo>
                    <a:close/>
                    <a:moveTo>
                      <a:pt x="7556" y="1616"/>
                    </a:moveTo>
                    <a:lnTo>
                      <a:pt x="7556" y="5950"/>
                    </a:lnTo>
                    <a:lnTo>
                      <a:pt x="6479" y="5950"/>
                    </a:lnTo>
                    <a:lnTo>
                      <a:pt x="6479" y="1616"/>
                    </a:lnTo>
                    <a:close/>
                    <a:moveTo>
                      <a:pt x="11854" y="1616"/>
                    </a:moveTo>
                    <a:lnTo>
                      <a:pt x="11854" y="5950"/>
                    </a:lnTo>
                    <a:lnTo>
                      <a:pt x="8628" y="5950"/>
                    </a:lnTo>
                    <a:lnTo>
                      <a:pt x="8628" y="1616"/>
                    </a:lnTo>
                    <a:close/>
                    <a:moveTo>
                      <a:pt x="13999" y="1616"/>
                    </a:moveTo>
                    <a:lnTo>
                      <a:pt x="13999" y="5950"/>
                    </a:lnTo>
                    <a:lnTo>
                      <a:pt x="12923" y="5950"/>
                    </a:lnTo>
                    <a:lnTo>
                      <a:pt x="12923" y="1616"/>
                    </a:lnTo>
                    <a:close/>
                    <a:moveTo>
                      <a:pt x="16148" y="1616"/>
                    </a:moveTo>
                    <a:lnTo>
                      <a:pt x="16148" y="5950"/>
                    </a:lnTo>
                    <a:lnTo>
                      <a:pt x="15072" y="5950"/>
                    </a:lnTo>
                    <a:lnTo>
                      <a:pt x="15072" y="1616"/>
                    </a:lnTo>
                    <a:close/>
                    <a:moveTo>
                      <a:pt x="3261" y="7019"/>
                    </a:moveTo>
                    <a:lnTo>
                      <a:pt x="3261" y="11317"/>
                    </a:lnTo>
                    <a:lnTo>
                      <a:pt x="2185" y="11317"/>
                    </a:lnTo>
                    <a:lnTo>
                      <a:pt x="2185" y="7019"/>
                    </a:lnTo>
                    <a:close/>
                    <a:moveTo>
                      <a:pt x="9705" y="7019"/>
                    </a:moveTo>
                    <a:lnTo>
                      <a:pt x="9705" y="11317"/>
                    </a:lnTo>
                    <a:lnTo>
                      <a:pt x="8628" y="11317"/>
                    </a:lnTo>
                    <a:lnTo>
                      <a:pt x="8628" y="7019"/>
                    </a:lnTo>
                    <a:close/>
                    <a:moveTo>
                      <a:pt x="16148" y="7019"/>
                    </a:moveTo>
                    <a:lnTo>
                      <a:pt x="16148" y="11317"/>
                    </a:lnTo>
                    <a:lnTo>
                      <a:pt x="12923" y="11317"/>
                    </a:lnTo>
                    <a:lnTo>
                      <a:pt x="12923" y="7019"/>
                    </a:lnTo>
                    <a:close/>
                    <a:moveTo>
                      <a:pt x="7556" y="7026"/>
                    </a:moveTo>
                    <a:lnTo>
                      <a:pt x="7556" y="11320"/>
                    </a:lnTo>
                    <a:lnTo>
                      <a:pt x="4330" y="11320"/>
                    </a:lnTo>
                    <a:lnTo>
                      <a:pt x="4330" y="7026"/>
                    </a:lnTo>
                    <a:close/>
                    <a:moveTo>
                      <a:pt x="11854" y="7026"/>
                    </a:moveTo>
                    <a:lnTo>
                      <a:pt x="11854" y="11320"/>
                    </a:lnTo>
                    <a:lnTo>
                      <a:pt x="10777" y="11320"/>
                    </a:lnTo>
                    <a:lnTo>
                      <a:pt x="10777" y="7026"/>
                    </a:lnTo>
                    <a:close/>
                    <a:moveTo>
                      <a:pt x="1" y="0"/>
                    </a:moveTo>
                    <a:lnTo>
                      <a:pt x="1" y="12930"/>
                    </a:lnTo>
                    <a:lnTo>
                      <a:pt x="18332" y="12930"/>
                    </a:lnTo>
                    <a:lnTo>
                      <a:pt x="18332" y="0"/>
                    </a:lnTo>
                    <a:close/>
                  </a:path>
                </a:pathLst>
              </a:custGeom>
              <a:solidFill>
                <a:srgbClr val="D9EAD3"/>
              </a:solidFill>
              <a:ln>
                <a:noFill/>
              </a:ln>
            </p:spPr>
            <p:txBody>
              <a:bodyPr anchorCtr="0" anchor="ctr" bIns="79350" lIns="79350" spcFirstLastPara="1" rIns="79350" wrap="square" tIns="79350">
                <a:noAutofit/>
              </a:bodyPr>
              <a:lstStyle/>
              <a:p>
                <a:pPr indent="0" lvl="0" marL="0" rtl="0" algn="l">
                  <a:spcBef>
                    <a:spcPts val="0"/>
                  </a:spcBef>
                  <a:spcAft>
                    <a:spcPts val="0"/>
                  </a:spcAft>
                  <a:buNone/>
                </a:pPr>
                <a:r>
                  <a:t/>
                </a:r>
                <a:endParaRPr/>
              </a:p>
            </p:txBody>
          </p:sp>
          <p:sp>
            <p:nvSpPr>
              <p:cNvPr id="1145" name="Google Shape;1145;p92"/>
              <p:cNvSpPr/>
              <p:nvPr/>
            </p:nvSpPr>
            <p:spPr>
              <a:xfrm>
                <a:off x="4722002" y="3706656"/>
                <a:ext cx="500326" cy="118395"/>
              </a:xfrm>
              <a:custGeom>
                <a:rect b="b" l="l" r="r" t="t"/>
                <a:pathLst>
                  <a:path extrusionOk="0" h="4338" w="18332">
                    <a:moveTo>
                      <a:pt x="0" y="1"/>
                    </a:moveTo>
                    <a:lnTo>
                      <a:pt x="0" y="2185"/>
                    </a:lnTo>
                    <a:lnTo>
                      <a:pt x="7552" y="2185"/>
                    </a:lnTo>
                    <a:lnTo>
                      <a:pt x="7552" y="3261"/>
                    </a:lnTo>
                    <a:lnTo>
                      <a:pt x="5403" y="3261"/>
                    </a:lnTo>
                    <a:lnTo>
                      <a:pt x="5403" y="4338"/>
                    </a:lnTo>
                    <a:lnTo>
                      <a:pt x="12926" y="4338"/>
                    </a:lnTo>
                    <a:lnTo>
                      <a:pt x="12926" y="3261"/>
                    </a:lnTo>
                    <a:lnTo>
                      <a:pt x="10777" y="3261"/>
                    </a:lnTo>
                    <a:lnTo>
                      <a:pt x="10777" y="2185"/>
                    </a:lnTo>
                    <a:lnTo>
                      <a:pt x="18332" y="2185"/>
                    </a:lnTo>
                    <a:lnTo>
                      <a:pt x="18332" y="1"/>
                    </a:lnTo>
                    <a:close/>
                  </a:path>
                </a:pathLst>
              </a:custGeom>
              <a:solidFill>
                <a:srgbClr val="D9EAD3"/>
              </a:solidFill>
              <a:ln>
                <a:noFill/>
              </a:ln>
            </p:spPr>
            <p:txBody>
              <a:bodyPr anchorCtr="0" anchor="ctr" bIns="79350" lIns="79350" spcFirstLastPara="1" rIns="79350" wrap="square" tIns="79350">
                <a:noAutofit/>
              </a:bodyPr>
              <a:lstStyle/>
              <a:p>
                <a:pPr indent="0" lvl="0" marL="0" rtl="0" algn="l">
                  <a:spcBef>
                    <a:spcPts val="0"/>
                  </a:spcBef>
                  <a:spcAft>
                    <a:spcPts val="0"/>
                  </a:spcAft>
                  <a:buNone/>
                </a:pPr>
                <a:r>
                  <a:t/>
                </a:r>
                <a:endParaRPr/>
              </a:p>
            </p:txBody>
          </p:sp>
        </p:grpSp>
      </p:grpSp>
      <p:sp>
        <p:nvSpPr>
          <p:cNvPr id="1146" name="Google Shape;1146;p92"/>
          <p:cNvSpPr txBox="1"/>
          <p:nvPr/>
        </p:nvSpPr>
        <p:spPr>
          <a:xfrm>
            <a:off x="5172223" y="3182775"/>
            <a:ext cx="2741400" cy="500400"/>
          </a:xfrm>
          <a:prstGeom prst="rect">
            <a:avLst/>
          </a:prstGeom>
          <a:noFill/>
          <a:ln>
            <a:noFill/>
          </a:ln>
        </p:spPr>
        <p:txBody>
          <a:bodyPr anchorCtr="0" anchor="b" bIns="91425" lIns="91425" spcFirstLastPara="1" rIns="91425" wrap="square" tIns="91425">
            <a:noAutofit/>
          </a:bodyPr>
          <a:lstStyle/>
          <a:p>
            <a:pPr indent="0" lvl="0" marL="0" rtl="0" algn="l">
              <a:lnSpc>
                <a:spcPct val="115000"/>
              </a:lnSpc>
              <a:spcBef>
                <a:spcPts val="0"/>
              </a:spcBef>
              <a:spcAft>
                <a:spcPts val="0"/>
              </a:spcAft>
              <a:buNone/>
            </a:pPr>
            <a:r>
              <a:rPr b="1" lang="en" sz="1900">
                <a:solidFill>
                  <a:srgbClr val="0C343D"/>
                </a:solidFill>
                <a:latin typeface="Sora"/>
                <a:ea typeface="Sora"/>
                <a:cs typeface="Sora"/>
                <a:sym typeface="Sora"/>
              </a:rPr>
              <a:t>No External Sharing</a:t>
            </a:r>
            <a:endParaRPr b="1" sz="1900">
              <a:solidFill>
                <a:srgbClr val="0C343D"/>
              </a:solidFill>
              <a:latin typeface="Sora"/>
              <a:ea typeface="Sora"/>
              <a:cs typeface="Sora"/>
              <a:sym typeface="Sora"/>
            </a:endParaRPr>
          </a:p>
        </p:txBody>
      </p:sp>
      <p:sp>
        <p:nvSpPr>
          <p:cNvPr id="1147" name="Google Shape;1147;p92"/>
          <p:cNvSpPr txBox="1"/>
          <p:nvPr/>
        </p:nvSpPr>
        <p:spPr>
          <a:xfrm>
            <a:off x="5172225" y="3615725"/>
            <a:ext cx="3179100" cy="1045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300">
                <a:solidFill>
                  <a:srgbClr val="0C343D"/>
                </a:solidFill>
                <a:latin typeface="Sora Light"/>
                <a:ea typeface="Sora Light"/>
                <a:cs typeface="Sora Light"/>
                <a:sym typeface="Sora Light"/>
              </a:rPr>
              <a:t>Your entries never leave our system, they’re processed within our secure environment and never sent to external APIs.</a:t>
            </a:r>
            <a:endParaRPr sz="1300">
              <a:solidFill>
                <a:srgbClr val="0C343D"/>
              </a:solidFill>
              <a:latin typeface="Sora Light"/>
              <a:ea typeface="Sora Light"/>
              <a:cs typeface="Sora Light"/>
              <a:sym typeface="Sora Light"/>
            </a:endParaRPr>
          </a:p>
        </p:txBody>
      </p:sp>
      <p:grpSp>
        <p:nvGrpSpPr>
          <p:cNvPr id="1148" name="Google Shape;1148;p92"/>
          <p:cNvGrpSpPr/>
          <p:nvPr/>
        </p:nvGrpSpPr>
        <p:grpSpPr>
          <a:xfrm>
            <a:off x="4567345" y="3368171"/>
            <a:ext cx="500353" cy="500326"/>
            <a:chOff x="3902108" y="2734934"/>
            <a:chExt cx="500353" cy="500326"/>
          </a:xfrm>
        </p:grpSpPr>
        <p:sp>
          <p:nvSpPr>
            <p:cNvPr id="1149" name="Google Shape;1149;p92"/>
            <p:cNvSpPr/>
            <p:nvPr/>
          </p:nvSpPr>
          <p:spPr>
            <a:xfrm>
              <a:off x="4108112" y="2999671"/>
              <a:ext cx="88073" cy="235589"/>
            </a:xfrm>
            <a:custGeom>
              <a:rect b="b" l="l" r="r" t="t"/>
              <a:pathLst>
                <a:path extrusionOk="0" h="8632" w="3227">
                  <a:moveTo>
                    <a:pt x="541" y="0"/>
                  </a:moveTo>
                  <a:lnTo>
                    <a:pt x="541" y="4334"/>
                  </a:lnTo>
                  <a:lnTo>
                    <a:pt x="1077" y="4334"/>
                  </a:lnTo>
                  <a:lnTo>
                    <a:pt x="1077" y="5410"/>
                  </a:lnTo>
                  <a:lnTo>
                    <a:pt x="1" y="5410"/>
                  </a:lnTo>
                  <a:lnTo>
                    <a:pt x="1" y="8632"/>
                  </a:lnTo>
                  <a:lnTo>
                    <a:pt x="3226" y="8632"/>
                  </a:lnTo>
                  <a:lnTo>
                    <a:pt x="3226" y="5410"/>
                  </a:lnTo>
                  <a:lnTo>
                    <a:pt x="2150" y="5410"/>
                  </a:lnTo>
                  <a:lnTo>
                    <a:pt x="2150" y="4334"/>
                  </a:lnTo>
                  <a:lnTo>
                    <a:pt x="2686" y="4334"/>
                  </a:lnTo>
                  <a:lnTo>
                    <a:pt x="2686"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0" name="Google Shape;1150;p92"/>
            <p:cNvSpPr/>
            <p:nvPr/>
          </p:nvSpPr>
          <p:spPr>
            <a:xfrm>
              <a:off x="4137506" y="2882477"/>
              <a:ext cx="29394" cy="29394"/>
            </a:xfrm>
            <a:custGeom>
              <a:rect b="b" l="l" r="r" t="t"/>
              <a:pathLst>
                <a:path extrusionOk="0" h="1077" w="1077">
                  <a:moveTo>
                    <a:pt x="540" y="0"/>
                  </a:moveTo>
                  <a:cubicBezTo>
                    <a:pt x="244" y="0"/>
                    <a:pt x="0" y="240"/>
                    <a:pt x="0" y="536"/>
                  </a:cubicBezTo>
                  <a:cubicBezTo>
                    <a:pt x="0" y="833"/>
                    <a:pt x="240" y="1076"/>
                    <a:pt x="540" y="1076"/>
                  </a:cubicBezTo>
                  <a:cubicBezTo>
                    <a:pt x="833" y="1076"/>
                    <a:pt x="1076" y="833"/>
                    <a:pt x="1076" y="536"/>
                  </a:cubicBezTo>
                  <a:cubicBezTo>
                    <a:pt x="1076" y="240"/>
                    <a:pt x="833" y="0"/>
                    <a:pt x="540" y="0"/>
                  </a:cubicBez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92"/>
            <p:cNvSpPr/>
            <p:nvPr/>
          </p:nvSpPr>
          <p:spPr>
            <a:xfrm>
              <a:off x="3902108" y="2734934"/>
              <a:ext cx="500353" cy="500326"/>
            </a:xfrm>
            <a:custGeom>
              <a:rect b="b" l="l" r="r" t="t"/>
              <a:pathLst>
                <a:path extrusionOk="0" h="18332" w="18333">
                  <a:moveTo>
                    <a:pt x="9165" y="4326"/>
                  </a:moveTo>
                  <a:cubicBezTo>
                    <a:pt x="10051" y="4326"/>
                    <a:pt x="10774" y="5053"/>
                    <a:pt x="10774" y="5939"/>
                  </a:cubicBezTo>
                  <a:cubicBezTo>
                    <a:pt x="10774" y="6825"/>
                    <a:pt x="10051" y="7548"/>
                    <a:pt x="9165" y="7548"/>
                  </a:cubicBezTo>
                  <a:cubicBezTo>
                    <a:pt x="8279" y="7548"/>
                    <a:pt x="7556" y="6825"/>
                    <a:pt x="7556" y="5939"/>
                  </a:cubicBezTo>
                  <a:cubicBezTo>
                    <a:pt x="7549" y="5053"/>
                    <a:pt x="8272" y="4326"/>
                    <a:pt x="9165" y="4326"/>
                  </a:cubicBezTo>
                  <a:close/>
                  <a:moveTo>
                    <a:pt x="9169" y="0"/>
                  </a:moveTo>
                  <a:lnTo>
                    <a:pt x="2185" y="7559"/>
                  </a:lnTo>
                  <a:lnTo>
                    <a:pt x="4334" y="7559"/>
                  </a:lnTo>
                  <a:lnTo>
                    <a:pt x="4334" y="14037"/>
                  </a:lnTo>
                  <a:lnTo>
                    <a:pt x="5410" y="14037"/>
                  </a:lnTo>
                  <a:lnTo>
                    <a:pt x="5410" y="16186"/>
                  </a:lnTo>
                  <a:lnTo>
                    <a:pt x="3261" y="16186"/>
                  </a:lnTo>
                  <a:lnTo>
                    <a:pt x="3261" y="15110"/>
                  </a:lnTo>
                  <a:lnTo>
                    <a:pt x="1" y="15110"/>
                  </a:lnTo>
                  <a:lnTo>
                    <a:pt x="1" y="18332"/>
                  </a:lnTo>
                  <a:lnTo>
                    <a:pt x="3261" y="18332"/>
                  </a:lnTo>
                  <a:lnTo>
                    <a:pt x="3261" y="17255"/>
                  </a:lnTo>
                  <a:lnTo>
                    <a:pt x="6480" y="17255"/>
                  </a:lnTo>
                  <a:lnTo>
                    <a:pt x="6480" y="14034"/>
                  </a:lnTo>
                  <a:lnTo>
                    <a:pt x="7016" y="14034"/>
                  </a:lnTo>
                  <a:lnTo>
                    <a:pt x="7016" y="8624"/>
                  </a:lnTo>
                  <a:lnTo>
                    <a:pt x="11311" y="8624"/>
                  </a:lnTo>
                  <a:lnTo>
                    <a:pt x="11311" y="14034"/>
                  </a:lnTo>
                  <a:lnTo>
                    <a:pt x="11850" y="14034"/>
                  </a:lnTo>
                  <a:lnTo>
                    <a:pt x="11850" y="17255"/>
                  </a:lnTo>
                  <a:lnTo>
                    <a:pt x="15076" y="17255"/>
                  </a:lnTo>
                  <a:lnTo>
                    <a:pt x="15076" y="18332"/>
                  </a:lnTo>
                  <a:lnTo>
                    <a:pt x="18333" y="18332"/>
                  </a:lnTo>
                  <a:lnTo>
                    <a:pt x="18333" y="15110"/>
                  </a:lnTo>
                  <a:lnTo>
                    <a:pt x="15076" y="15110"/>
                  </a:lnTo>
                  <a:lnTo>
                    <a:pt x="15076" y="16186"/>
                  </a:lnTo>
                  <a:lnTo>
                    <a:pt x="12927" y="16186"/>
                  </a:lnTo>
                  <a:lnTo>
                    <a:pt x="12927" y="14037"/>
                  </a:lnTo>
                  <a:lnTo>
                    <a:pt x="14003" y="14037"/>
                  </a:lnTo>
                  <a:lnTo>
                    <a:pt x="14003" y="7559"/>
                  </a:lnTo>
                  <a:lnTo>
                    <a:pt x="16152" y="7559"/>
                  </a:lnTo>
                  <a:lnTo>
                    <a:pt x="14003" y="5240"/>
                  </a:lnTo>
                  <a:lnTo>
                    <a:pt x="14003" y="0"/>
                  </a:lnTo>
                  <a:lnTo>
                    <a:pt x="10778" y="0"/>
                  </a:lnTo>
                  <a:lnTo>
                    <a:pt x="10778" y="1736"/>
                  </a:lnTo>
                  <a:lnTo>
                    <a:pt x="9169" y="0"/>
                  </a:lnTo>
                  <a:close/>
                </a:path>
              </a:pathLst>
            </a:cu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2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0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5" name="Shape 1155"/>
        <p:cNvGrpSpPr/>
        <p:nvPr/>
      </p:nvGrpSpPr>
      <p:grpSpPr>
        <a:xfrm>
          <a:off x="0" y="0"/>
          <a:ext cx="0" cy="0"/>
          <a:chOff x="0" y="0"/>
          <a:chExt cx="0" cy="0"/>
        </a:xfrm>
      </p:grpSpPr>
      <p:sp>
        <p:nvSpPr>
          <p:cNvPr id="1156" name="Google Shape;1156;p9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Model Configuration</a:t>
            </a:r>
            <a:endParaRPr/>
          </a:p>
        </p:txBody>
      </p:sp>
      <p:sp>
        <p:nvSpPr>
          <p:cNvPr id="1157" name="Google Shape;1157;p93"/>
          <p:cNvSpPr txBox="1"/>
          <p:nvPr>
            <p:ph idx="4294967295" type="body"/>
          </p:nvPr>
        </p:nvSpPr>
        <p:spPr>
          <a:xfrm>
            <a:off x="720000" y="1441950"/>
            <a:ext cx="3126600" cy="25215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SzPts val="2000"/>
              <a:buFont typeface="Sora"/>
              <a:buChar char="●"/>
            </a:pPr>
            <a:r>
              <a:rPr lang="en" sz="2000">
                <a:latin typeface="Sora"/>
                <a:ea typeface="Sora"/>
                <a:cs typeface="Sora"/>
                <a:sym typeface="Sora"/>
              </a:rPr>
              <a:t>Gemma2-9B-IT</a:t>
            </a:r>
            <a:endParaRPr sz="1600">
              <a:latin typeface="Sora"/>
              <a:ea typeface="Sora"/>
              <a:cs typeface="Sora"/>
              <a:sym typeface="Sora"/>
            </a:endParaRPr>
          </a:p>
          <a:p>
            <a:pPr indent="0" lvl="0" marL="1371600" rtl="0" algn="l">
              <a:spcBef>
                <a:spcPts val="0"/>
              </a:spcBef>
              <a:spcAft>
                <a:spcPts val="0"/>
              </a:spcAft>
              <a:buNone/>
            </a:pPr>
            <a:r>
              <a:t/>
            </a:r>
            <a:endParaRPr sz="2000">
              <a:latin typeface="Sora"/>
              <a:ea typeface="Sora"/>
              <a:cs typeface="Sora"/>
              <a:sym typeface="Sora"/>
            </a:endParaRPr>
          </a:p>
          <a:p>
            <a:pPr indent="-355600" lvl="0" marL="457200" rtl="0" algn="l">
              <a:spcBef>
                <a:spcPts val="0"/>
              </a:spcBef>
              <a:spcAft>
                <a:spcPts val="0"/>
              </a:spcAft>
              <a:buSzPts val="2000"/>
              <a:buFont typeface="Sora"/>
              <a:buChar char="●"/>
            </a:pPr>
            <a:r>
              <a:rPr lang="en" sz="2000">
                <a:latin typeface="Sora"/>
                <a:ea typeface="Sora"/>
                <a:cs typeface="Sora"/>
                <a:sym typeface="Sora"/>
              </a:rPr>
              <a:t>4-bit AWQ</a:t>
            </a:r>
            <a:endParaRPr sz="2000">
              <a:latin typeface="Sora"/>
              <a:ea typeface="Sora"/>
              <a:cs typeface="Sora"/>
              <a:sym typeface="Sora"/>
            </a:endParaRPr>
          </a:p>
          <a:p>
            <a:pPr indent="0" lvl="0" marL="457200" rtl="0" algn="l">
              <a:spcBef>
                <a:spcPts val="0"/>
              </a:spcBef>
              <a:spcAft>
                <a:spcPts val="0"/>
              </a:spcAft>
              <a:buNone/>
            </a:pPr>
            <a:r>
              <a:t/>
            </a:r>
            <a:endParaRPr sz="2000">
              <a:latin typeface="Sora"/>
              <a:ea typeface="Sora"/>
              <a:cs typeface="Sora"/>
              <a:sym typeface="Sora"/>
            </a:endParaRPr>
          </a:p>
          <a:p>
            <a:pPr indent="-355600" lvl="0" marL="457200" rtl="0" algn="l">
              <a:spcBef>
                <a:spcPts val="0"/>
              </a:spcBef>
              <a:spcAft>
                <a:spcPts val="0"/>
              </a:spcAft>
              <a:buSzPts val="2000"/>
              <a:buFont typeface="Sora"/>
              <a:buChar char="●"/>
            </a:pPr>
            <a:r>
              <a:rPr lang="en" sz="2000">
                <a:latin typeface="Sora"/>
                <a:ea typeface="Sora"/>
                <a:cs typeface="Sora"/>
                <a:sym typeface="Sora"/>
              </a:rPr>
              <a:t>vLLM</a:t>
            </a:r>
            <a:endParaRPr sz="2000">
              <a:latin typeface="Sora"/>
              <a:ea typeface="Sora"/>
              <a:cs typeface="Sora"/>
              <a:sym typeface="Sora"/>
            </a:endParaRPr>
          </a:p>
          <a:p>
            <a:pPr indent="-317500" lvl="1" marL="914400" rtl="0" algn="l">
              <a:spcBef>
                <a:spcPts val="0"/>
              </a:spcBef>
              <a:spcAft>
                <a:spcPts val="0"/>
              </a:spcAft>
              <a:buSzPts val="1400"/>
              <a:buFont typeface="Sora"/>
              <a:buChar char="○"/>
            </a:pPr>
            <a:r>
              <a:rPr lang="en">
                <a:latin typeface="Sora"/>
                <a:ea typeface="Sora"/>
                <a:cs typeface="Sora"/>
                <a:sym typeface="Sora"/>
              </a:rPr>
              <a:t>Continuous batching</a:t>
            </a:r>
            <a:endParaRPr>
              <a:latin typeface="Sora"/>
              <a:ea typeface="Sora"/>
              <a:cs typeface="Sora"/>
              <a:sym typeface="Sora"/>
            </a:endParaRPr>
          </a:p>
          <a:p>
            <a:pPr indent="-317500" lvl="1" marL="914400" rtl="0" algn="l">
              <a:spcBef>
                <a:spcPts val="0"/>
              </a:spcBef>
              <a:spcAft>
                <a:spcPts val="0"/>
              </a:spcAft>
              <a:buSzPts val="1400"/>
              <a:buFont typeface="Sora"/>
              <a:buChar char="○"/>
            </a:pPr>
            <a:r>
              <a:rPr lang="en">
                <a:latin typeface="Sora"/>
                <a:ea typeface="Sora"/>
                <a:cs typeface="Sora"/>
                <a:sym typeface="Sora"/>
              </a:rPr>
              <a:t>KV Caching in blocks</a:t>
            </a:r>
            <a:endParaRPr>
              <a:latin typeface="Sora"/>
              <a:ea typeface="Sora"/>
              <a:cs typeface="Sora"/>
              <a:sym typeface="Sora"/>
            </a:endParaRPr>
          </a:p>
        </p:txBody>
      </p:sp>
      <p:pic>
        <p:nvPicPr>
          <p:cNvPr id="1158" name="Google Shape;1158;p93"/>
          <p:cNvPicPr preferRelativeResize="0"/>
          <p:nvPr/>
        </p:nvPicPr>
        <p:blipFill>
          <a:blip r:embed="rId3">
            <a:alphaModFix/>
          </a:blip>
          <a:stretch>
            <a:fillRect/>
          </a:stretch>
        </p:blipFill>
        <p:spPr>
          <a:xfrm>
            <a:off x="3936575" y="1441950"/>
            <a:ext cx="5000352" cy="2812674"/>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2" name="Shape 1162"/>
        <p:cNvGrpSpPr/>
        <p:nvPr/>
      </p:nvGrpSpPr>
      <p:grpSpPr>
        <a:xfrm>
          <a:off x="0" y="0"/>
          <a:ext cx="0" cy="0"/>
          <a:chOff x="0" y="0"/>
          <a:chExt cx="0" cy="0"/>
        </a:xfrm>
      </p:grpSpPr>
      <p:sp>
        <p:nvSpPr>
          <p:cNvPr id="1163" name="Google Shape;1163;p94"/>
          <p:cNvSpPr txBox="1"/>
          <p:nvPr/>
        </p:nvSpPr>
        <p:spPr>
          <a:xfrm>
            <a:off x="3829475" y="2723029"/>
            <a:ext cx="1761600" cy="1043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300">
                <a:solidFill>
                  <a:schemeClr val="lt2"/>
                </a:solidFill>
                <a:latin typeface="Sora"/>
                <a:ea typeface="Sora"/>
                <a:cs typeface="Sora"/>
                <a:sym typeface="Sora"/>
              </a:rPr>
              <a:t>Summarization</a:t>
            </a:r>
            <a:endParaRPr b="1" sz="1300">
              <a:solidFill>
                <a:schemeClr val="lt2"/>
              </a:solidFill>
              <a:latin typeface="Sora"/>
              <a:ea typeface="Sora"/>
              <a:cs typeface="Sora"/>
              <a:sym typeface="Sora"/>
            </a:endParaRPr>
          </a:p>
          <a:p>
            <a:pPr indent="0" lvl="0" marL="0" rtl="0" algn="l">
              <a:lnSpc>
                <a:spcPct val="115000"/>
              </a:lnSpc>
              <a:spcBef>
                <a:spcPts val="0"/>
              </a:spcBef>
              <a:spcAft>
                <a:spcPts val="0"/>
              </a:spcAft>
              <a:buNone/>
            </a:pPr>
            <a:r>
              <a:rPr lang="en" sz="1200">
                <a:solidFill>
                  <a:schemeClr val="dk1"/>
                </a:solidFill>
                <a:latin typeface="Sora Light"/>
                <a:ea typeface="Sora Light"/>
                <a:cs typeface="Sora Light"/>
                <a:sym typeface="Sora Light"/>
              </a:rPr>
              <a:t>Summarize user’s journal entry for key high-level themes </a:t>
            </a:r>
            <a:endParaRPr sz="1200">
              <a:solidFill>
                <a:schemeClr val="dk2"/>
              </a:solidFill>
              <a:latin typeface="Sora Light"/>
              <a:ea typeface="Sora Light"/>
              <a:cs typeface="Sora Light"/>
              <a:sym typeface="Sora Light"/>
            </a:endParaRPr>
          </a:p>
        </p:txBody>
      </p:sp>
      <p:sp>
        <p:nvSpPr>
          <p:cNvPr id="1164" name="Google Shape;1164;p9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RAG Architecture</a:t>
            </a:r>
            <a:endParaRPr/>
          </a:p>
        </p:txBody>
      </p:sp>
      <p:grpSp>
        <p:nvGrpSpPr>
          <p:cNvPr id="1165" name="Google Shape;1165;p94"/>
          <p:cNvGrpSpPr/>
          <p:nvPr/>
        </p:nvGrpSpPr>
        <p:grpSpPr>
          <a:xfrm>
            <a:off x="875378" y="1868874"/>
            <a:ext cx="729163" cy="683372"/>
            <a:chOff x="-3030525" y="3973150"/>
            <a:chExt cx="293025" cy="257575"/>
          </a:xfrm>
        </p:grpSpPr>
        <p:sp>
          <p:nvSpPr>
            <p:cNvPr id="1166" name="Google Shape;1166;p94"/>
            <p:cNvSpPr/>
            <p:nvPr/>
          </p:nvSpPr>
          <p:spPr>
            <a:xfrm>
              <a:off x="-3029750" y="3973150"/>
              <a:ext cx="292250" cy="68550"/>
            </a:xfrm>
            <a:custGeom>
              <a:rect b="b" l="l" r="r" t="t"/>
              <a:pathLst>
                <a:path extrusionOk="0" h="2742" w="11690">
                  <a:moveTo>
                    <a:pt x="1702" y="1355"/>
                  </a:moveTo>
                  <a:cubicBezTo>
                    <a:pt x="1891" y="1355"/>
                    <a:pt x="2049" y="1513"/>
                    <a:pt x="2049" y="1702"/>
                  </a:cubicBezTo>
                  <a:cubicBezTo>
                    <a:pt x="2049" y="1922"/>
                    <a:pt x="1891" y="2080"/>
                    <a:pt x="1702" y="2080"/>
                  </a:cubicBezTo>
                  <a:cubicBezTo>
                    <a:pt x="1513" y="2080"/>
                    <a:pt x="1356" y="1922"/>
                    <a:pt x="1356" y="1702"/>
                  </a:cubicBezTo>
                  <a:cubicBezTo>
                    <a:pt x="1356" y="1513"/>
                    <a:pt x="1513" y="1355"/>
                    <a:pt x="1702" y="1355"/>
                  </a:cubicBezTo>
                  <a:close/>
                  <a:moveTo>
                    <a:pt x="3088" y="1355"/>
                  </a:moveTo>
                  <a:cubicBezTo>
                    <a:pt x="3277" y="1355"/>
                    <a:pt x="3435" y="1513"/>
                    <a:pt x="3435" y="1702"/>
                  </a:cubicBezTo>
                  <a:cubicBezTo>
                    <a:pt x="3435" y="1922"/>
                    <a:pt x="3277" y="2080"/>
                    <a:pt x="3088" y="2080"/>
                  </a:cubicBezTo>
                  <a:cubicBezTo>
                    <a:pt x="2868" y="2080"/>
                    <a:pt x="2710" y="1922"/>
                    <a:pt x="2710" y="1702"/>
                  </a:cubicBezTo>
                  <a:cubicBezTo>
                    <a:pt x="2710" y="1513"/>
                    <a:pt x="2868" y="1355"/>
                    <a:pt x="3088" y="1355"/>
                  </a:cubicBezTo>
                  <a:close/>
                  <a:moveTo>
                    <a:pt x="9925" y="1387"/>
                  </a:moveTo>
                  <a:cubicBezTo>
                    <a:pt x="10366" y="1387"/>
                    <a:pt x="10366" y="2080"/>
                    <a:pt x="9925" y="2080"/>
                  </a:cubicBezTo>
                  <a:lnTo>
                    <a:pt x="5829" y="2080"/>
                  </a:lnTo>
                  <a:cubicBezTo>
                    <a:pt x="5388" y="2080"/>
                    <a:pt x="5357" y="1387"/>
                    <a:pt x="5829" y="1387"/>
                  </a:cubicBezTo>
                  <a:close/>
                  <a:moveTo>
                    <a:pt x="1041" y="1"/>
                  </a:moveTo>
                  <a:cubicBezTo>
                    <a:pt x="473" y="1"/>
                    <a:pt x="1" y="473"/>
                    <a:pt x="1" y="1040"/>
                  </a:cubicBezTo>
                  <a:lnTo>
                    <a:pt x="1" y="2741"/>
                  </a:lnTo>
                  <a:lnTo>
                    <a:pt x="11689" y="2741"/>
                  </a:lnTo>
                  <a:lnTo>
                    <a:pt x="11689" y="1040"/>
                  </a:lnTo>
                  <a:cubicBezTo>
                    <a:pt x="11658" y="505"/>
                    <a:pt x="11248" y="1"/>
                    <a:pt x="10650" y="1"/>
                  </a:cubicBezTo>
                  <a:close/>
                </a:path>
              </a:pathLst>
            </a:custGeom>
            <a:solidFill>
              <a:schemeClr val="accent3"/>
            </a:solidFill>
            <a:ln>
              <a:noFill/>
            </a:ln>
          </p:spPr>
          <p:txBody>
            <a:bodyPr anchorCtr="0" anchor="ctr" bIns="191575" lIns="191575" spcFirstLastPara="1" rIns="191575" wrap="square" tIns="191575">
              <a:noAutofit/>
            </a:bodyPr>
            <a:lstStyle/>
            <a:p>
              <a:pPr indent="0" lvl="0" marL="0" rtl="0" algn="l">
                <a:spcBef>
                  <a:spcPts val="0"/>
                </a:spcBef>
                <a:spcAft>
                  <a:spcPts val="0"/>
                </a:spcAft>
                <a:buNone/>
              </a:pPr>
              <a:r>
                <a:t/>
              </a:r>
              <a:endParaRPr sz="1392">
                <a:highlight>
                  <a:srgbClr val="134F5C"/>
                </a:highlight>
              </a:endParaRPr>
            </a:p>
          </p:txBody>
        </p:sp>
        <p:sp>
          <p:nvSpPr>
            <p:cNvPr id="1167" name="Google Shape;1167;p94"/>
            <p:cNvSpPr/>
            <p:nvPr/>
          </p:nvSpPr>
          <p:spPr>
            <a:xfrm>
              <a:off x="-3030525" y="4059000"/>
              <a:ext cx="292225" cy="171725"/>
            </a:xfrm>
            <a:custGeom>
              <a:rect b="b" l="l" r="r" t="t"/>
              <a:pathLst>
                <a:path extrusionOk="0" h="6869" w="11689">
                  <a:moveTo>
                    <a:pt x="3773" y="1366"/>
                  </a:moveTo>
                  <a:cubicBezTo>
                    <a:pt x="4065" y="1366"/>
                    <a:pt x="4260" y="1775"/>
                    <a:pt x="3970" y="1985"/>
                  </a:cubicBezTo>
                  <a:lnTo>
                    <a:pt x="2363" y="3088"/>
                  </a:lnTo>
                  <a:lnTo>
                    <a:pt x="3970" y="4191"/>
                  </a:lnTo>
                  <a:cubicBezTo>
                    <a:pt x="4252" y="4370"/>
                    <a:pt x="4075" y="4801"/>
                    <a:pt x="3795" y="4801"/>
                  </a:cubicBezTo>
                  <a:cubicBezTo>
                    <a:pt x="3731" y="4801"/>
                    <a:pt x="3662" y="4779"/>
                    <a:pt x="3592" y="4726"/>
                  </a:cubicBezTo>
                  <a:lnTo>
                    <a:pt x="1544" y="3372"/>
                  </a:lnTo>
                  <a:cubicBezTo>
                    <a:pt x="1324" y="3246"/>
                    <a:pt x="1324" y="2962"/>
                    <a:pt x="1544" y="2805"/>
                  </a:cubicBezTo>
                  <a:lnTo>
                    <a:pt x="3592" y="1418"/>
                  </a:lnTo>
                  <a:cubicBezTo>
                    <a:pt x="3654" y="1382"/>
                    <a:pt x="3715" y="1366"/>
                    <a:pt x="3773" y="1366"/>
                  </a:cubicBezTo>
                  <a:close/>
                  <a:moveTo>
                    <a:pt x="7912" y="1407"/>
                  </a:moveTo>
                  <a:cubicBezTo>
                    <a:pt x="7979" y="1407"/>
                    <a:pt x="8053" y="1429"/>
                    <a:pt x="8129" y="1481"/>
                  </a:cubicBezTo>
                  <a:lnTo>
                    <a:pt x="10145" y="2836"/>
                  </a:lnTo>
                  <a:cubicBezTo>
                    <a:pt x="10366" y="2962"/>
                    <a:pt x="10366" y="3277"/>
                    <a:pt x="10145" y="3403"/>
                  </a:cubicBezTo>
                  <a:lnTo>
                    <a:pt x="8129" y="4789"/>
                  </a:lnTo>
                  <a:cubicBezTo>
                    <a:pt x="8061" y="4826"/>
                    <a:pt x="7996" y="4841"/>
                    <a:pt x="7935" y="4841"/>
                  </a:cubicBezTo>
                  <a:cubicBezTo>
                    <a:pt x="7624" y="4841"/>
                    <a:pt x="7430" y="4433"/>
                    <a:pt x="7719" y="4222"/>
                  </a:cubicBezTo>
                  <a:lnTo>
                    <a:pt x="9326" y="3120"/>
                  </a:lnTo>
                  <a:lnTo>
                    <a:pt x="7719" y="2017"/>
                  </a:lnTo>
                  <a:cubicBezTo>
                    <a:pt x="7437" y="1837"/>
                    <a:pt x="7615" y="1407"/>
                    <a:pt x="7912" y="1407"/>
                  </a:cubicBezTo>
                  <a:close/>
                  <a:moveTo>
                    <a:pt x="6515" y="714"/>
                  </a:moveTo>
                  <a:cubicBezTo>
                    <a:pt x="6728" y="714"/>
                    <a:pt x="6948" y="909"/>
                    <a:pt x="6868" y="1166"/>
                  </a:cubicBezTo>
                  <a:lnTo>
                    <a:pt x="5482" y="5262"/>
                  </a:lnTo>
                  <a:cubicBezTo>
                    <a:pt x="5434" y="5420"/>
                    <a:pt x="5306" y="5489"/>
                    <a:pt x="5176" y="5489"/>
                  </a:cubicBezTo>
                  <a:cubicBezTo>
                    <a:pt x="4968" y="5489"/>
                    <a:pt x="4755" y="5313"/>
                    <a:pt x="4852" y="5041"/>
                  </a:cubicBezTo>
                  <a:lnTo>
                    <a:pt x="6207" y="946"/>
                  </a:lnTo>
                  <a:cubicBezTo>
                    <a:pt x="6265" y="782"/>
                    <a:pt x="6389" y="714"/>
                    <a:pt x="6515" y="714"/>
                  </a:cubicBezTo>
                  <a:close/>
                  <a:moveTo>
                    <a:pt x="0" y="1"/>
                  </a:moveTo>
                  <a:lnTo>
                    <a:pt x="0" y="5829"/>
                  </a:lnTo>
                  <a:lnTo>
                    <a:pt x="32" y="5829"/>
                  </a:lnTo>
                  <a:cubicBezTo>
                    <a:pt x="32" y="6396"/>
                    <a:pt x="504" y="6869"/>
                    <a:pt x="1072" y="6869"/>
                  </a:cubicBezTo>
                  <a:lnTo>
                    <a:pt x="10681" y="6869"/>
                  </a:lnTo>
                  <a:cubicBezTo>
                    <a:pt x="11216" y="6869"/>
                    <a:pt x="11689" y="6396"/>
                    <a:pt x="11689" y="5829"/>
                  </a:cubicBezTo>
                  <a:lnTo>
                    <a:pt x="11689" y="1"/>
                  </a:lnTo>
                  <a:close/>
                </a:path>
              </a:pathLst>
            </a:custGeom>
            <a:solidFill>
              <a:schemeClr val="accent3"/>
            </a:solidFill>
            <a:ln>
              <a:noFill/>
            </a:ln>
          </p:spPr>
          <p:txBody>
            <a:bodyPr anchorCtr="0" anchor="ctr" bIns="191575" lIns="191575" spcFirstLastPara="1" rIns="191575" wrap="square" tIns="191575">
              <a:noAutofit/>
            </a:bodyPr>
            <a:lstStyle/>
            <a:p>
              <a:pPr indent="0" lvl="0" marL="0" rtl="0" algn="l">
                <a:spcBef>
                  <a:spcPts val="0"/>
                </a:spcBef>
                <a:spcAft>
                  <a:spcPts val="0"/>
                </a:spcAft>
                <a:buNone/>
              </a:pPr>
              <a:r>
                <a:t/>
              </a:r>
              <a:endParaRPr sz="1392">
                <a:highlight>
                  <a:srgbClr val="134F5C"/>
                </a:highlight>
              </a:endParaRPr>
            </a:p>
          </p:txBody>
        </p:sp>
      </p:grpSp>
      <p:sp>
        <p:nvSpPr>
          <p:cNvPr id="1168" name="Google Shape;1168;p94"/>
          <p:cNvSpPr txBox="1"/>
          <p:nvPr/>
        </p:nvSpPr>
        <p:spPr>
          <a:xfrm>
            <a:off x="642300" y="2723029"/>
            <a:ext cx="1474500" cy="963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300">
                <a:solidFill>
                  <a:schemeClr val="lt2"/>
                </a:solidFill>
                <a:latin typeface="Sora"/>
                <a:ea typeface="Sora"/>
                <a:cs typeface="Sora"/>
                <a:sym typeface="Sora"/>
              </a:rPr>
              <a:t>Data Ingestion </a:t>
            </a:r>
            <a:endParaRPr b="1" sz="1300">
              <a:solidFill>
                <a:schemeClr val="lt2"/>
              </a:solidFill>
              <a:latin typeface="Sora"/>
              <a:ea typeface="Sora"/>
              <a:cs typeface="Sora"/>
              <a:sym typeface="Sora"/>
            </a:endParaRPr>
          </a:p>
          <a:p>
            <a:pPr indent="0" lvl="0" marL="0" rtl="0" algn="l">
              <a:lnSpc>
                <a:spcPct val="115000"/>
              </a:lnSpc>
              <a:spcBef>
                <a:spcPts val="0"/>
              </a:spcBef>
              <a:spcAft>
                <a:spcPts val="0"/>
              </a:spcAft>
              <a:buNone/>
            </a:pPr>
            <a:r>
              <a:rPr lang="en" sz="1200">
                <a:solidFill>
                  <a:schemeClr val="dk1"/>
                </a:solidFill>
                <a:latin typeface="Sora Light"/>
                <a:ea typeface="Sora Light"/>
                <a:cs typeface="Sora Light"/>
                <a:sym typeface="Sora Light"/>
              </a:rPr>
              <a:t>Extract &amp; load CBT-related documents </a:t>
            </a:r>
            <a:endParaRPr sz="1200">
              <a:solidFill>
                <a:schemeClr val="dk1"/>
              </a:solidFill>
              <a:latin typeface="Sora Light"/>
              <a:ea typeface="Sora Light"/>
              <a:cs typeface="Sora Light"/>
              <a:sym typeface="Sora Light"/>
            </a:endParaRPr>
          </a:p>
        </p:txBody>
      </p:sp>
      <p:sp>
        <p:nvSpPr>
          <p:cNvPr id="1169" name="Google Shape;1169;p94"/>
          <p:cNvSpPr txBox="1"/>
          <p:nvPr/>
        </p:nvSpPr>
        <p:spPr>
          <a:xfrm>
            <a:off x="2235889" y="2723029"/>
            <a:ext cx="1474500" cy="1081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300">
                <a:solidFill>
                  <a:schemeClr val="lt2"/>
                </a:solidFill>
                <a:latin typeface="Sora"/>
                <a:ea typeface="Sora"/>
                <a:cs typeface="Sora"/>
                <a:sym typeface="Sora"/>
              </a:rPr>
              <a:t>Data Loading </a:t>
            </a:r>
            <a:endParaRPr b="1" sz="1300">
              <a:solidFill>
                <a:schemeClr val="lt2"/>
              </a:solidFill>
              <a:latin typeface="Sora"/>
              <a:ea typeface="Sora"/>
              <a:cs typeface="Sora"/>
              <a:sym typeface="Sora"/>
            </a:endParaRPr>
          </a:p>
          <a:p>
            <a:pPr indent="0" lvl="0" marL="0" rtl="0" algn="l">
              <a:lnSpc>
                <a:spcPct val="115000"/>
              </a:lnSpc>
              <a:spcBef>
                <a:spcPts val="0"/>
              </a:spcBef>
              <a:spcAft>
                <a:spcPts val="0"/>
              </a:spcAft>
              <a:buNone/>
            </a:pPr>
            <a:r>
              <a:rPr lang="en" sz="1200">
                <a:solidFill>
                  <a:schemeClr val="dk1"/>
                </a:solidFill>
                <a:latin typeface="Sora Light"/>
                <a:ea typeface="Sora Light"/>
                <a:cs typeface="Sora Light"/>
                <a:sym typeface="Sora Light"/>
              </a:rPr>
              <a:t>Convert loaded text into embeddings</a:t>
            </a:r>
            <a:endParaRPr sz="1200">
              <a:solidFill>
                <a:schemeClr val="dk1"/>
              </a:solidFill>
              <a:latin typeface="Sora Light"/>
              <a:ea typeface="Sora Light"/>
              <a:cs typeface="Sora Light"/>
              <a:sym typeface="Sora Light"/>
            </a:endParaRPr>
          </a:p>
        </p:txBody>
      </p:sp>
      <p:sp>
        <p:nvSpPr>
          <p:cNvPr id="1170" name="Google Shape;1170;p94"/>
          <p:cNvSpPr txBox="1"/>
          <p:nvPr/>
        </p:nvSpPr>
        <p:spPr>
          <a:xfrm>
            <a:off x="5630736" y="2723029"/>
            <a:ext cx="1597800" cy="1379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300">
                <a:solidFill>
                  <a:schemeClr val="lt2"/>
                </a:solidFill>
                <a:latin typeface="Sora"/>
                <a:ea typeface="Sora"/>
                <a:cs typeface="Sora"/>
                <a:sym typeface="Sora"/>
              </a:rPr>
              <a:t>Data Retrieval</a:t>
            </a:r>
            <a:r>
              <a:rPr b="1" lang="en" sz="1300">
                <a:solidFill>
                  <a:schemeClr val="lt2"/>
                </a:solidFill>
                <a:latin typeface="Sora"/>
                <a:ea typeface="Sora"/>
                <a:cs typeface="Sora"/>
                <a:sym typeface="Sora"/>
              </a:rPr>
              <a:t> </a:t>
            </a:r>
            <a:endParaRPr b="1" sz="1300">
              <a:solidFill>
                <a:schemeClr val="lt2"/>
              </a:solidFill>
              <a:latin typeface="Sora"/>
              <a:ea typeface="Sora"/>
              <a:cs typeface="Sora"/>
              <a:sym typeface="Sora"/>
            </a:endParaRPr>
          </a:p>
          <a:p>
            <a:pPr indent="0" lvl="0" marL="0" rtl="0" algn="l">
              <a:lnSpc>
                <a:spcPct val="115000"/>
              </a:lnSpc>
              <a:spcBef>
                <a:spcPts val="0"/>
              </a:spcBef>
              <a:spcAft>
                <a:spcPts val="0"/>
              </a:spcAft>
              <a:buNone/>
            </a:pPr>
            <a:r>
              <a:rPr lang="en" sz="1200">
                <a:solidFill>
                  <a:schemeClr val="dk1"/>
                </a:solidFill>
                <a:latin typeface="Sora Light"/>
                <a:ea typeface="Sora Light"/>
                <a:cs typeface="Sora Light"/>
                <a:sym typeface="Sora Light"/>
              </a:rPr>
              <a:t>Retrieve CBT-relevant context and feed into the LLM</a:t>
            </a:r>
            <a:endParaRPr sz="1200">
              <a:solidFill>
                <a:schemeClr val="dk1"/>
              </a:solidFill>
              <a:latin typeface="Sora Light"/>
              <a:ea typeface="Sora Light"/>
              <a:cs typeface="Sora Light"/>
              <a:sym typeface="Sora Light"/>
            </a:endParaRPr>
          </a:p>
        </p:txBody>
      </p:sp>
      <p:grpSp>
        <p:nvGrpSpPr>
          <p:cNvPr id="1171" name="Google Shape;1171;p94"/>
          <p:cNvGrpSpPr/>
          <p:nvPr/>
        </p:nvGrpSpPr>
        <p:grpSpPr>
          <a:xfrm>
            <a:off x="2487296" y="1829513"/>
            <a:ext cx="672085" cy="683338"/>
            <a:chOff x="2304569" y="2129723"/>
            <a:chExt cx="500435" cy="439955"/>
          </a:xfrm>
        </p:grpSpPr>
        <p:sp>
          <p:nvSpPr>
            <p:cNvPr id="1172" name="Google Shape;1172;p94"/>
            <p:cNvSpPr/>
            <p:nvPr/>
          </p:nvSpPr>
          <p:spPr>
            <a:xfrm>
              <a:off x="2304569" y="2129723"/>
              <a:ext cx="500353" cy="176091"/>
            </a:xfrm>
            <a:custGeom>
              <a:rect b="b" l="l" r="r" t="t"/>
              <a:pathLst>
                <a:path extrusionOk="0" h="6452" w="18333">
                  <a:moveTo>
                    <a:pt x="9164" y="1"/>
                  </a:moveTo>
                  <a:lnTo>
                    <a:pt x="0" y="3226"/>
                  </a:lnTo>
                  <a:lnTo>
                    <a:pt x="9164" y="6451"/>
                  </a:lnTo>
                  <a:lnTo>
                    <a:pt x="18332" y="3226"/>
                  </a:lnTo>
                  <a:lnTo>
                    <a:pt x="9164" y="1"/>
                  </a:lnTo>
                  <a:close/>
                </a:path>
              </a:pathLst>
            </a:custGeom>
            <a:solidFill>
              <a:schemeClr val="accent3"/>
            </a:solidFill>
            <a:ln>
              <a:noFill/>
            </a:ln>
          </p:spPr>
          <p:txBody>
            <a:bodyPr anchorCtr="0" anchor="ctr" bIns="149225" lIns="149225" spcFirstLastPara="1" rIns="149225" wrap="square" tIns="149225">
              <a:noAutofit/>
            </a:bodyPr>
            <a:lstStyle/>
            <a:p>
              <a:pPr indent="0" lvl="0" marL="0" rtl="0" algn="l">
                <a:spcBef>
                  <a:spcPts val="0"/>
                </a:spcBef>
                <a:spcAft>
                  <a:spcPts val="0"/>
                </a:spcAft>
                <a:buNone/>
              </a:pPr>
              <a:r>
                <a:t/>
              </a:r>
              <a:endParaRPr sz="1392">
                <a:solidFill>
                  <a:schemeClr val="dk2"/>
                </a:solidFill>
                <a:highlight>
                  <a:srgbClr val="134F5C"/>
                </a:highlight>
              </a:endParaRPr>
            </a:p>
          </p:txBody>
        </p:sp>
        <p:sp>
          <p:nvSpPr>
            <p:cNvPr id="1173" name="Google Shape;1173;p94"/>
            <p:cNvSpPr/>
            <p:nvPr/>
          </p:nvSpPr>
          <p:spPr>
            <a:xfrm>
              <a:off x="2304651" y="2277375"/>
              <a:ext cx="500353" cy="116457"/>
            </a:xfrm>
            <a:custGeom>
              <a:rect b="b" l="l" r="r" t="t"/>
              <a:pathLst>
                <a:path extrusionOk="0" h="4267" w="18333">
                  <a:moveTo>
                    <a:pt x="2951" y="0"/>
                  </a:moveTo>
                  <a:lnTo>
                    <a:pt x="1" y="1041"/>
                  </a:lnTo>
                  <a:lnTo>
                    <a:pt x="9165" y="4266"/>
                  </a:lnTo>
                  <a:lnTo>
                    <a:pt x="18333" y="1041"/>
                  </a:lnTo>
                  <a:lnTo>
                    <a:pt x="15383" y="0"/>
                  </a:lnTo>
                  <a:lnTo>
                    <a:pt x="9168" y="2181"/>
                  </a:lnTo>
                  <a:lnTo>
                    <a:pt x="2951" y="0"/>
                  </a:lnTo>
                  <a:close/>
                </a:path>
              </a:pathLst>
            </a:custGeom>
            <a:solidFill>
              <a:schemeClr val="accent3"/>
            </a:solidFill>
            <a:ln>
              <a:noFill/>
            </a:ln>
          </p:spPr>
          <p:txBody>
            <a:bodyPr anchorCtr="0" anchor="ctr" bIns="149225" lIns="149225" spcFirstLastPara="1" rIns="149225" wrap="square" tIns="149225">
              <a:noAutofit/>
            </a:bodyPr>
            <a:lstStyle/>
            <a:p>
              <a:pPr indent="0" lvl="0" marL="0" rtl="0" algn="l">
                <a:spcBef>
                  <a:spcPts val="0"/>
                </a:spcBef>
                <a:spcAft>
                  <a:spcPts val="0"/>
                </a:spcAft>
                <a:buNone/>
              </a:pPr>
              <a:r>
                <a:t/>
              </a:r>
              <a:endParaRPr sz="1392">
                <a:solidFill>
                  <a:schemeClr val="dk2"/>
                </a:solidFill>
                <a:highlight>
                  <a:srgbClr val="134F5C"/>
                </a:highlight>
              </a:endParaRPr>
            </a:p>
          </p:txBody>
        </p:sp>
        <p:sp>
          <p:nvSpPr>
            <p:cNvPr id="1174" name="Google Shape;1174;p94"/>
            <p:cNvSpPr/>
            <p:nvPr/>
          </p:nvSpPr>
          <p:spPr>
            <a:xfrm>
              <a:off x="2304651" y="2365393"/>
              <a:ext cx="500353" cy="116457"/>
            </a:xfrm>
            <a:custGeom>
              <a:rect b="b" l="l" r="r" t="t"/>
              <a:pathLst>
                <a:path extrusionOk="0" h="4267" w="18333">
                  <a:moveTo>
                    <a:pt x="2951" y="0"/>
                  </a:moveTo>
                  <a:lnTo>
                    <a:pt x="1" y="1041"/>
                  </a:lnTo>
                  <a:lnTo>
                    <a:pt x="9165" y="4267"/>
                  </a:lnTo>
                  <a:lnTo>
                    <a:pt x="18333" y="1041"/>
                  </a:lnTo>
                  <a:lnTo>
                    <a:pt x="15383" y="0"/>
                  </a:lnTo>
                  <a:lnTo>
                    <a:pt x="9168" y="2178"/>
                  </a:lnTo>
                  <a:lnTo>
                    <a:pt x="2951" y="0"/>
                  </a:lnTo>
                  <a:close/>
                </a:path>
              </a:pathLst>
            </a:custGeom>
            <a:solidFill>
              <a:schemeClr val="accent3"/>
            </a:solidFill>
            <a:ln>
              <a:noFill/>
            </a:ln>
          </p:spPr>
          <p:txBody>
            <a:bodyPr anchorCtr="0" anchor="ctr" bIns="149225" lIns="149225" spcFirstLastPara="1" rIns="149225" wrap="square" tIns="149225">
              <a:noAutofit/>
            </a:bodyPr>
            <a:lstStyle/>
            <a:p>
              <a:pPr indent="0" lvl="0" marL="0" rtl="0" algn="l">
                <a:spcBef>
                  <a:spcPts val="0"/>
                </a:spcBef>
                <a:spcAft>
                  <a:spcPts val="0"/>
                </a:spcAft>
                <a:buNone/>
              </a:pPr>
              <a:r>
                <a:t/>
              </a:r>
              <a:endParaRPr sz="1392">
                <a:solidFill>
                  <a:schemeClr val="dk2"/>
                </a:solidFill>
                <a:highlight>
                  <a:srgbClr val="134F5C"/>
                </a:highlight>
              </a:endParaRPr>
            </a:p>
          </p:txBody>
        </p:sp>
        <p:sp>
          <p:nvSpPr>
            <p:cNvPr id="1175" name="Google Shape;1175;p94"/>
            <p:cNvSpPr/>
            <p:nvPr/>
          </p:nvSpPr>
          <p:spPr>
            <a:xfrm>
              <a:off x="2304651" y="2453221"/>
              <a:ext cx="500353" cy="116457"/>
            </a:xfrm>
            <a:custGeom>
              <a:rect b="b" l="l" r="r" t="t"/>
              <a:pathLst>
                <a:path extrusionOk="0" h="4267" w="18333">
                  <a:moveTo>
                    <a:pt x="2951" y="1"/>
                  </a:moveTo>
                  <a:lnTo>
                    <a:pt x="1" y="1041"/>
                  </a:lnTo>
                  <a:lnTo>
                    <a:pt x="9165" y="4267"/>
                  </a:lnTo>
                  <a:lnTo>
                    <a:pt x="18333" y="1041"/>
                  </a:lnTo>
                  <a:lnTo>
                    <a:pt x="15383" y="1"/>
                  </a:lnTo>
                  <a:lnTo>
                    <a:pt x="9168" y="2181"/>
                  </a:lnTo>
                  <a:lnTo>
                    <a:pt x="2951" y="1"/>
                  </a:lnTo>
                  <a:close/>
                </a:path>
              </a:pathLst>
            </a:custGeom>
            <a:solidFill>
              <a:schemeClr val="accent3"/>
            </a:solidFill>
            <a:ln>
              <a:noFill/>
            </a:ln>
          </p:spPr>
          <p:txBody>
            <a:bodyPr anchorCtr="0" anchor="ctr" bIns="149225" lIns="149225" spcFirstLastPara="1" rIns="149225" wrap="square" tIns="149225">
              <a:noAutofit/>
            </a:bodyPr>
            <a:lstStyle/>
            <a:p>
              <a:pPr indent="0" lvl="0" marL="0" rtl="0" algn="l">
                <a:spcBef>
                  <a:spcPts val="0"/>
                </a:spcBef>
                <a:spcAft>
                  <a:spcPts val="0"/>
                </a:spcAft>
                <a:buNone/>
              </a:pPr>
              <a:r>
                <a:t/>
              </a:r>
              <a:endParaRPr sz="1392">
                <a:solidFill>
                  <a:schemeClr val="dk2"/>
                </a:solidFill>
                <a:highlight>
                  <a:srgbClr val="134F5C"/>
                </a:highlight>
              </a:endParaRPr>
            </a:p>
          </p:txBody>
        </p:sp>
      </p:grpSp>
      <p:grpSp>
        <p:nvGrpSpPr>
          <p:cNvPr id="1176" name="Google Shape;1176;p94"/>
          <p:cNvGrpSpPr/>
          <p:nvPr/>
        </p:nvGrpSpPr>
        <p:grpSpPr>
          <a:xfrm>
            <a:off x="5969336" y="1794719"/>
            <a:ext cx="671654" cy="752901"/>
            <a:chOff x="-18994100" y="3334775"/>
            <a:chExt cx="252075" cy="303675"/>
          </a:xfrm>
        </p:grpSpPr>
        <p:sp>
          <p:nvSpPr>
            <p:cNvPr id="1177" name="Google Shape;1177;p94"/>
            <p:cNvSpPr/>
            <p:nvPr/>
          </p:nvSpPr>
          <p:spPr>
            <a:xfrm>
              <a:off x="-18967300" y="3424975"/>
              <a:ext cx="198500" cy="207150"/>
            </a:xfrm>
            <a:custGeom>
              <a:rect b="b" l="l" r="r" t="t"/>
              <a:pathLst>
                <a:path extrusionOk="0" h="8286" w="7940">
                  <a:moveTo>
                    <a:pt x="2552" y="3592"/>
                  </a:moveTo>
                  <a:cubicBezTo>
                    <a:pt x="2772" y="3592"/>
                    <a:pt x="2930" y="3749"/>
                    <a:pt x="2930" y="3938"/>
                  </a:cubicBezTo>
                  <a:cubicBezTo>
                    <a:pt x="2930" y="4096"/>
                    <a:pt x="2772" y="4316"/>
                    <a:pt x="2552" y="4316"/>
                  </a:cubicBezTo>
                  <a:cubicBezTo>
                    <a:pt x="2363" y="4316"/>
                    <a:pt x="2205" y="4159"/>
                    <a:pt x="2205" y="3938"/>
                  </a:cubicBezTo>
                  <a:cubicBezTo>
                    <a:pt x="2205" y="3749"/>
                    <a:pt x="2363" y="3592"/>
                    <a:pt x="2552" y="3592"/>
                  </a:cubicBezTo>
                  <a:close/>
                  <a:moveTo>
                    <a:pt x="5387" y="3592"/>
                  </a:moveTo>
                  <a:cubicBezTo>
                    <a:pt x="5608" y="3592"/>
                    <a:pt x="5765" y="3749"/>
                    <a:pt x="5765" y="3938"/>
                  </a:cubicBezTo>
                  <a:cubicBezTo>
                    <a:pt x="5765" y="4096"/>
                    <a:pt x="5608" y="4316"/>
                    <a:pt x="5387" y="4316"/>
                  </a:cubicBezTo>
                  <a:cubicBezTo>
                    <a:pt x="5198" y="4316"/>
                    <a:pt x="5041" y="4159"/>
                    <a:pt x="5041" y="3938"/>
                  </a:cubicBezTo>
                  <a:cubicBezTo>
                    <a:pt x="5041" y="3749"/>
                    <a:pt x="5198" y="3592"/>
                    <a:pt x="5387" y="3592"/>
                  </a:cubicBezTo>
                  <a:close/>
                  <a:moveTo>
                    <a:pt x="3623" y="0"/>
                  </a:moveTo>
                  <a:cubicBezTo>
                    <a:pt x="3277" y="63"/>
                    <a:pt x="2930" y="126"/>
                    <a:pt x="2583" y="315"/>
                  </a:cubicBezTo>
                  <a:cubicBezTo>
                    <a:pt x="1733" y="725"/>
                    <a:pt x="1166" y="1418"/>
                    <a:pt x="882" y="2332"/>
                  </a:cubicBezTo>
                  <a:cubicBezTo>
                    <a:pt x="882" y="2363"/>
                    <a:pt x="851" y="2363"/>
                    <a:pt x="851" y="2426"/>
                  </a:cubicBezTo>
                  <a:cubicBezTo>
                    <a:pt x="756" y="2741"/>
                    <a:pt x="725" y="3056"/>
                    <a:pt x="725" y="3371"/>
                  </a:cubicBezTo>
                  <a:lnTo>
                    <a:pt x="725" y="3466"/>
                  </a:lnTo>
                  <a:cubicBezTo>
                    <a:pt x="725" y="3749"/>
                    <a:pt x="599" y="4001"/>
                    <a:pt x="410" y="4253"/>
                  </a:cubicBezTo>
                  <a:cubicBezTo>
                    <a:pt x="126" y="4600"/>
                    <a:pt x="0" y="4978"/>
                    <a:pt x="0" y="5356"/>
                  </a:cubicBezTo>
                  <a:cubicBezTo>
                    <a:pt x="0" y="6144"/>
                    <a:pt x="599" y="6900"/>
                    <a:pt x="1575" y="7372"/>
                  </a:cubicBezTo>
                  <a:cubicBezTo>
                    <a:pt x="1733" y="7782"/>
                    <a:pt x="2111" y="8034"/>
                    <a:pt x="2520" y="8286"/>
                  </a:cubicBezTo>
                  <a:lnTo>
                    <a:pt x="3592" y="6711"/>
                  </a:lnTo>
                  <a:lnTo>
                    <a:pt x="3592" y="6238"/>
                  </a:lnTo>
                  <a:lnTo>
                    <a:pt x="2993" y="5640"/>
                  </a:lnTo>
                  <a:cubicBezTo>
                    <a:pt x="2835" y="5482"/>
                    <a:pt x="2835" y="5293"/>
                    <a:pt x="2993" y="5136"/>
                  </a:cubicBezTo>
                  <a:cubicBezTo>
                    <a:pt x="3072" y="5057"/>
                    <a:pt x="3166" y="5017"/>
                    <a:pt x="3261" y="5017"/>
                  </a:cubicBezTo>
                  <a:cubicBezTo>
                    <a:pt x="3355" y="5017"/>
                    <a:pt x="3450" y="5057"/>
                    <a:pt x="3529" y="5136"/>
                  </a:cubicBezTo>
                  <a:lnTo>
                    <a:pt x="4001" y="5608"/>
                  </a:lnTo>
                  <a:lnTo>
                    <a:pt x="4474" y="5136"/>
                  </a:lnTo>
                  <a:cubicBezTo>
                    <a:pt x="4553" y="5057"/>
                    <a:pt x="4639" y="5017"/>
                    <a:pt x="4726" y="5017"/>
                  </a:cubicBezTo>
                  <a:cubicBezTo>
                    <a:pt x="4812" y="5017"/>
                    <a:pt x="4899" y="5057"/>
                    <a:pt x="4978" y="5136"/>
                  </a:cubicBezTo>
                  <a:cubicBezTo>
                    <a:pt x="5135" y="5293"/>
                    <a:pt x="5135" y="5482"/>
                    <a:pt x="4978" y="5640"/>
                  </a:cubicBezTo>
                  <a:lnTo>
                    <a:pt x="4379" y="6238"/>
                  </a:lnTo>
                  <a:lnTo>
                    <a:pt x="4379" y="6711"/>
                  </a:lnTo>
                  <a:lnTo>
                    <a:pt x="5450" y="8286"/>
                  </a:lnTo>
                  <a:cubicBezTo>
                    <a:pt x="5891" y="8097"/>
                    <a:pt x="6238" y="7782"/>
                    <a:pt x="6396" y="7372"/>
                  </a:cubicBezTo>
                  <a:cubicBezTo>
                    <a:pt x="7372" y="6900"/>
                    <a:pt x="7939" y="6144"/>
                    <a:pt x="7939" y="5356"/>
                  </a:cubicBezTo>
                  <a:cubicBezTo>
                    <a:pt x="7939" y="4978"/>
                    <a:pt x="7813" y="4631"/>
                    <a:pt x="7530" y="4253"/>
                  </a:cubicBezTo>
                  <a:cubicBezTo>
                    <a:pt x="7278" y="4001"/>
                    <a:pt x="7183" y="3718"/>
                    <a:pt x="7183" y="3466"/>
                  </a:cubicBezTo>
                  <a:lnTo>
                    <a:pt x="7183" y="3371"/>
                  </a:lnTo>
                  <a:cubicBezTo>
                    <a:pt x="7183" y="3025"/>
                    <a:pt x="7120" y="2710"/>
                    <a:pt x="7057" y="2426"/>
                  </a:cubicBezTo>
                  <a:cubicBezTo>
                    <a:pt x="7057" y="2363"/>
                    <a:pt x="7057" y="2363"/>
                    <a:pt x="7026" y="2332"/>
                  </a:cubicBezTo>
                  <a:cubicBezTo>
                    <a:pt x="6742" y="1418"/>
                    <a:pt x="6144" y="725"/>
                    <a:pt x="5324" y="315"/>
                  </a:cubicBezTo>
                  <a:cubicBezTo>
                    <a:pt x="5009" y="158"/>
                    <a:pt x="4631" y="63"/>
                    <a:pt x="4253" y="0"/>
                  </a:cubicBezTo>
                  <a:close/>
                </a:path>
              </a:pathLst>
            </a:custGeom>
            <a:solidFill>
              <a:schemeClr val="accent3"/>
            </a:solidFill>
            <a:ln>
              <a:noFill/>
            </a:ln>
          </p:spPr>
          <p:txBody>
            <a:bodyPr anchorCtr="0" anchor="ctr" bIns="158325" lIns="158325" spcFirstLastPara="1" rIns="158325" wrap="square" tIns="158325">
              <a:noAutofit/>
            </a:bodyPr>
            <a:lstStyle/>
            <a:p>
              <a:pPr indent="0" lvl="0" marL="0" rtl="0" algn="l">
                <a:spcBef>
                  <a:spcPts val="0"/>
                </a:spcBef>
                <a:spcAft>
                  <a:spcPts val="0"/>
                </a:spcAft>
                <a:buNone/>
              </a:pPr>
              <a:r>
                <a:t/>
              </a:r>
              <a:endParaRPr/>
            </a:p>
          </p:txBody>
        </p:sp>
        <p:sp>
          <p:nvSpPr>
            <p:cNvPr id="1178" name="Google Shape;1178;p94"/>
            <p:cNvSpPr/>
            <p:nvPr/>
          </p:nvSpPr>
          <p:spPr>
            <a:xfrm>
              <a:off x="-18885400" y="3610050"/>
              <a:ext cx="35475" cy="28400"/>
            </a:xfrm>
            <a:custGeom>
              <a:rect b="b" l="l" r="r" t="t"/>
              <a:pathLst>
                <a:path extrusionOk="0" h="1136" w="1419">
                  <a:moveTo>
                    <a:pt x="694" y="1"/>
                  </a:moveTo>
                  <a:lnTo>
                    <a:pt x="1" y="1072"/>
                  </a:lnTo>
                  <a:cubicBezTo>
                    <a:pt x="221" y="1104"/>
                    <a:pt x="473" y="1135"/>
                    <a:pt x="694" y="1135"/>
                  </a:cubicBezTo>
                  <a:cubicBezTo>
                    <a:pt x="946" y="1135"/>
                    <a:pt x="1166" y="1104"/>
                    <a:pt x="1418" y="1072"/>
                  </a:cubicBezTo>
                  <a:lnTo>
                    <a:pt x="694" y="1"/>
                  </a:lnTo>
                  <a:close/>
                </a:path>
              </a:pathLst>
            </a:custGeom>
            <a:solidFill>
              <a:schemeClr val="accent3"/>
            </a:solidFill>
            <a:ln>
              <a:noFill/>
            </a:ln>
          </p:spPr>
          <p:txBody>
            <a:bodyPr anchorCtr="0" anchor="ctr" bIns="158325" lIns="158325" spcFirstLastPara="1" rIns="158325" wrap="square" tIns="158325">
              <a:noAutofit/>
            </a:bodyPr>
            <a:lstStyle/>
            <a:p>
              <a:pPr indent="0" lvl="0" marL="0" rtl="0" algn="l">
                <a:spcBef>
                  <a:spcPts val="0"/>
                </a:spcBef>
                <a:spcAft>
                  <a:spcPts val="0"/>
                </a:spcAft>
                <a:buNone/>
              </a:pPr>
              <a:r>
                <a:t/>
              </a:r>
              <a:endParaRPr/>
            </a:p>
          </p:txBody>
        </p:sp>
        <p:sp>
          <p:nvSpPr>
            <p:cNvPr id="1179" name="Google Shape;1179;p94"/>
            <p:cNvSpPr/>
            <p:nvPr/>
          </p:nvSpPr>
          <p:spPr>
            <a:xfrm>
              <a:off x="-18994100" y="3334775"/>
              <a:ext cx="96900" cy="140625"/>
            </a:xfrm>
            <a:custGeom>
              <a:rect b="b" l="l" r="r" t="t"/>
              <a:pathLst>
                <a:path extrusionOk="0" h="5625" w="3876">
                  <a:moveTo>
                    <a:pt x="855" y="1"/>
                  </a:moveTo>
                  <a:cubicBezTo>
                    <a:pt x="804" y="1"/>
                    <a:pt x="757" y="17"/>
                    <a:pt x="725" y="48"/>
                  </a:cubicBezTo>
                  <a:cubicBezTo>
                    <a:pt x="631" y="80"/>
                    <a:pt x="568" y="143"/>
                    <a:pt x="536" y="237"/>
                  </a:cubicBezTo>
                  <a:cubicBezTo>
                    <a:pt x="1" y="1529"/>
                    <a:pt x="1" y="2978"/>
                    <a:pt x="536" y="4301"/>
                  </a:cubicBezTo>
                  <a:cubicBezTo>
                    <a:pt x="725" y="4774"/>
                    <a:pt x="1009" y="5183"/>
                    <a:pt x="1324" y="5625"/>
                  </a:cubicBezTo>
                  <a:cubicBezTo>
                    <a:pt x="1702" y="4553"/>
                    <a:pt x="2427" y="3734"/>
                    <a:pt x="3372" y="3262"/>
                  </a:cubicBezTo>
                  <a:cubicBezTo>
                    <a:pt x="3529" y="3199"/>
                    <a:pt x="3718" y="3104"/>
                    <a:pt x="3876" y="3073"/>
                  </a:cubicBezTo>
                  <a:cubicBezTo>
                    <a:pt x="3876" y="3041"/>
                    <a:pt x="3844" y="2947"/>
                    <a:pt x="3844" y="2915"/>
                  </a:cubicBezTo>
                  <a:cubicBezTo>
                    <a:pt x="3277" y="1623"/>
                    <a:pt x="2301" y="584"/>
                    <a:pt x="1009" y="48"/>
                  </a:cubicBezTo>
                  <a:cubicBezTo>
                    <a:pt x="962" y="17"/>
                    <a:pt x="907" y="1"/>
                    <a:pt x="855" y="1"/>
                  </a:cubicBezTo>
                  <a:close/>
                </a:path>
              </a:pathLst>
            </a:custGeom>
            <a:solidFill>
              <a:schemeClr val="accent3"/>
            </a:solidFill>
            <a:ln>
              <a:noFill/>
            </a:ln>
          </p:spPr>
          <p:txBody>
            <a:bodyPr anchorCtr="0" anchor="ctr" bIns="158325" lIns="158325" spcFirstLastPara="1" rIns="158325" wrap="square" tIns="158325">
              <a:noAutofit/>
            </a:bodyPr>
            <a:lstStyle/>
            <a:p>
              <a:pPr indent="0" lvl="0" marL="0" rtl="0" algn="l">
                <a:spcBef>
                  <a:spcPts val="0"/>
                </a:spcBef>
                <a:spcAft>
                  <a:spcPts val="0"/>
                </a:spcAft>
                <a:buNone/>
              </a:pPr>
              <a:r>
                <a:t/>
              </a:r>
              <a:endParaRPr/>
            </a:p>
          </p:txBody>
        </p:sp>
        <p:sp>
          <p:nvSpPr>
            <p:cNvPr id="1180" name="Google Shape;1180;p94"/>
            <p:cNvSpPr/>
            <p:nvPr/>
          </p:nvSpPr>
          <p:spPr>
            <a:xfrm>
              <a:off x="-18838150" y="3334775"/>
              <a:ext cx="96125" cy="139850"/>
            </a:xfrm>
            <a:custGeom>
              <a:rect b="b" l="l" r="r" t="t"/>
              <a:pathLst>
                <a:path extrusionOk="0" h="5594" w="3845">
                  <a:moveTo>
                    <a:pt x="3010" y="1"/>
                  </a:moveTo>
                  <a:cubicBezTo>
                    <a:pt x="2962" y="1"/>
                    <a:pt x="2915" y="17"/>
                    <a:pt x="2868" y="48"/>
                  </a:cubicBezTo>
                  <a:cubicBezTo>
                    <a:pt x="1576" y="584"/>
                    <a:pt x="536" y="1623"/>
                    <a:pt x="32" y="2915"/>
                  </a:cubicBezTo>
                  <a:cubicBezTo>
                    <a:pt x="1" y="2947"/>
                    <a:pt x="1" y="3041"/>
                    <a:pt x="1" y="3073"/>
                  </a:cubicBezTo>
                  <a:cubicBezTo>
                    <a:pt x="190" y="3104"/>
                    <a:pt x="347" y="3167"/>
                    <a:pt x="568" y="3262"/>
                  </a:cubicBezTo>
                  <a:cubicBezTo>
                    <a:pt x="1513" y="3703"/>
                    <a:pt x="2206" y="4553"/>
                    <a:pt x="2553" y="5593"/>
                  </a:cubicBezTo>
                  <a:cubicBezTo>
                    <a:pt x="2868" y="5183"/>
                    <a:pt x="3151" y="4742"/>
                    <a:pt x="3340" y="4238"/>
                  </a:cubicBezTo>
                  <a:cubicBezTo>
                    <a:pt x="3813" y="3041"/>
                    <a:pt x="3844" y="1497"/>
                    <a:pt x="3340" y="237"/>
                  </a:cubicBezTo>
                  <a:cubicBezTo>
                    <a:pt x="3309" y="143"/>
                    <a:pt x="3214" y="80"/>
                    <a:pt x="3151" y="48"/>
                  </a:cubicBezTo>
                  <a:cubicBezTo>
                    <a:pt x="3104" y="17"/>
                    <a:pt x="3057" y="1"/>
                    <a:pt x="3010" y="1"/>
                  </a:cubicBezTo>
                  <a:close/>
                </a:path>
              </a:pathLst>
            </a:custGeom>
            <a:solidFill>
              <a:schemeClr val="accent3"/>
            </a:solidFill>
            <a:ln>
              <a:noFill/>
            </a:ln>
          </p:spPr>
          <p:txBody>
            <a:bodyPr anchorCtr="0" anchor="ctr" bIns="158325" lIns="158325" spcFirstLastPara="1" rIns="158325" wrap="square" tIns="158325">
              <a:noAutofit/>
            </a:bodyPr>
            <a:lstStyle/>
            <a:p>
              <a:pPr indent="0" lvl="0" marL="0" rtl="0" algn="l">
                <a:spcBef>
                  <a:spcPts val="0"/>
                </a:spcBef>
                <a:spcAft>
                  <a:spcPts val="0"/>
                </a:spcAft>
                <a:buNone/>
              </a:pPr>
              <a:r>
                <a:t/>
              </a:r>
              <a:endParaRPr/>
            </a:p>
          </p:txBody>
        </p:sp>
      </p:grpSp>
      <p:sp>
        <p:nvSpPr>
          <p:cNvPr id="1181" name="Google Shape;1181;p94"/>
          <p:cNvSpPr txBox="1"/>
          <p:nvPr/>
        </p:nvSpPr>
        <p:spPr>
          <a:xfrm>
            <a:off x="7352923" y="2723029"/>
            <a:ext cx="1761600" cy="132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300">
                <a:solidFill>
                  <a:schemeClr val="lt2"/>
                </a:solidFill>
                <a:latin typeface="Sora"/>
                <a:ea typeface="Sora"/>
                <a:cs typeface="Sora"/>
                <a:sym typeface="Sora"/>
              </a:rPr>
              <a:t>Response</a:t>
            </a:r>
            <a:r>
              <a:rPr b="1" lang="en" sz="1300">
                <a:solidFill>
                  <a:schemeClr val="lt2"/>
                </a:solidFill>
                <a:latin typeface="Sora"/>
                <a:ea typeface="Sora"/>
                <a:cs typeface="Sora"/>
                <a:sym typeface="Sora"/>
              </a:rPr>
              <a:t> </a:t>
            </a:r>
            <a:endParaRPr b="1" sz="1300">
              <a:solidFill>
                <a:schemeClr val="lt2"/>
              </a:solidFill>
              <a:latin typeface="Sora"/>
              <a:ea typeface="Sora"/>
              <a:cs typeface="Sora"/>
              <a:sym typeface="Sora"/>
            </a:endParaRPr>
          </a:p>
          <a:p>
            <a:pPr indent="0" lvl="0" marL="0" rtl="0" algn="l">
              <a:lnSpc>
                <a:spcPct val="115000"/>
              </a:lnSpc>
              <a:spcBef>
                <a:spcPts val="0"/>
              </a:spcBef>
              <a:spcAft>
                <a:spcPts val="0"/>
              </a:spcAft>
              <a:buNone/>
            </a:pPr>
            <a:r>
              <a:rPr lang="en" sz="1200">
                <a:solidFill>
                  <a:schemeClr val="dk1"/>
                </a:solidFill>
                <a:latin typeface="Sora Light"/>
                <a:ea typeface="Sora Light"/>
                <a:cs typeface="Sora Light"/>
                <a:sym typeface="Sora Light"/>
              </a:rPr>
              <a:t>LLM generates a fine-tuned response based upon CBT context</a:t>
            </a:r>
            <a:endParaRPr sz="1200">
              <a:solidFill>
                <a:schemeClr val="dk2"/>
              </a:solidFill>
              <a:latin typeface="Sora Light"/>
              <a:ea typeface="Sora Light"/>
              <a:cs typeface="Sora Light"/>
              <a:sym typeface="Sora Light"/>
            </a:endParaRPr>
          </a:p>
        </p:txBody>
      </p:sp>
      <p:grpSp>
        <p:nvGrpSpPr>
          <p:cNvPr id="1182" name="Google Shape;1182;p94"/>
          <p:cNvGrpSpPr/>
          <p:nvPr/>
        </p:nvGrpSpPr>
        <p:grpSpPr>
          <a:xfrm>
            <a:off x="7656840" y="1829480"/>
            <a:ext cx="671637" cy="683382"/>
            <a:chOff x="-46422300" y="3936925"/>
            <a:chExt cx="320575" cy="302475"/>
          </a:xfrm>
        </p:grpSpPr>
        <p:sp>
          <p:nvSpPr>
            <p:cNvPr id="1183" name="Google Shape;1183;p94"/>
            <p:cNvSpPr/>
            <p:nvPr/>
          </p:nvSpPr>
          <p:spPr>
            <a:xfrm>
              <a:off x="-46254550" y="3936925"/>
              <a:ext cx="152825" cy="300900"/>
            </a:xfrm>
            <a:custGeom>
              <a:rect b="b" l="l" r="r" t="t"/>
              <a:pathLst>
                <a:path extrusionOk="0" h="12036" w="6113">
                  <a:moveTo>
                    <a:pt x="1418" y="0"/>
                  </a:moveTo>
                  <a:cubicBezTo>
                    <a:pt x="631" y="0"/>
                    <a:pt x="1" y="630"/>
                    <a:pt x="1" y="1418"/>
                  </a:cubicBezTo>
                  <a:lnTo>
                    <a:pt x="1" y="10617"/>
                  </a:lnTo>
                  <a:cubicBezTo>
                    <a:pt x="1" y="11405"/>
                    <a:pt x="631" y="12035"/>
                    <a:pt x="1418" y="12035"/>
                  </a:cubicBezTo>
                  <a:cubicBezTo>
                    <a:pt x="2332" y="12035"/>
                    <a:pt x="3120" y="11405"/>
                    <a:pt x="3403" y="10554"/>
                  </a:cubicBezTo>
                  <a:lnTo>
                    <a:pt x="3403" y="10554"/>
                  </a:lnTo>
                  <a:cubicBezTo>
                    <a:pt x="3309" y="10554"/>
                    <a:pt x="3246" y="10617"/>
                    <a:pt x="3151" y="10617"/>
                  </a:cubicBezTo>
                  <a:cubicBezTo>
                    <a:pt x="2332" y="10617"/>
                    <a:pt x="1513" y="10302"/>
                    <a:pt x="914" y="9672"/>
                  </a:cubicBezTo>
                  <a:cubicBezTo>
                    <a:pt x="788" y="9546"/>
                    <a:pt x="788" y="9294"/>
                    <a:pt x="914" y="9137"/>
                  </a:cubicBezTo>
                  <a:cubicBezTo>
                    <a:pt x="1024" y="9095"/>
                    <a:pt x="1128" y="9072"/>
                    <a:pt x="1221" y="9072"/>
                  </a:cubicBezTo>
                  <a:cubicBezTo>
                    <a:pt x="1341" y="9072"/>
                    <a:pt x="1442" y="9111"/>
                    <a:pt x="1513" y="9200"/>
                  </a:cubicBezTo>
                  <a:cubicBezTo>
                    <a:pt x="1998" y="9685"/>
                    <a:pt x="2614" y="9906"/>
                    <a:pt x="3224" y="9906"/>
                  </a:cubicBezTo>
                  <a:cubicBezTo>
                    <a:pt x="4477" y="9906"/>
                    <a:pt x="5703" y="8971"/>
                    <a:pt x="5703" y="7467"/>
                  </a:cubicBezTo>
                  <a:cubicBezTo>
                    <a:pt x="5703" y="7215"/>
                    <a:pt x="5672" y="6994"/>
                    <a:pt x="5609" y="6742"/>
                  </a:cubicBezTo>
                  <a:cubicBezTo>
                    <a:pt x="5010" y="7372"/>
                    <a:pt x="4191" y="7814"/>
                    <a:pt x="3246" y="7814"/>
                  </a:cubicBezTo>
                  <a:cubicBezTo>
                    <a:pt x="3025" y="7814"/>
                    <a:pt x="2868" y="7656"/>
                    <a:pt x="2868" y="7467"/>
                  </a:cubicBezTo>
                  <a:cubicBezTo>
                    <a:pt x="2868" y="7246"/>
                    <a:pt x="3025" y="7089"/>
                    <a:pt x="3246" y="7089"/>
                  </a:cubicBezTo>
                  <a:cubicBezTo>
                    <a:pt x="4065" y="7089"/>
                    <a:pt x="4821" y="6679"/>
                    <a:pt x="5231" y="6049"/>
                  </a:cubicBezTo>
                  <a:cubicBezTo>
                    <a:pt x="6113" y="4789"/>
                    <a:pt x="5640" y="3088"/>
                    <a:pt x="4254" y="2426"/>
                  </a:cubicBezTo>
                  <a:cubicBezTo>
                    <a:pt x="4128" y="3844"/>
                    <a:pt x="2931" y="4978"/>
                    <a:pt x="1450" y="4978"/>
                  </a:cubicBezTo>
                  <a:cubicBezTo>
                    <a:pt x="1261" y="4978"/>
                    <a:pt x="1103" y="4821"/>
                    <a:pt x="1103" y="4632"/>
                  </a:cubicBezTo>
                  <a:cubicBezTo>
                    <a:pt x="1103" y="4411"/>
                    <a:pt x="1261" y="4253"/>
                    <a:pt x="1450" y="4253"/>
                  </a:cubicBezTo>
                  <a:cubicBezTo>
                    <a:pt x="2616" y="4253"/>
                    <a:pt x="3561" y="3308"/>
                    <a:pt x="3561" y="2174"/>
                  </a:cubicBezTo>
                  <a:lnTo>
                    <a:pt x="3561" y="2143"/>
                  </a:lnTo>
                  <a:cubicBezTo>
                    <a:pt x="3561" y="945"/>
                    <a:pt x="2616" y="0"/>
                    <a:pt x="1418" y="0"/>
                  </a:cubicBezTo>
                  <a:close/>
                </a:path>
              </a:pathLst>
            </a:custGeom>
            <a:solidFill>
              <a:schemeClr val="accent3"/>
            </a:solidFill>
            <a:ln>
              <a:noFill/>
            </a:ln>
          </p:spPr>
          <p:txBody>
            <a:bodyPr anchorCtr="0" anchor="ctr" bIns="155425" lIns="155425" spcFirstLastPara="1" rIns="155425" wrap="square" tIns="155425">
              <a:noAutofit/>
            </a:bodyPr>
            <a:lstStyle/>
            <a:p>
              <a:pPr indent="0" lvl="0" marL="0" rtl="0" algn="l">
                <a:spcBef>
                  <a:spcPts val="0"/>
                </a:spcBef>
                <a:spcAft>
                  <a:spcPts val="0"/>
                </a:spcAft>
                <a:buNone/>
              </a:pPr>
              <a:r>
                <a:t/>
              </a:r>
              <a:endParaRPr/>
            </a:p>
          </p:txBody>
        </p:sp>
        <p:sp>
          <p:nvSpPr>
            <p:cNvPr id="1184" name="Google Shape;1184;p94"/>
            <p:cNvSpPr/>
            <p:nvPr/>
          </p:nvSpPr>
          <p:spPr>
            <a:xfrm>
              <a:off x="-46422300" y="3938500"/>
              <a:ext cx="152025" cy="300900"/>
            </a:xfrm>
            <a:custGeom>
              <a:rect b="b" l="l" r="r" t="t"/>
              <a:pathLst>
                <a:path extrusionOk="0" h="12036" w="6081">
                  <a:moveTo>
                    <a:pt x="4726" y="0"/>
                  </a:moveTo>
                  <a:cubicBezTo>
                    <a:pt x="3529" y="0"/>
                    <a:pt x="2584" y="977"/>
                    <a:pt x="2584" y="2111"/>
                  </a:cubicBezTo>
                  <a:lnTo>
                    <a:pt x="2584" y="2143"/>
                  </a:lnTo>
                  <a:cubicBezTo>
                    <a:pt x="2584" y="3308"/>
                    <a:pt x="3529" y="4253"/>
                    <a:pt x="4663" y="4253"/>
                  </a:cubicBezTo>
                  <a:cubicBezTo>
                    <a:pt x="4883" y="4253"/>
                    <a:pt x="5041" y="4411"/>
                    <a:pt x="5041" y="4600"/>
                  </a:cubicBezTo>
                  <a:cubicBezTo>
                    <a:pt x="5041" y="4789"/>
                    <a:pt x="4883" y="4947"/>
                    <a:pt x="4663" y="4947"/>
                  </a:cubicBezTo>
                  <a:cubicBezTo>
                    <a:pt x="3214" y="4947"/>
                    <a:pt x="2048" y="3812"/>
                    <a:pt x="1890" y="2395"/>
                  </a:cubicBezTo>
                  <a:cubicBezTo>
                    <a:pt x="441" y="3056"/>
                    <a:pt x="0" y="4758"/>
                    <a:pt x="882" y="6018"/>
                  </a:cubicBezTo>
                  <a:cubicBezTo>
                    <a:pt x="1323" y="6648"/>
                    <a:pt x="2111" y="7057"/>
                    <a:pt x="2930" y="7057"/>
                  </a:cubicBezTo>
                  <a:cubicBezTo>
                    <a:pt x="3151" y="7057"/>
                    <a:pt x="3277" y="7215"/>
                    <a:pt x="3277" y="7435"/>
                  </a:cubicBezTo>
                  <a:cubicBezTo>
                    <a:pt x="3277" y="7625"/>
                    <a:pt x="3151" y="7782"/>
                    <a:pt x="2930" y="7782"/>
                  </a:cubicBezTo>
                  <a:cubicBezTo>
                    <a:pt x="1985" y="7782"/>
                    <a:pt x="1166" y="7341"/>
                    <a:pt x="567" y="6711"/>
                  </a:cubicBezTo>
                  <a:cubicBezTo>
                    <a:pt x="504" y="6963"/>
                    <a:pt x="441" y="7183"/>
                    <a:pt x="441" y="7435"/>
                  </a:cubicBezTo>
                  <a:cubicBezTo>
                    <a:pt x="441" y="8940"/>
                    <a:pt x="1695" y="9874"/>
                    <a:pt x="2958" y="9874"/>
                  </a:cubicBezTo>
                  <a:cubicBezTo>
                    <a:pt x="3572" y="9874"/>
                    <a:pt x="4188" y="9653"/>
                    <a:pt x="4663" y="9168"/>
                  </a:cubicBezTo>
                  <a:cubicBezTo>
                    <a:pt x="4726" y="9105"/>
                    <a:pt x="4813" y="9074"/>
                    <a:pt x="4903" y="9074"/>
                  </a:cubicBezTo>
                  <a:cubicBezTo>
                    <a:pt x="4994" y="9074"/>
                    <a:pt x="5088" y="9105"/>
                    <a:pt x="5167" y="9168"/>
                  </a:cubicBezTo>
                  <a:cubicBezTo>
                    <a:pt x="5293" y="9263"/>
                    <a:pt x="5293" y="9515"/>
                    <a:pt x="5167" y="9672"/>
                  </a:cubicBezTo>
                  <a:cubicBezTo>
                    <a:pt x="4600" y="10271"/>
                    <a:pt x="3812" y="10617"/>
                    <a:pt x="2930" y="10617"/>
                  </a:cubicBezTo>
                  <a:cubicBezTo>
                    <a:pt x="2867" y="10617"/>
                    <a:pt x="2773" y="10617"/>
                    <a:pt x="2710" y="10586"/>
                  </a:cubicBezTo>
                  <a:lnTo>
                    <a:pt x="2710" y="10586"/>
                  </a:lnTo>
                  <a:cubicBezTo>
                    <a:pt x="2962" y="11405"/>
                    <a:pt x="3749" y="12035"/>
                    <a:pt x="4663" y="12035"/>
                  </a:cubicBezTo>
                  <a:cubicBezTo>
                    <a:pt x="5450" y="12035"/>
                    <a:pt x="6081" y="11405"/>
                    <a:pt x="6081" y="10617"/>
                  </a:cubicBezTo>
                  <a:lnTo>
                    <a:pt x="6081" y="1450"/>
                  </a:lnTo>
                  <a:cubicBezTo>
                    <a:pt x="6081" y="599"/>
                    <a:pt x="5450" y="0"/>
                    <a:pt x="4726" y="0"/>
                  </a:cubicBezTo>
                  <a:close/>
                </a:path>
              </a:pathLst>
            </a:custGeom>
            <a:solidFill>
              <a:schemeClr val="accent3"/>
            </a:solidFill>
            <a:ln>
              <a:noFill/>
            </a:ln>
          </p:spPr>
          <p:txBody>
            <a:bodyPr anchorCtr="0" anchor="ctr" bIns="155425" lIns="155425" spcFirstLastPara="1" rIns="155425" wrap="square" tIns="155425">
              <a:noAutofit/>
            </a:bodyPr>
            <a:lstStyle/>
            <a:p>
              <a:pPr indent="0" lvl="0" marL="0" rtl="0" algn="l">
                <a:spcBef>
                  <a:spcPts val="0"/>
                </a:spcBef>
                <a:spcAft>
                  <a:spcPts val="0"/>
                </a:spcAft>
                <a:buNone/>
              </a:pPr>
              <a:r>
                <a:t/>
              </a:r>
              <a:endParaRPr/>
            </a:p>
          </p:txBody>
        </p:sp>
      </p:grpSp>
      <p:grpSp>
        <p:nvGrpSpPr>
          <p:cNvPr id="1185" name="Google Shape;1185;p94"/>
          <p:cNvGrpSpPr/>
          <p:nvPr/>
        </p:nvGrpSpPr>
        <p:grpSpPr>
          <a:xfrm>
            <a:off x="4234921" y="1829495"/>
            <a:ext cx="672129" cy="683345"/>
            <a:chOff x="4663732" y="1480816"/>
            <a:chExt cx="470086" cy="500326"/>
          </a:xfrm>
        </p:grpSpPr>
        <p:sp>
          <p:nvSpPr>
            <p:cNvPr id="1186" name="Google Shape;1186;p94"/>
            <p:cNvSpPr/>
            <p:nvPr/>
          </p:nvSpPr>
          <p:spPr>
            <a:xfrm>
              <a:off x="5045882" y="1539550"/>
              <a:ext cx="87855" cy="59634"/>
            </a:xfrm>
            <a:custGeom>
              <a:rect b="b" l="l" r="r" t="t"/>
              <a:pathLst>
                <a:path extrusionOk="0" h="2185" w="3219">
                  <a:moveTo>
                    <a:pt x="0" y="1"/>
                  </a:moveTo>
                  <a:lnTo>
                    <a:pt x="0" y="2185"/>
                  </a:lnTo>
                  <a:lnTo>
                    <a:pt x="3215" y="2185"/>
                  </a:lnTo>
                  <a:lnTo>
                    <a:pt x="3218" y="1"/>
                  </a:lnTo>
                  <a:close/>
                </a:path>
              </a:pathLst>
            </a:custGeom>
            <a:solidFill>
              <a:schemeClr val="accent3"/>
            </a:solidFill>
            <a:ln>
              <a:noFill/>
            </a:ln>
          </p:spPr>
          <p:txBody>
            <a:bodyPr anchorCtr="0" anchor="ctr" bIns="90900" lIns="90900" spcFirstLastPara="1" rIns="90900" wrap="square" tIns="90900">
              <a:noAutofit/>
            </a:bodyPr>
            <a:lstStyle/>
            <a:p>
              <a:pPr indent="0" lvl="0" marL="0" rtl="0" algn="l">
                <a:spcBef>
                  <a:spcPts val="0"/>
                </a:spcBef>
                <a:spcAft>
                  <a:spcPts val="0"/>
                </a:spcAft>
                <a:buNone/>
              </a:pPr>
              <a:r>
                <a:t/>
              </a:r>
              <a:endParaRPr/>
            </a:p>
          </p:txBody>
        </p:sp>
        <p:sp>
          <p:nvSpPr>
            <p:cNvPr id="1187" name="Google Shape;1187;p94"/>
            <p:cNvSpPr/>
            <p:nvPr/>
          </p:nvSpPr>
          <p:spPr>
            <a:xfrm>
              <a:off x="5050685" y="1833681"/>
              <a:ext cx="79012" cy="120606"/>
            </a:xfrm>
            <a:custGeom>
              <a:rect b="b" l="l" r="r" t="t"/>
              <a:pathLst>
                <a:path extrusionOk="0" h="4419" w="2895">
                  <a:moveTo>
                    <a:pt x="1" y="0"/>
                  </a:moveTo>
                  <a:lnTo>
                    <a:pt x="1433" y="4418"/>
                  </a:lnTo>
                  <a:lnTo>
                    <a:pt x="2894" y="0"/>
                  </a:lnTo>
                  <a:close/>
                </a:path>
              </a:pathLst>
            </a:custGeom>
            <a:solidFill>
              <a:schemeClr val="accent3"/>
            </a:solidFill>
            <a:ln>
              <a:noFill/>
            </a:ln>
          </p:spPr>
          <p:txBody>
            <a:bodyPr anchorCtr="0" anchor="ctr" bIns="90900" lIns="90900" spcFirstLastPara="1" rIns="90900" wrap="square" tIns="90900">
              <a:noAutofit/>
            </a:bodyPr>
            <a:lstStyle/>
            <a:p>
              <a:pPr indent="0" lvl="0" marL="0" rtl="0" algn="l">
                <a:spcBef>
                  <a:spcPts val="0"/>
                </a:spcBef>
                <a:spcAft>
                  <a:spcPts val="0"/>
                </a:spcAft>
                <a:buNone/>
              </a:pPr>
              <a:r>
                <a:t/>
              </a:r>
              <a:endParaRPr/>
            </a:p>
          </p:txBody>
        </p:sp>
        <p:sp>
          <p:nvSpPr>
            <p:cNvPr id="1188" name="Google Shape;1188;p94"/>
            <p:cNvSpPr/>
            <p:nvPr/>
          </p:nvSpPr>
          <p:spPr>
            <a:xfrm>
              <a:off x="4899185" y="1862856"/>
              <a:ext cx="29421" cy="29394"/>
            </a:xfrm>
            <a:custGeom>
              <a:rect b="b" l="l" r="r" t="t"/>
              <a:pathLst>
                <a:path extrusionOk="0" h="1077" w="1078">
                  <a:moveTo>
                    <a:pt x="541" y="0"/>
                  </a:moveTo>
                  <a:cubicBezTo>
                    <a:pt x="244" y="0"/>
                    <a:pt x="1" y="244"/>
                    <a:pt x="1" y="540"/>
                  </a:cubicBezTo>
                  <a:cubicBezTo>
                    <a:pt x="1" y="837"/>
                    <a:pt x="244" y="1077"/>
                    <a:pt x="541" y="1077"/>
                  </a:cubicBezTo>
                  <a:cubicBezTo>
                    <a:pt x="834" y="1077"/>
                    <a:pt x="1077" y="837"/>
                    <a:pt x="1077" y="540"/>
                  </a:cubicBezTo>
                  <a:cubicBezTo>
                    <a:pt x="1077" y="244"/>
                    <a:pt x="834" y="0"/>
                    <a:pt x="541" y="0"/>
                  </a:cubicBezTo>
                  <a:close/>
                </a:path>
              </a:pathLst>
            </a:custGeom>
            <a:solidFill>
              <a:schemeClr val="accent3"/>
            </a:solidFill>
            <a:ln>
              <a:noFill/>
            </a:ln>
          </p:spPr>
          <p:txBody>
            <a:bodyPr anchorCtr="0" anchor="ctr" bIns="90900" lIns="90900" spcFirstLastPara="1" rIns="90900" wrap="square" tIns="90900">
              <a:noAutofit/>
            </a:bodyPr>
            <a:lstStyle/>
            <a:p>
              <a:pPr indent="0" lvl="0" marL="0" rtl="0" algn="l">
                <a:spcBef>
                  <a:spcPts val="0"/>
                </a:spcBef>
                <a:spcAft>
                  <a:spcPts val="0"/>
                </a:spcAft>
                <a:buNone/>
              </a:pPr>
              <a:r>
                <a:t/>
              </a:r>
              <a:endParaRPr/>
            </a:p>
          </p:txBody>
        </p:sp>
        <p:sp>
          <p:nvSpPr>
            <p:cNvPr id="1189" name="Google Shape;1189;p94"/>
            <p:cNvSpPr/>
            <p:nvPr/>
          </p:nvSpPr>
          <p:spPr>
            <a:xfrm>
              <a:off x="4663732" y="1480816"/>
              <a:ext cx="352892" cy="500326"/>
            </a:xfrm>
            <a:custGeom>
              <a:rect b="b" l="l" r="r" t="t"/>
              <a:pathLst>
                <a:path extrusionOk="0" h="18332" w="12930">
                  <a:moveTo>
                    <a:pt x="9387" y="6038"/>
                  </a:moveTo>
                  <a:lnTo>
                    <a:pt x="10145" y="6796"/>
                  </a:lnTo>
                  <a:lnTo>
                    <a:pt x="9387" y="7555"/>
                  </a:lnTo>
                  <a:lnTo>
                    <a:pt x="10145" y="8314"/>
                  </a:lnTo>
                  <a:lnTo>
                    <a:pt x="9387" y="9072"/>
                  </a:lnTo>
                  <a:lnTo>
                    <a:pt x="8628" y="8314"/>
                  </a:lnTo>
                  <a:lnTo>
                    <a:pt x="7869" y="9072"/>
                  </a:lnTo>
                  <a:lnTo>
                    <a:pt x="7111" y="8314"/>
                  </a:lnTo>
                  <a:lnTo>
                    <a:pt x="7869" y="7555"/>
                  </a:lnTo>
                  <a:lnTo>
                    <a:pt x="7111" y="6796"/>
                  </a:lnTo>
                  <a:lnTo>
                    <a:pt x="7869" y="6038"/>
                  </a:lnTo>
                  <a:lnTo>
                    <a:pt x="8628" y="6796"/>
                  </a:lnTo>
                  <a:lnTo>
                    <a:pt x="9387" y="6038"/>
                  </a:lnTo>
                  <a:close/>
                  <a:moveTo>
                    <a:pt x="5092" y="12488"/>
                  </a:moveTo>
                  <a:lnTo>
                    <a:pt x="5851" y="13247"/>
                  </a:lnTo>
                  <a:lnTo>
                    <a:pt x="5092" y="14006"/>
                  </a:lnTo>
                  <a:lnTo>
                    <a:pt x="5851" y="14764"/>
                  </a:lnTo>
                  <a:lnTo>
                    <a:pt x="5092" y="15523"/>
                  </a:lnTo>
                  <a:lnTo>
                    <a:pt x="4333" y="14764"/>
                  </a:lnTo>
                  <a:lnTo>
                    <a:pt x="3575" y="15523"/>
                  </a:lnTo>
                  <a:lnTo>
                    <a:pt x="2816" y="14764"/>
                  </a:lnTo>
                  <a:lnTo>
                    <a:pt x="3575" y="14006"/>
                  </a:lnTo>
                  <a:lnTo>
                    <a:pt x="2816" y="13247"/>
                  </a:lnTo>
                  <a:lnTo>
                    <a:pt x="3575" y="12488"/>
                  </a:lnTo>
                  <a:lnTo>
                    <a:pt x="4333" y="13247"/>
                  </a:lnTo>
                  <a:lnTo>
                    <a:pt x="5092" y="12488"/>
                  </a:lnTo>
                  <a:close/>
                  <a:moveTo>
                    <a:pt x="3797" y="2904"/>
                  </a:moveTo>
                  <a:lnTo>
                    <a:pt x="5840" y="5628"/>
                  </a:lnTo>
                  <a:lnTo>
                    <a:pt x="4979" y="6271"/>
                  </a:lnTo>
                  <a:lnTo>
                    <a:pt x="4337" y="5410"/>
                  </a:lnTo>
                  <a:lnTo>
                    <a:pt x="4337" y="8808"/>
                  </a:lnTo>
                  <a:lnTo>
                    <a:pt x="9708" y="10957"/>
                  </a:lnTo>
                  <a:lnTo>
                    <a:pt x="9708" y="13028"/>
                  </a:lnTo>
                  <a:cubicBezTo>
                    <a:pt x="10332" y="13250"/>
                    <a:pt x="10784" y="13840"/>
                    <a:pt x="10784" y="14542"/>
                  </a:cubicBezTo>
                  <a:cubicBezTo>
                    <a:pt x="10777" y="15428"/>
                    <a:pt x="10054" y="16151"/>
                    <a:pt x="9168" y="16151"/>
                  </a:cubicBezTo>
                  <a:cubicBezTo>
                    <a:pt x="8279" y="16151"/>
                    <a:pt x="7555" y="15428"/>
                    <a:pt x="7555" y="14542"/>
                  </a:cubicBezTo>
                  <a:cubicBezTo>
                    <a:pt x="7555" y="13840"/>
                    <a:pt x="8007" y="13254"/>
                    <a:pt x="8631" y="13028"/>
                  </a:cubicBezTo>
                  <a:lnTo>
                    <a:pt x="8631" y="11684"/>
                  </a:lnTo>
                  <a:lnTo>
                    <a:pt x="3261" y="9535"/>
                  </a:lnTo>
                  <a:lnTo>
                    <a:pt x="3261" y="5410"/>
                  </a:lnTo>
                  <a:lnTo>
                    <a:pt x="2615" y="6271"/>
                  </a:lnTo>
                  <a:lnTo>
                    <a:pt x="1757" y="5628"/>
                  </a:lnTo>
                  <a:lnTo>
                    <a:pt x="3797" y="2904"/>
                  </a:lnTo>
                  <a:close/>
                  <a:moveTo>
                    <a:pt x="0" y="0"/>
                  </a:moveTo>
                  <a:lnTo>
                    <a:pt x="0" y="18332"/>
                  </a:lnTo>
                  <a:lnTo>
                    <a:pt x="12929" y="18332"/>
                  </a:lnTo>
                  <a:lnTo>
                    <a:pt x="12929" y="4337"/>
                  </a:lnTo>
                  <a:lnTo>
                    <a:pt x="8628" y="4337"/>
                  </a:lnTo>
                  <a:lnTo>
                    <a:pt x="8628" y="0"/>
                  </a:lnTo>
                  <a:close/>
                </a:path>
              </a:pathLst>
            </a:custGeom>
            <a:solidFill>
              <a:schemeClr val="accent3"/>
            </a:solidFill>
            <a:ln>
              <a:noFill/>
            </a:ln>
          </p:spPr>
          <p:txBody>
            <a:bodyPr anchorCtr="0" anchor="ctr" bIns="90900" lIns="90900" spcFirstLastPara="1" rIns="90900" wrap="square" tIns="90900">
              <a:noAutofit/>
            </a:bodyPr>
            <a:lstStyle/>
            <a:p>
              <a:pPr indent="0" lvl="0" marL="0" rtl="0" algn="l">
                <a:spcBef>
                  <a:spcPts val="0"/>
                </a:spcBef>
                <a:spcAft>
                  <a:spcPts val="0"/>
                </a:spcAft>
                <a:buNone/>
              </a:pPr>
              <a:r>
                <a:t/>
              </a:r>
              <a:endParaRPr/>
            </a:p>
          </p:txBody>
        </p:sp>
        <p:sp>
          <p:nvSpPr>
            <p:cNvPr id="1190" name="Google Shape;1190;p94"/>
            <p:cNvSpPr/>
            <p:nvPr/>
          </p:nvSpPr>
          <p:spPr>
            <a:xfrm>
              <a:off x="4928579" y="1489468"/>
              <a:ext cx="79367" cy="80349"/>
            </a:xfrm>
            <a:custGeom>
              <a:rect b="b" l="l" r="r" t="t"/>
              <a:pathLst>
                <a:path extrusionOk="0" h="2944" w="2908">
                  <a:moveTo>
                    <a:pt x="0" y="1"/>
                  </a:moveTo>
                  <a:lnTo>
                    <a:pt x="0" y="2944"/>
                  </a:lnTo>
                  <a:lnTo>
                    <a:pt x="2908" y="2944"/>
                  </a:lnTo>
                  <a:lnTo>
                    <a:pt x="0" y="1"/>
                  </a:lnTo>
                  <a:close/>
                </a:path>
              </a:pathLst>
            </a:custGeom>
            <a:solidFill>
              <a:schemeClr val="accent3"/>
            </a:solidFill>
            <a:ln>
              <a:noFill/>
            </a:ln>
          </p:spPr>
          <p:txBody>
            <a:bodyPr anchorCtr="0" anchor="ctr" bIns="90900" lIns="90900" spcFirstLastPara="1" rIns="90900" wrap="square" tIns="90900">
              <a:noAutofit/>
            </a:bodyPr>
            <a:lstStyle/>
            <a:p>
              <a:pPr indent="0" lvl="0" marL="0" rtl="0" algn="l">
                <a:spcBef>
                  <a:spcPts val="0"/>
                </a:spcBef>
                <a:spcAft>
                  <a:spcPts val="0"/>
                </a:spcAft>
                <a:buNone/>
              </a:pPr>
              <a:r>
                <a:t/>
              </a:r>
              <a:endParaRPr/>
            </a:p>
          </p:txBody>
        </p:sp>
        <p:sp>
          <p:nvSpPr>
            <p:cNvPr id="1191" name="Google Shape;1191;p94"/>
            <p:cNvSpPr/>
            <p:nvPr/>
          </p:nvSpPr>
          <p:spPr>
            <a:xfrm>
              <a:off x="5045882" y="1628359"/>
              <a:ext cx="87936" cy="175982"/>
            </a:xfrm>
            <a:custGeom>
              <a:rect b="b" l="l" r="r" t="t"/>
              <a:pathLst>
                <a:path extrusionOk="0" h="6448" w="3222">
                  <a:moveTo>
                    <a:pt x="0" y="0"/>
                  </a:moveTo>
                  <a:lnTo>
                    <a:pt x="0" y="6447"/>
                  </a:lnTo>
                  <a:lnTo>
                    <a:pt x="3222" y="6447"/>
                  </a:lnTo>
                  <a:lnTo>
                    <a:pt x="3222" y="0"/>
                  </a:lnTo>
                  <a:close/>
                </a:path>
              </a:pathLst>
            </a:custGeom>
            <a:solidFill>
              <a:schemeClr val="accent3"/>
            </a:solidFill>
            <a:ln>
              <a:noFill/>
            </a:ln>
          </p:spPr>
          <p:txBody>
            <a:bodyPr anchorCtr="0" anchor="ctr" bIns="90900" lIns="90900" spcFirstLastPara="1" rIns="90900" wrap="square" tIns="90900">
              <a:noAutofit/>
            </a:bodyPr>
            <a:lstStyle/>
            <a:p>
              <a:pPr indent="0" lvl="0" marL="0" rtl="0" algn="l">
                <a:spcBef>
                  <a:spcPts val="0"/>
                </a:spcBef>
                <a:spcAft>
                  <a:spcPts val="0"/>
                </a:spcAft>
                <a:buNone/>
              </a:pPr>
              <a:r>
                <a:t/>
              </a:r>
              <a:endParaRPr/>
            </a:p>
          </p:txBody>
        </p:sp>
      </p:grpSp>
      <p:cxnSp>
        <p:nvCxnSpPr>
          <p:cNvPr id="1192" name="Google Shape;1192;p94"/>
          <p:cNvCxnSpPr/>
          <p:nvPr/>
        </p:nvCxnSpPr>
        <p:spPr>
          <a:xfrm>
            <a:off x="1718025" y="2259279"/>
            <a:ext cx="685200" cy="0"/>
          </a:xfrm>
          <a:prstGeom prst="straightConnector1">
            <a:avLst/>
          </a:prstGeom>
          <a:noFill/>
          <a:ln cap="flat" cmpd="sng" w="9525">
            <a:solidFill>
              <a:schemeClr val="dk2"/>
            </a:solidFill>
            <a:prstDash val="solid"/>
            <a:round/>
            <a:headEnd len="med" w="med" type="none"/>
            <a:tailEnd len="med" w="med" type="triangle"/>
          </a:ln>
        </p:spPr>
      </p:cxnSp>
      <p:cxnSp>
        <p:nvCxnSpPr>
          <p:cNvPr id="1193" name="Google Shape;1193;p94"/>
          <p:cNvCxnSpPr/>
          <p:nvPr/>
        </p:nvCxnSpPr>
        <p:spPr>
          <a:xfrm>
            <a:off x="3377625" y="2240954"/>
            <a:ext cx="685200" cy="0"/>
          </a:xfrm>
          <a:prstGeom prst="straightConnector1">
            <a:avLst/>
          </a:prstGeom>
          <a:noFill/>
          <a:ln cap="flat" cmpd="sng" w="9525">
            <a:solidFill>
              <a:schemeClr val="dk2"/>
            </a:solidFill>
            <a:prstDash val="solid"/>
            <a:round/>
            <a:headEnd len="med" w="med" type="none"/>
            <a:tailEnd len="med" w="med" type="triangle"/>
          </a:ln>
        </p:spPr>
      </p:cxnSp>
      <p:cxnSp>
        <p:nvCxnSpPr>
          <p:cNvPr id="1194" name="Google Shape;1194;p94"/>
          <p:cNvCxnSpPr/>
          <p:nvPr/>
        </p:nvCxnSpPr>
        <p:spPr>
          <a:xfrm>
            <a:off x="5118788" y="2215229"/>
            <a:ext cx="685200" cy="0"/>
          </a:xfrm>
          <a:prstGeom prst="straightConnector1">
            <a:avLst/>
          </a:prstGeom>
          <a:noFill/>
          <a:ln cap="flat" cmpd="sng" w="9525">
            <a:solidFill>
              <a:schemeClr val="dk2"/>
            </a:solidFill>
            <a:prstDash val="solid"/>
            <a:round/>
            <a:headEnd len="med" w="med" type="none"/>
            <a:tailEnd len="med" w="med" type="triangle"/>
          </a:ln>
        </p:spPr>
      </p:cxnSp>
      <p:cxnSp>
        <p:nvCxnSpPr>
          <p:cNvPr id="1195" name="Google Shape;1195;p94"/>
          <p:cNvCxnSpPr/>
          <p:nvPr/>
        </p:nvCxnSpPr>
        <p:spPr>
          <a:xfrm>
            <a:off x="6806313" y="2210554"/>
            <a:ext cx="685200" cy="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9" name="Shape 1199"/>
        <p:cNvGrpSpPr/>
        <p:nvPr/>
      </p:nvGrpSpPr>
      <p:grpSpPr>
        <a:xfrm>
          <a:off x="0" y="0"/>
          <a:ext cx="0" cy="0"/>
          <a:chOff x="0" y="0"/>
          <a:chExt cx="0" cy="0"/>
        </a:xfrm>
      </p:grpSpPr>
      <p:sp>
        <p:nvSpPr>
          <p:cNvPr id="1200" name="Google Shape;1200;p95"/>
          <p:cNvSpPr txBox="1"/>
          <p:nvPr/>
        </p:nvSpPr>
        <p:spPr>
          <a:xfrm>
            <a:off x="5256729" y="2710295"/>
            <a:ext cx="3272700" cy="2167200"/>
          </a:xfrm>
          <a:prstGeom prst="rect">
            <a:avLst/>
          </a:prstGeom>
          <a:solidFill>
            <a:schemeClr val="lt1"/>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chemeClr val="dk1"/>
                </a:solidFill>
                <a:latin typeface="Sora Light"/>
                <a:ea typeface="Sora Light"/>
                <a:cs typeface="Sora Light"/>
                <a:sym typeface="Sora Light"/>
              </a:rPr>
              <a:t>Cognitive behavioral therapy (CBT) is one of the most common and best studied forms of psychotherapy. It is a combination of two therapeutic approaches, known as cognitive therapy and behavioral therapy. The exact treatment approaches used will depend on…</a:t>
            </a:r>
            <a:endParaRPr i="1">
              <a:solidFill>
                <a:srgbClr val="666666"/>
              </a:solidFill>
              <a:latin typeface="Sora Light"/>
              <a:ea typeface="Sora Light"/>
              <a:cs typeface="Sora Light"/>
              <a:sym typeface="Sora Light"/>
            </a:endParaRPr>
          </a:p>
        </p:txBody>
      </p:sp>
      <p:sp>
        <p:nvSpPr>
          <p:cNvPr id="1201" name="Google Shape;1201;p9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RAG: Ingestion</a:t>
            </a:r>
            <a:endParaRPr/>
          </a:p>
        </p:txBody>
      </p:sp>
      <p:grpSp>
        <p:nvGrpSpPr>
          <p:cNvPr id="1202" name="Google Shape;1202;p95"/>
          <p:cNvGrpSpPr/>
          <p:nvPr/>
        </p:nvGrpSpPr>
        <p:grpSpPr>
          <a:xfrm>
            <a:off x="7775447" y="445028"/>
            <a:ext cx="753983" cy="662740"/>
            <a:chOff x="-3030525" y="3973150"/>
            <a:chExt cx="293025" cy="257575"/>
          </a:xfrm>
        </p:grpSpPr>
        <p:sp>
          <p:nvSpPr>
            <p:cNvPr id="1203" name="Google Shape;1203;p95"/>
            <p:cNvSpPr/>
            <p:nvPr/>
          </p:nvSpPr>
          <p:spPr>
            <a:xfrm>
              <a:off x="-3029750" y="3973150"/>
              <a:ext cx="292250" cy="68550"/>
            </a:xfrm>
            <a:custGeom>
              <a:rect b="b" l="l" r="r" t="t"/>
              <a:pathLst>
                <a:path extrusionOk="0" h="2742" w="11690">
                  <a:moveTo>
                    <a:pt x="1702" y="1355"/>
                  </a:moveTo>
                  <a:cubicBezTo>
                    <a:pt x="1891" y="1355"/>
                    <a:pt x="2049" y="1513"/>
                    <a:pt x="2049" y="1702"/>
                  </a:cubicBezTo>
                  <a:cubicBezTo>
                    <a:pt x="2049" y="1922"/>
                    <a:pt x="1891" y="2080"/>
                    <a:pt x="1702" y="2080"/>
                  </a:cubicBezTo>
                  <a:cubicBezTo>
                    <a:pt x="1513" y="2080"/>
                    <a:pt x="1356" y="1922"/>
                    <a:pt x="1356" y="1702"/>
                  </a:cubicBezTo>
                  <a:cubicBezTo>
                    <a:pt x="1356" y="1513"/>
                    <a:pt x="1513" y="1355"/>
                    <a:pt x="1702" y="1355"/>
                  </a:cubicBezTo>
                  <a:close/>
                  <a:moveTo>
                    <a:pt x="3088" y="1355"/>
                  </a:moveTo>
                  <a:cubicBezTo>
                    <a:pt x="3277" y="1355"/>
                    <a:pt x="3435" y="1513"/>
                    <a:pt x="3435" y="1702"/>
                  </a:cubicBezTo>
                  <a:cubicBezTo>
                    <a:pt x="3435" y="1922"/>
                    <a:pt x="3277" y="2080"/>
                    <a:pt x="3088" y="2080"/>
                  </a:cubicBezTo>
                  <a:cubicBezTo>
                    <a:pt x="2868" y="2080"/>
                    <a:pt x="2710" y="1922"/>
                    <a:pt x="2710" y="1702"/>
                  </a:cubicBezTo>
                  <a:cubicBezTo>
                    <a:pt x="2710" y="1513"/>
                    <a:pt x="2868" y="1355"/>
                    <a:pt x="3088" y="1355"/>
                  </a:cubicBezTo>
                  <a:close/>
                  <a:moveTo>
                    <a:pt x="9925" y="1387"/>
                  </a:moveTo>
                  <a:cubicBezTo>
                    <a:pt x="10366" y="1387"/>
                    <a:pt x="10366" y="2080"/>
                    <a:pt x="9925" y="2080"/>
                  </a:cubicBezTo>
                  <a:lnTo>
                    <a:pt x="5829" y="2080"/>
                  </a:lnTo>
                  <a:cubicBezTo>
                    <a:pt x="5388" y="2080"/>
                    <a:pt x="5357" y="1387"/>
                    <a:pt x="5829" y="1387"/>
                  </a:cubicBezTo>
                  <a:close/>
                  <a:moveTo>
                    <a:pt x="1041" y="1"/>
                  </a:moveTo>
                  <a:cubicBezTo>
                    <a:pt x="473" y="1"/>
                    <a:pt x="1" y="473"/>
                    <a:pt x="1" y="1040"/>
                  </a:cubicBezTo>
                  <a:lnTo>
                    <a:pt x="1" y="2741"/>
                  </a:lnTo>
                  <a:lnTo>
                    <a:pt x="11689" y="2741"/>
                  </a:lnTo>
                  <a:lnTo>
                    <a:pt x="11689" y="1040"/>
                  </a:lnTo>
                  <a:cubicBezTo>
                    <a:pt x="11658" y="505"/>
                    <a:pt x="11248" y="1"/>
                    <a:pt x="10650" y="1"/>
                  </a:cubicBezTo>
                  <a:close/>
                </a:path>
              </a:pathLst>
            </a:custGeom>
            <a:solidFill>
              <a:schemeClr val="accent3"/>
            </a:solidFill>
            <a:ln>
              <a:noFill/>
            </a:ln>
          </p:spPr>
          <p:txBody>
            <a:bodyPr anchorCtr="0" anchor="ctr" bIns="163375" lIns="163375" spcFirstLastPara="1" rIns="163375" wrap="square" tIns="163375">
              <a:noAutofit/>
            </a:bodyPr>
            <a:lstStyle/>
            <a:p>
              <a:pPr indent="0" lvl="0" marL="0" rtl="0" algn="l">
                <a:spcBef>
                  <a:spcPts val="0"/>
                </a:spcBef>
                <a:spcAft>
                  <a:spcPts val="0"/>
                </a:spcAft>
                <a:buNone/>
              </a:pPr>
              <a:r>
                <a:t/>
              </a:r>
              <a:endParaRPr sz="1187">
                <a:highlight>
                  <a:srgbClr val="134F5C"/>
                </a:highlight>
              </a:endParaRPr>
            </a:p>
          </p:txBody>
        </p:sp>
        <p:sp>
          <p:nvSpPr>
            <p:cNvPr id="1204" name="Google Shape;1204;p95"/>
            <p:cNvSpPr/>
            <p:nvPr/>
          </p:nvSpPr>
          <p:spPr>
            <a:xfrm>
              <a:off x="-3030525" y="4059000"/>
              <a:ext cx="292225" cy="171725"/>
            </a:xfrm>
            <a:custGeom>
              <a:rect b="b" l="l" r="r" t="t"/>
              <a:pathLst>
                <a:path extrusionOk="0" h="6869" w="11689">
                  <a:moveTo>
                    <a:pt x="3773" y="1366"/>
                  </a:moveTo>
                  <a:cubicBezTo>
                    <a:pt x="4065" y="1366"/>
                    <a:pt x="4260" y="1775"/>
                    <a:pt x="3970" y="1985"/>
                  </a:cubicBezTo>
                  <a:lnTo>
                    <a:pt x="2363" y="3088"/>
                  </a:lnTo>
                  <a:lnTo>
                    <a:pt x="3970" y="4191"/>
                  </a:lnTo>
                  <a:cubicBezTo>
                    <a:pt x="4252" y="4370"/>
                    <a:pt x="4075" y="4801"/>
                    <a:pt x="3795" y="4801"/>
                  </a:cubicBezTo>
                  <a:cubicBezTo>
                    <a:pt x="3731" y="4801"/>
                    <a:pt x="3662" y="4779"/>
                    <a:pt x="3592" y="4726"/>
                  </a:cubicBezTo>
                  <a:lnTo>
                    <a:pt x="1544" y="3372"/>
                  </a:lnTo>
                  <a:cubicBezTo>
                    <a:pt x="1324" y="3246"/>
                    <a:pt x="1324" y="2962"/>
                    <a:pt x="1544" y="2805"/>
                  </a:cubicBezTo>
                  <a:lnTo>
                    <a:pt x="3592" y="1418"/>
                  </a:lnTo>
                  <a:cubicBezTo>
                    <a:pt x="3654" y="1382"/>
                    <a:pt x="3715" y="1366"/>
                    <a:pt x="3773" y="1366"/>
                  </a:cubicBezTo>
                  <a:close/>
                  <a:moveTo>
                    <a:pt x="7912" y="1407"/>
                  </a:moveTo>
                  <a:cubicBezTo>
                    <a:pt x="7979" y="1407"/>
                    <a:pt x="8053" y="1429"/>
                    <a:pt x="8129" y="1481"/>
                  </a:cubicBezTo>
                  <a:lnTo>
                    <a:pt x="10145" y="2836"/>
                  </a:lnTo>
                  <a:cubicBezTo>
                    <a:pt x="10366" y="2962"/>
                    <a:pt x="10366" y="3277"/>
                    <a:pt x="10145" y="3403"/>
                  </a:cubicBezTo>
                  <a:lnTo>
                    <a:pt x="8129" y="4789"/>
                  </a:lnTo>
                  <a:cubicBezTo>
                    <a:pt x="8061" y="4826"/>
                    <a:pt x="7996" y="4841"/>
                    <a:pt x="7935" y="4841"/>
                  </a:cubicBezTo>
                  <a:cubicBezTo>
                    <a:pt x="7624" y="4841"/>
                    <a:pt x="7430" y="4433"/>
                    <a:pt x="7719" y="4222"/>
                  </a:cubicBezTo>
                  <a:lnTo>
                    <a:pt x="9326" y="3120"/>
                  </a:lnTo>
                  <a:lnTo>
                    <a:pt x="7719" y="2017"/>
                  </a:lnTo>
                  <a:cubicBezTo>
                    <a:pt x="7437" y="1837"/>
                    <a:pt x="7615" y="1407"/>
                    <a:pt x="7912" y="1407"/>
                  </a:cubicBezTo>
                  <a:close/>
                  <a:moveTo>
                    <a:pt x="6515" y="714"/>
                  </a:moveTo>
                  <a:cubicBezTo>
                    <a:pt x="6728" y="714"/>
                    <a:pt x="6948" y="909"/>
                    <a:pt x="6868" y="1166"/>
                  </a:cubicBezTo>
                  <a:lnTo>
                    <a:pt x="5482" y="5262"/>
                  </a:lnTo>
                  <a:cubicBezTo>
                    <a:pt x="5434" y="5420"/>
                    <a:pt x="5306" y="5489"/>
                    <a:pt x="5176" y="5489"/>
                  </a:cubicBezTo>
                  <a:cubicBezTo>
                    <a:pt x="4968" y="5489"/>
                    <a:pt x="4755" y="5313"/>
                    <a:pt x="4852" y="5041"/>
                  </a:cubicBezTo>
                  <a:lnTo>
                    <a:pt x="6207" y="946"/>
                  </a:lnTo>
                  <a:cubicBezTo>
                    <a:pt x="6265" y="782"/>
                    <a:pt x="6389" y="714"/>
                    <a:pt x="6515" y="714"/>
                  </a:cubicBezTo>
                  <a:close/>
                  <a:moveTo>
                    <a:pt x="0" y="1"/>
                  </a:moveTo>
                  <a:lnTo>
                    <a:pt x="0" y="5829"/>
                  </a:lnTo>
                  <a:lnTo>
                    <a:pt x="32" y="5829"/>
                  </a:lnTo>
                  <a:cubicBezTo>
                    <a:pt x="32" y="6396"/>
                    <a:pt x="504" y="6869"/>
                    <a:pt x="1072" y="6869"/>
                  </a:cubicBezTo>
                  <a:lnTo>
                    <a:pt x="10681" y="6869"/>
                  </a:lnTo>
                  <a:cubicBezTo>
                    <a:pt x="11216" y="6869"/>
                    <a:pt x="11689" y="6396"/>
                    <a:pt x="11689" y="5829"/>
                  </a:cubicBezTo>
                  <a:lnTo>
                    <a:pt x="11689" y="1"/>
                  </a:lnTo>
                  <a:close/>
                </a:path>
              </a:pathLst>
            </a:custGeom>
            <a:solidFill>
              <a:schemeClr val="accent3"/>
            </a:solidFill>
            <a:ln>
              <a:noFill/>
            </a:ln>
          </p:spPr>
          <p:txBody>
            <a:bodyPr anchorCtr="0" anchor="ctr" bIns="163375" lIns="163375" spcFirstLastPara="1" rIns="163375" wrap="square" tIns="163375">
              <a:noAutofit/>
            </a:bodyPr>
            <a:lstStyle/>
            <a:p>
              <a:pPr indent="0" lvl="0" marL="0" rtl="0" algn="l">
                <a:spcBef>
                  <a:spcPts val="0"/>
                </a:spcBef>
                <a:spcAft>
                  <a:spcPts val="0"/>
                </a:spcAft>
                <a:buNone/>
              </a:pPr>
              <a:r>
                <a:t/>
              </a:r>
              <a:endParaRPr sz="1187">
                <a:highlight>
                  <a:srgbClr val="134F5C"/>
                </a:highlight>
              </a:endParaRPr>
            </a:p>
          </p:txBody>
        </p:sp>
      </p:grpSp>
      <p:sp>
        <p:nvSpPr>
          <p:cNvPr id="1205" name="Google Shape;1205;p95"/>
          <p:cNvSpPr txBox="1"/>
          <p:nvPr/>
        </p:nvSpPr>
        <p:spPr>
          <a:xfrm>
            <a:off x="847050" y="1283263"/>
            <a:ext cx="7449900" cy="996300"/>
          </a:xfrm>
          <a:prstGeom prst="rect">
            <a:avLst/>
          </a:prstGeom>
          <a:noFill/>
          <a:ln>
            <a:noFill/>
          </a:ln>
        </p:spPr>
        <p:txBody>
          <a:bodyPr anchorCtr="0" anchor="t" bIns="91425" lIns="91425" spcFirstLastPara="1" rIns="91425" wrap="square" tIns="91425">
            <a:noAutofit/>
          </a:bodyPr>
          <a:lstStyle/>
          <a:p>
            <a:pPr indent="-333375" lvl="0" marL="457200" rtl="0" algn="l">
              <a:lnSpc>
                <a:spcPct val="115000"/>
              </a:lnSpc>
              <a:spcBef>
                <a:spcPts val="0"/>
              </a:spcBef>
              <a:spcAft>
                <a:spcPts val="0"/>
              </a:spcAft>
              <a:buClr>
                <a:schemeClr val="dk1"/>
              </a:buClr>
              <a:buSzPts val="1650"/>
              <a:buFont typeface="Sora"/>
              <a:buChar char="●"/>
            </a:pPr>
            <a:r>
              <a:rPr lang="en" sz="1650">
                <a:solidFill>
                  <a:schemeClr val="dk1"/>
                </a:solidFill>
                <a:latin typeface="Sora"/>
                <a:ea typeface="Sora"/>
                <a:cs typeface="Sora"/>
                <a:sym typeface="Sora"/>
              </a:rPr>
              <a:t>P</a:t>
            </a:r>
            <a:r>
              <a:rPr lang="en" sz="1650">
                <a:solidFill>
                  <a:schemeClr val="dk1"/>
                </a:solidFill>
                <a:latin typeface="Sora"/>
                <a:ea typeface="Sora"/>
                <a:cs typeface="Sora"/>
                <a:sym typeface="Sora"/>
              </a:rPr>
              <a:t>re-cleaned all CBT-related documents prior to loading in AWS.</a:t>
            </a:r>
            <a:endParaRPr sz="1650">
              <a:solidFill>
                <a:schemeClr val="dk1"/>
              </a:solidFill>
              <a:latin typeface="Sora"/>
              <a:ea typeface="Sora"/>
              <a:cs typeface="Sora"/>
              <a:sym typeface="Sora"/>
            </a:endParaRPr>
          </a:p>
          <a:p>
            <a:pPr indent="-333375" lvl="0" marL="457200" rtl="0" algn="l">
              <a:lnSpc>
                <a:spcPct val="115000"/>
              </a:lnSpc>
              <a:spcBef>
                <a:spcPts val="0"/>
              </a:spcBef>
              <a:spcAft>
                <a:spcPts val="0"/>
              </a:spcAft>
              <a:buClr>
                <a:schemeClr val="dk1"/>
              </a:buClr>
              <a:buSzPts val="1650"/>
              <a:buFont typeface="Sora"/>
              <a:buChar char="●"/>
            </a:pPr>
            <a:r>
              <a:rPr lang="en" sz="1650">
                <a:solidFill>
                  <a:schemeClr val="dk1"/>
                </a:solidFill>
                <a:latin typeface="Sora"/>
                <a:ea typeface="Sora"/>
                <a:cs typeface="Sora"/>
                <a:sym typeface="Sora"/>
              </a:rPr>
              <a:t>Focused on loading documents that contain instructional information about CBT as opposed to worksheets.</a:t>
            </a:r>
            <a:endParaRPr>
              <a:solidFill>
                <a:schemeClr val="dk1"/>
              </a:solidFill>
              <a:latin typeface="Lato"/>
              <a:ea typeface="Lato"/>
              <a:cs typeface="Lato"/>
              <a:sym typeface="Lato"/>
            </a:endParaRPr>
          </a:p>
          <a:p>
            <a:pPr indent="0" lvl="0" marL="0" rtl="0" algn="l">
              <a:spcBef>
                <a:spcPts val="0"/>
              </a:spcBef>
              <a:spcAft>
                <a:spcPts val="0"/>
              </a:spcAft>
              <a:buNone/>
            </a:pPr>
            <a:r>
              <a:t/>
            </a:r>
            <a:endParaRPr>
              <a:solidFill>
                <a:schemeClr val="dk1"/>
              </a:solidFill>
              <a:latin typeface="Lato"/>
              <a:ea typeface="Lato"/>
              <a:cs typeface="Lato"/>
              <a:sym typeface="Lato"/>
            </a:endParaRPr>
          </a:p>
          <a:p>
            <a:pPr indent="0" lvl="0" marL="0" rtl="0" algn="l">
              <a:spcBef>
                <a:spcPts val="0"/>
              </a:spcBef>
              <a:spcAft>
                <a:spcPts val="0"/>
              </a:spcAft>
              <a:buNone/>
            </a:pPr>
            <a:r>
              <a:t/>
            </a:r>
            <a:endParaRPr>
              <a:solidFill>
                <a:schemeClr val="dk1"/>
              </a:solidFill>
              <a:latin typeface="Lato"/>
              <a:ea typeface="Lato"/>
              <a:cs typeface="Lato"/>
              <a:sym typeface="Lato"/>
            </a:endParaRPr>
          </a:p>
        </p:txBody>
      </p:sp>
      <p:sp>
        <p:nvSpPr>
          <p:cNvPr id="1206" name="Google Shape;1206;p95"/>
          <p:cNvSpPr txBox="1"/>
          <p:nvPr/>
        </p:nvSpPr>
        <p:spPr>
          <a:xfrm>
            <a:off x="2111900" y="2383200"/>
            <a:ext cx="1259100" cy="315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300">
                <a:solidFill>
                  <a:schemeClr val="lt2"/>
                </a:solidFill>
                <a:latin typeface="Sora"/>
                <a:ea typeface="Sora"/>
                <a:cs typeface="Sora"/>
                <a:sym typeface="Sora"/>
              </a:rPr>
              <a:t>Full Website</a:t>
            </a:r>
            <a:endParaRPr b="1" sz="1300">
              <a:solidFill>
                <a:schemeClr val="lt2"/>
              </a:solidFill>
              <a:latin typeface="Sora"/>
              <a:ea typeface="Sora"/>
              <a:cs typeface="Sora"/>
              <a:sym typeface="Sora"/>
            </a:endParaRPr>
          </a:p>
        </p:txBody>
      </p:sp>
      <p:sp>
        <p:nvSpPr>
          <p:cNvPr id="1207" name="Google Shape;1207;p95"/>
          <p:cNvSpPr txBox="1"/>
          <p:nvPr/>
        </p:nvSpPr>
        <p:spPr>
          <a:xfrm>
            <a:off x="6110224" y="2383200"/>
            <a:ext cx="1565700" cy="315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300">
                <a:solidFill>
                  <a:schemeClr val="lt2"/>
                </a:solidFill>
                <a:latin typeface="Sora"/>
                <a:ea typeface="Sora"/>
                <a:cs typeface="Sora"/>
                <a:sym typeface="Sora"/>
              </a:rPr>
              <a:t>Scraped</a:t>
            </a:r>
            <a:r>
              <a:rPr b="1" lang="en" sz="1300">
                <a:solidFill>
                  <a:schemeClr val="lt2"/>
                </a:solidFill>
                <a:latin typeface="Sora"/>
                <a:ea typeface="Sora"/>
                <a:cs typeface="Sora"/>
                <a:sym typeface="Sora"/>
              </a:rPr>
              <a:t> Text</a:t>
            </a:r>
            <a:endParaRPr b="1" sz="1300">
              <a:solidFill>
                <a:schemeClr val="lt2"/>
              </a:solidFill>
              <a:latin typeface="Sora"/>
              <a:ea typeface="Sora"/>
              <a:cs typeface="Sora"/>
              <a:sym typeface="Sora"/>
            </a:endParaRPr>
          </a:p>
        </p:txBody>
      </p:sp>
      <p:pic>
        <p:nvPicPr>
          <p:cNvPr id="1208" name="Google Shape;1208;p95"/>
          <p:cNvPicPr preferRelativeResize="0"/>
          <p:nvPr/>
        </p:nvPicPr>
        <p:blipFill>
          <a:blip r:embed="rId3">
            <a:alphaModFix/>
          </a:blip>
          <a:stretch>
            <a:fillRect/>
          </a:stretch>
        </p:blipFill>
        <p:spPr>
          <a:xfrm>
            <a:off x="993417" y="2710296"/>
            <a:ext cx="3496068" cy="2167200"/>
          </a:xfrm>
          <a:prstGeom prst="rect">
            <a:avLst/>
          </a:prstGeom>
          <a:noFill/>
          <a:ln cap="flat" cmpd="sng" w="9525">
            <a:solidFill>
              <a:schemeClr val="dk2"/>
            </a:solidFill>
            <a:prstDash val="solid"/>
            <a:round/>
            <a:headEnd len="sm" w="sm" type="none"/>
            <a:tailEnd len="sm" w="sm" type="none"/>
          </a:ln>
        </p:spPr>
      </p:pic>
      <p:sp>
        <p:nvSpPr>
          <p:cNvPr id="1209" name="Google Shape;1209;p95"/>
          <p:cNvSpPr/>
          <p:nvPr/>
        </p:nvSpPr>
        <p:spPr>
          <a:xfrm>
            <a:off x="4545975" y="3000620"/>
            <a:ext cx="93600" cy="572700"/>
          </a:xfrm>
          <a:prstGeom prst="rightBracket">
            <a:avLst>
              <a:gd fmla="val 8333"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cxnSp>
        <p:nvCxnSpPr>
          <p:cNvPr id="1210" name="Google Shape;1210;p95"/>
          <p:cNvCxnSpPr>
            <a:endCxn id="1200" idx="1"/>
          </p:cNvCxnSpPr>
          <p:nvPr/>
        </p:nvCxnSpPr>
        <p:spPr>
          <a:xfrm>
            <a:off x="4651329" y="3328595"/>
            <a:ext cx="605400" cy="465300"/>
          </a:xfrm>
          <a:prstGeom prst="bentConnector3">
            <a:avLst>
              <a:gd fmla="val 50000" name="adj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4" name="Shape 1214"/>
        <p:cNvGrpSpPr/>
        <p:nvPr/>
      </p:nvGrpSpPr>
      <p:grpSpPr>
        <a:xfrm>
          <a:off x="0" y="0"/>
          <a:ext cx="0" cy="0"/>
          <a:chOff x="0" y="0"/>
          <a:chExt cx="0" cy="0"/>
        </a:xfrm>
      </p:grpSpPr>
      <p:sp>
        <p:nvSpPr>
          <p:cNvPr id="1215" name="Google Shape;1215;p9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RAG: Loading</a:t>
            </a:r>
            <a:endParaRPr/>
          </a:p>
        </p:txBody>
      </p:sp>
      <p:sp>
        <p:nvSpPr>
          <p:cNvPr id="1216" name="Google Shape;1216;p96"/>
          <p:cNvSpPr txBox="1"/>
          <p:nvPr/>
        </p:nvSpPr>
        <p:spPr>
          <a:xfrm>
            <a:off x="850350" y="1266150"/>
            <a:ext cx="7573800" cy="1031400"/>
          </a:xfrm>
          <a:prstGeom prst="rect">
            <a:avLst/>
          </a:prstGeom>
          <a:noFill/>
          <a:ln>
            <a:noFill/>
          </a:ln>
        </p:spPr>
        <p:txBody>
          <a:bodyPr anchorCtr="0" anchor="t" bIns="91425" lIns="91425" spcFirstLastPara="1" rIns="91425" wrap="square" tIns="91425">
            <a:noAutofit/>
          </a:bodyPr>
          <a:lstStyle/>
          <a:p>
            <a:pPr indent="-330200" lvl="0" marL="457200" rtl="0" algn="l">
              <a:lnSpc>
                <a:spcPct val="115000"/>
              </a:lnSpc>
              <a:spcBef>
                <a:spcPts val="0"/>
              </a:spcBef>
              <a:spcAft>
                <a:spcPts val="0"/>
              </a:spcAft>
              <a:buClr>
                <a:schemeClr val="dk1"/>
              </a:buClr>
              <a:buSzPts val="1600"/>
              <a:buFont typeface="Sora"/>
              <a:buChar char="●"/>
            </a:pPr>
            <a:r>
              <a:rPr lang="en" sz="1600">
                <a:solidFill>
                  <a:schemeClr val="dk1"/>
                </a:solidFill>
                <a:latin typeface="Sora"/>
                <a:ea typeface="Sora"/>
                <a:cs typeface="Sora"/>
                <a:sym typeface="Sora"/>
              </a:rPr>
              <a:t>Embeddings are created for loaded CBT documents within Amazon Bedrock</a:t>
            </a:r>
            <a:endParaRPr sz="1600">
              <a:solidFill>
                <a:schemeClr val="dk1"/>
              </a:solidFill>
              <a:latin typeface="Sora"/>
              <a:ea typeface="Sora"/>
              <a:cs typeface="Sora"/>
              <a:sym typeface="Sora"/>
            </a:endParaRPr>
          </a:p>
          <a:p>
            <a:pPr indent="-330200" lvl="0" marL="457200" rtl="0" algn="l">
              <a:lnSpc>
                <a:spcPct val="115000"/>
              </a:lnSpc>
              <a:spcBef>
                <a:spcPts val="0"/>
              </a:spcBef>
              <a:spcAft>
                <a:spcPts val="0"/>
              </a:spcAft>
              <a:buClr>
                <a:schemeClr val="dk1"/>
              </a:buClr>
              <a:buSzPts val="1600"/>
              <a:buFont typeface="Sora"/>
              <a:buChar char="●"/>
            </a:pPr>
            <a:r>
              <a:rPr lang="en" sz="1600">
                <a:solidFill>
                  <a:schemeClr val="dk1"/>
                </a:solidFill>
                <a:latin typeface="Sora"/>
                <a:ea typeface="Sora"/>
                <a:cs typeface="Sora"/>
                <a:sym typeface="Sora"/>
              </a:rPr>
              <a:t>Text is segmented into chunks of 384 tokens with a 50% overlap</a:t>
            </a:r>
            <a:endParaRPr sz="1300">
              <a:solidFill>
                <a:schemeClr val="dk1"/>
              </a:solidFill>
              <a:latin typeface="Sora"/>
              <a:ea typeface="Sora"/>
              <a:cs typeface="Sora"/>
              <a:sym typeface="Sora"/>
            </a:endParaRPr>
          </a:p>
        </p:txBody>
      </p:sp>
      <p:grpSp>
        <p:nvGrpSpPr>
          <p:cNvPr id="1217" name="Google Shape;1217;p96"/>
          <p:cNvGrpSpPr/>
          <p:nvPr/>
        </p:nvGrpSpPr>
        <p:grpSpPr>
          <a:xfrm>
            <a:off x="7817067" y="417423"/>
            <a:ext cx="714271" cy="627904"/>
            <a:chOff x="2304569" y="2129723"/>
            <a:chExt cx="500435" cy="439955"/>
          </a:xfrm>
        </p:grpSpPr>
        <p:sp>
          <p:nvSpPr>
            <p:cNvPr id="1218" name="Google Shape;1218;p96"/>
            <p:cNvSpPr/>
            <p:nvPr/>
          </p:nvSpPr>
          <p:spPr>
            <a:xfrm>
              <a:off x="2304569" y="2129723"/>
              <a:ext cx="500353" cy="176091"/>
            </a:xfrm>
            <a:custGeom>
              <a:rect b="b" l="l" r="r" t="t"/>
              <a:pathLst>
                <a:path extrusionOk="0" h="6452" w="18333">
                  <a:moveTo>
                    <a:pt x="9164" y="1"/>
                  </a:moveTo>
                  <a:lnTo>
                    <a:pt x="0" y="3226"/>
                  </a:lnTo>
                  <a:lnTo>
                    <a:pt x="9164" y="6451"/>
                  </a:lnTo>
                  <a:lnTo>
                    <a:pt x="18332" y="3226"/>
                  </a:lnTo>
                  <a:lnTo>
                    <a:pt x="9164" y="1"/>
                  </a:lnTo>
                  <a:close/>
                </a:path>
              </a:pathLst>
            </a:custGeom>
            <a:solidFill>
              <a:schemeClr val="accent3"/>
            </a:solidFill>
            <a:ln>
              <a:noFill/>
            </a:ln>
          </p:spPr>
          <p:txBody>
            <a:bodyPr anchorCtr="0" anchor="ctr" bIns="130500" lIns="130500" spcFirstLastPara="1" rIns="130500" wrap="square" tIns="130500">
              <a:noAutofit/>
            </a:bodyPr>
            <a:lstStyle/>
            <a:p>
              <a:pPr indent="0" lvl="0" marL="0" rtl="0" algn="l">
                <a:spcBef>
                  <a:spcPts val="0"/>
                </a:spcBef>
                <a:spcAft>
                  <a:spcPts val="0"/>
                </a:spcAft>
                <a:buNone/>
              </a:pPr>
              <a:r>
                <a:t/>
              </a:r>
              <a:endParaRPr sz="1217">
                <a:solidFill>
                  <a:schemeClr val="dk2"/>
                </a:solidFill>
                <a:highlight>
                  <a:srgbClr val="134F5C"/>
                </a:highlight>
              </a:endParaRPr>
            </a:p>
          </p:txBody>
        </p:sp>
        <p:sp>
          <p:nvSpPr>
            <p:cNvPr id="1219" name="Google Shape;1219;p96"/>
            <p:cNvSpPr/>
            <p:nvPr/>
          </p:nvSpPr>
          <p:spPr>
            <a:xfrm>
              <a:off x="2304651" y="2277375"/>
              <a:ext cx="500353" cy="116457"/>
            </a:xfrm>
            <a:custGeom>
              <a:rect b="b" l="l" r="r" t="t"/>
              <a:pathLst>
                <a:path extrusionOk="0" h="4267" w="18333">
                  <a:moveTo>
                    <a:pt x="2951" y="0"/>
                  </a:moveTo>
                  <a:lnTo>
                    <a:pt x="1" y="1041"/>
                  </a:lnTo>
                  <a:lnTo>
                    <a:pt x="9165" y="4266"/>
                  </a:lnTo>
                  <a:lnTo>
                    <a:pt x="18333" y="1041"/>
                  </a:lnTo>
                  <a:lnTo>
                    <a:pt x="15383" y="0"/>
                  </a:lnTo>
                  <a:lnTo>
                    <a:pt x="9168" y="2181"/>
                  </a:lnTo>
                  <a:lnTo>
                    <a:pt x="2951" y="0"/>
                  </a:lnTo>
                  <a:close/>
                </a:path>
              </a:pathLst>
            </a:custGeom>
            <a:solidFill>
              <a:schemeClr val="accent3"/>
            </a:solidFill>
            <a:ln>
              <a:noFill/>
            </a:ln>
          </p:spPr>
          <p:txBody>
            <a:bodyPr anchorCtr="0" anchor="ctr" bIns="130500" lIns="130500" spcFirstLastPara="1" rIns="130500" wrap="square" tIns="130500">
              <a:noAutofit/>
            </a:bodyPr>
            <a:lstStyle/>
            <a:p>
              <a:pPr indent="0" lvl="0" marL="0" rtl="0" algn="l">
                <a:spcBef>
                  <a:spcPts val="0"/>
                </a:spcBef>
                <a:spcAft>
                  <a:spcPts val="0"/>
                </a:spcAft>
                <a:buNone/>
              </a:pPr>
              <a:r>
                <a:t/>
              </a:r>
              <a:endParaRPr sz="1217">
                <a:solidFill>
                  <a:schemeClr val="dk2"/>
                </a:solidFill>
                <a:highlight>
                  <a:srgbClr val="134F5C"/>
                </a:highlight>
              </a:endParaRPr>
            </a:p>
          </p:txBody>
        </p:sp>
        <p:sp>
          <p:nvSpPr>
            <p:cNvPr id="1220" name="Google Shape;1220;p96"/>
            <p:cNvSpPr/>
            <p:nvPr/>
          </p:nvSpPr>
          <p:spPr>
            <a:xfrm>
              <a:off x="2304651" y="2365393"/>
              <a:ext cx="500353" cy="116457"/>
            </a:xfrm>
            <a:custGeom>
              <a:rect b="b" l="l" r="r" t="t"/>
              <a:pathLst>
                <a:path extrusionOk="0" h="4267" w="18333">
                  <a:moveTo>
                    <a:pt x="2951" y="0"/>
                  </a:moveTo>
                  <a:lnTo>
                    <a:pt x="1" y="1041"/>
                  </a:lnTo>
                  <a:lnTo>
                    <a:pt x="9165" y="4267"/>
                  </a:lnTo>
                  <a:lnTo>
                    <a:pt x="18333" y="1041"/>
                  </a:lnTo>
                  <a:lnTo>
                    <a:pt x="15383" y="0"/>
                  </a:lnTo>
                  <a:lnTo>
                    <a:pt x="9168" y="2178"/>
                  </a:lnTo>
                  <a:lnTo>
                    <a:pt x="2951" y="0"/>
                  </a:lnTo>
                  <a:close/>
                </a:path>
              </a:pathLst>
            </a:custGeom>
            <a:solidFill>
              <a:schemeClr val="accent3"/>
            </a:solidFill>
            <a:ln>
              <a:noFill/>
            </a:ln>
          </p:spPr>
          <p:txBody>
            <a:bodyPr anchorCtr="0" anchor="ctr" bIns="130500" lIns="130500" spcFirstLastPara="1" rIns="130500" wrap="square" tIns="130500">
              <a:noAutofit/>
            </a:bodyPr>
            <a:lstStyle/>
            <a:p>
              <a:pPr indent="0" lvl="0" marL="0" rtl="0" algn="l">
                <a:spcBef>
                  <a:spcPts val="0"/>
                </a:spcBef>
                <a:spcAft>
                  <a:spcPts val="0"/>
                </a:spcAft>
                <a:buNone/>
              </a:pPr>
              <a:r>
                <a:t/>
              </a:r>
              <a:endParaRPr sz="1217">
                <a:solidFill>
                  <a:schemeClr val="dk2"/>
                </a:solidFill>
                <a:highlight>
                  <a:srgbClr val="134F5C"/>
                </a:highlight>
              </a:endParaRPr>
            </a:p>
          </p:txBody>
        </p:sp>
        <p:sp>
          <p:nvSpPr>
            <p:cNvPr id="1221" name="Google Shape;1221;p96"/>
            <p:cNvSpPr/>
            <p:nvPr/>
          </p:nvSpPr>
          <p:spPr>
            <a:xfrm>
              <a:off x="2304651" y="2453221"/>
              <a:ext cx="500353" cy="116457"/>
            </a:xfrm>
            <a:custGeom>
              <a:rect b="b" l="l" r="r" t="t"/>
              <a:pathLst>
                <a:path extrusionOk="0" h="4267" w="18333">
                  <a:moveTo>
                    <a:pt x="2951" y="1"/>
                  </a:moveTo>
                  <a:lnTo>
                    <a:pt x="1" y="1041"/>
                  </a:lnTo>
                  <a:lnTo>
                    <a:pt x="9165" y="4267"/>
                  </a:lnTo>
                  <a:lnTo>
                    <a:pt x="18333" y="1041"/>
                  </a:lnTo>
                  <a:lnTo>
                    <a:pt x="15383" y="1"/>
                  </a:lnTo>
                  <a:lnTo>
                    <a:pt x="9168" y="2181"/>
                  </a:lnTo>
                  <a:lnTo>
                    <a:pt x="2951" y="1"/>
                  </a:lnTo>
                  <a:close/>
                </a:path>
              </a:pathLst>
            </a:custGeom>
            <a:solidFill>
              <a:schemeClr val="accent3"/>
            </a:solidFill>
            <a:ln>
              <a:noFill/>
            </a:ln>
          </p:spPr>
          <p:txBody>
            <a:bodyPr anchorCtr="0" anchor="ctr" bIns="130500" lIns="130500" spcFirstLastPara="1" rIns="130500" wrap="square" tIns="130500">
              <a:noAutofit/>
            </a:bodyPr>
            <a:lstStyle/>
            <a:p>
              <a:pPr indent="0" lvl="0" marL="0" rtl="0" algn="l">
                <a:spcBef>
                  <a:spcPts val="0"/>
                </a:spcBef>
                <a:spcAft>
                  <a:spcPts val="0"/>
                </a:spcAft>
                <a:buNone/>
              </a:pPr>
              <a:r>
                <a:t/>
              </a:r>
              <a:endParaRPr sz="1217">
                <a:solidFill>
                  <a:schemeClr val="dk2"/>
                </a:solidFill>
                <a:highlight>
                  <a:srgbClr val="134F5C"/>
                </a:highlight>
              </a:endParaRPr>
            </a:p>
          </p:txBody>
        </p:sp>
      </p:grpSp>
      <p:sp>
        <p:nvSpPr>
          <p:cNvPr id="1222" name="Google Shape;1222;p96"/>
          <p:cNvSpPr txBox="1"/>
          <p:nvPr/>
        </p:nvSpPr>
        <p:spPr>
          <a:xfrm>
            <a:off x="1222558" y="2705830"/>
            <a:ext cx="3272700" cy="2167200"/>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chemeClr val="dk1"/>
                </a:solidFill>
                <a:latin typeface="Sora Light"/>
                <a:ea typeface="Sora Light"/>
                <a:cs typeface="Sora Light"/>
                <a:sym typeface="Sora Light"/>
              </a:rPr>
              <a:t>Cognitive behavioral therapy (CBT) is one of the most common and best studied forms of psychotherapy. It is a combination of two therapeutic approaches, known as cognitive therapy and behavioral therapy. The exact treatment approaches used will depend on…</a:t>
            </a:r>
            <a:endParaRPr i="1">
              <a:solidFill>
                <a:srgbClr val="666666"/>
              </a:solidFill>
              <a:latin typeface="Sora Light"/>
              <a:ea typeface="Sora Light"/>
              <a:cs typeface="Sora Light"/>
              <a:sym typeface="Sora Light"/>
            </a:endParaRPr>
          </a:p>
        </p:txBody>
      </p:sp>
      <p:sp>
        <p:nvSpPr>
          <p:cNvPr id="1223" name="Google Shape;1223;p96"/>
          <p:cNvSpPr txBox="1"/>
          <p:nvPr/>
        </p:nvSpPr>
        <p:spPr>
          <a:xfrm>
            <a:off x="2200099" y="2374837"/>
            <a:ext cx="1317600" cy="315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300">
                <a:solidFill>
                  <a:schemeClr val="lt2"/>
                </a:solidFill>
                <a:latin typeface="Sora"/>
                <a:ea typeface="Sora"/>
                <a:cs typeface="Sora"/>
                <a:sym typeface="Sora"/>
              </a:rPr>
              <a:t>Scraped Text</a:t>
            </a:r>
            <a:endParaRPr b="1" sz="1300">
              <a:solidFill>
                <a:schemeClr val="lt2"/>
              </a:solidFill>
              <a:latin typeface="Sora"/>
              <a:ea typeface="Sora"/>
              <a:cs typeface="Sora"/>
              <a:sym typeface="Sora"/>
            </a:endParaRPr>
          </a:p>
        </p:txBody>
      </p:sp>
      <p:pic>
        <p:nvPicPr>
          <p:cNvPr id="1224" name="Google Shape;1224;p96"/>
          <p:cNvPicPr preferRelativeResize="0"/>
          <p:nvPr/>
        </p:nvPicPr>
        <p:blipFill rotWithShape="1">
          <a:blip r:embed="rId3">
            <a:alphaModFix/>
          </a:blip>
          <a:srcRect b="0" l="0" r="19224" t="3362"/>
          <a:stretch/>
        </p:blipFill>
        <p:spPr>
          <a:xfrm>
            <a:off x="5227001" y="2705825"/>
            <a:ext cx="3273553" cy="2167126"/>
          </a:xfrm>
          <a:prstGeom prst="rect">
            <a:avLst/>
          </a:prstGeom>
          <a:noFill/>
          <a:ln cap="flat" cmpd="sng" w="9525">
            <a:solidFill>
              <a:schemeClr val="dk2"/>
            </a:solidFill>
            <a:prstDash val="solid"/>
            <a:round/>
            <a:headEnd len="sm" w="sm" type="none"/>
            <a:tailEnd len="sm" w="sm" type="none"/>
          </a:ln>
        </p:spPr>
      </p:pic>
      <p:sp>
        <p:nvSpPr>
          <p:cNvPr id="1225" name="Google Shape;1225;p96"/>
          <p:cNvSpPr txBox="1"/>
          <p:nvPr/>
        </p:nvSpPr>
        <p:spPr>
          <a:xfrm>
            <a:off x="6204975" y="2374824"/>
            <a:ext cx="1317600" cy="315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300">
                <a:solidFill>
                  <a:schemeClr val="lt2"/>
                </a:solidFill>
                <a:latin typeface="Sora"/>
                <a:ea typeface="Sora"/>
                <a:cs typeface="Sora"/>
                <a:sym typeface="Sora"/>
              </a:rPr>
              <a:t>Embeddings</a:t>
            </a:r>
            <a:endParaRPr b="1" sz="1300">
              <a:solidFill>
                <a:schemeClr val="lt2"/>
              </a:solidFill>
              <a:latin typeface="Sora"/>
              <a:ea typeface="Sora"/>
              <a:cs typeface="Sora"/>
              <a:sym typeface="Sora"/>
            </a:endParaRPr>
          </a:p>
        </p:txBody>
      </p:sp>
      <p:cxnSp>
        <p:nvCxnSpPr>
          <p:cNvPr id="1226" name="Google Shape;1226;p96"/>
          <p:cNvCxnSpPr/>
          <p:nvPr/>
        </p:nvCxnSpPr>
        <p:spPr>
          <a:xfrm>
            <a:off x="4562137" y="3789420"/>
            <a:ext cx="562200" cy="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0" name="Shape 1230"/>
        <p:cNvGrpSpPr/>
        <p:nvPr/>
      </p:nvGrpSpPr>
      <p:grpSpPr>
        <a:xfrm>
          <a:off x="0" y="0"/>
          <a:ext cx="0" cy="0"/>
          <a:chOff x="0" y="0"/>
          <a:chExt cx="0" cy="0"/>
        </a:xfrm>
      </p:grpSpPr>
      <p:sp>
        <p:nvSpPr>
          <p:cNvPr id="1231" name="Google Shape;1231;p97"/>
          <p:cNvSpPr txBox="1"/>
          <p:nvPr/>
        </p:nvSpPr>
        <p:spPr>
          <a:xfrm>
            <a:off x="1092725" y="2746913"/>
            <a:ext cx="3272700" cy="1667700"/>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chemeClr val="dk1"/>
                </a:solidFill>
                <a:latin typeface="Sora Light"/>
                <a:ea typeface="Sora Light"/>
                <a:cs typeface="Sora Light"/>
                <a:sym typeface="Sora Light"/>
              </a:rPr>
              <a:t>“I just felt like </a:t>
            </a:r>
            <a:r>
              <a:rPr b="1" i="1" lang="en">
                <a:solidFill>
                  <a:schemeClr val="dk1"/>
                </a:solidFill>
                <a:highlight>
                  <a:srgbClr val="FFE599"/>
                </a:highlight>
                <a:latin typeface="Sora"/>
                <a:ea typeface="Sora"/>
                <a:cs typeface="Sora"/>
                <a:sym typeface="Sora"/>
              </a:rPr>
              <a:t>he does not miss me the way that I miss him</a:t>
            </a:r>
            <a:r>
              <a:rPr i="1" lang="en">
                <a:solidFill>
                  <a:schemeClr val="dk1"/>
                </a:solidFill>
                <a:latin typeface="Sora Light"/>
                <a:ea typeface="Sora Light"/>
                <a:cs typeface="Sora Light"/>
                <a:sym typeface="Sora Light"/>
              </a:rPr>
              <a:t> and that he really does not care about me the way that I care about him. </a:t>
            </a:r>
            <a:r>
              <a:rPr b="1" i="1" lang="en">
                <a:solidFill>
                  <a:schemeClr val="dk1"/>
                </a:solidFill>
                <a:highlight>
                  <a:srgbClr val="FFE599"/>
                </a:highlight>
                <a:latin typeface="Sora"/>
                <a:ea typeface="Sora"/>
                <a:cs typeface="Sora"/>
                <a:sym typeface="Sora"/>
              </a:rPr>
              <a:t>I know that these things aren't true, but our conversation left me feeling frustrated and sad.”</a:t>
            </a:r>
            <a:endParaRPr b="1" i="1">
              <a:solidFill>
                <a:schemeClr val="dk1"/>
              </a:solidFill>
              <a:highlight>
                <a:srgbClr val="FFE599"/>
              </a:highlight>
              <a:latin typeface="Sora"/>
              <a:ea typeface="Sora"/>
              <a:cs typeface="Sora"/>
              <a:sym typeface="Sora"/>
            </a:endParaRPr>
          </a:p>
        </p:txBody>
      </p:sp>
      <p:sp>
        <p:nvSpPr>
          <p:cNvPr id="1232" name="Google Shape;1232;p97"/>
          <p:cNvSpPr txBox="1"/>
          <p:nvPr/>
        </p:nvSpPr>
        <p:spPr>
          <a:xfrm>
            <a:off x="5189562" y="2746913"/>
            <a:ext cx="3272700" cy="1667700"/>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chemeClr val="dk1"/>
                </a:solidFill>
                <a:latin typeface="Sora Light"/>
                <a:ea typeface="Sora Light"/>
                <a:cs typeface="Sora Light"/>
                <a:sym typeface="Sora Light"/>
              </a:rPr>
              <a:t>The user expresses feelings of sadness and frustration</a:t>
            </a:r>
            <a:r>
              <a:rPr b="1" i="1" lang="en">
                <a:solidFill>
                  <a:schemeClr val="dk1"/>
                </a:solidFill>
                <a:highlight>
                  <a:srgbClr val="B6D7A8"/>
                </a:highlight>
                <a:latin typeface="Sora"/>
                <a:ea typeface="Sora"/>
                <a:cs typeface="Sora"/>
                <a:sym typeface="Sora"/>
              </a:rPr>
              <a:t> stemming from perceived lack of reciprocation</a:t>
            </a:r>
            <a:r>
              <a:rPr i="1" lang="en">
                <a:solidFill>
                  <a:schemeClr val="dk1"/>
                </a:solidFill>
                <a:latin typeface="Sora Light"/>
                <a:ea typeface="Sora Light"/>
                <a:cs typeface="Sora Light"/>
                <a:sym typeface="Sora Light"/>
              </a:rPr>
              <a:t> in their romantic relationship. … </a:t>
            </a:r>
            <a:r>
              <a:rPr i="1" lang="en">
                <a:solidFill>
                  <a:schemeClr val="dk1"/>
                </a:solidFill>
                <a:highlight>
                  <a:srgbClr val="B6D7A8"/>
                </a:highlight>
                <a:latin typeface="Sora SemiBold"/>
                <a:ea typeface="Sora SemiBold"/>
                <a:cs typeface="Sora SemiBold"/>
                <a:sym typeface="Sora SemiBold"/>
              </a:rPr>
              <a:t>suggesting potential for cognitive distortions and catastrophizing.</a:t>
            </a:r>
            <a:endParaRPr>
              <a:solidFill>
                <a:schemeClr val="dk1"/>
              </a:solidFill>
              <a:highlight>
                <a:srgbClr val="B6D7A8"/>
              </a:highlight>
              <a:latin typeface="Sora SemiBold"/>
              <a:ea typeface="Sora SemiBold"/>
              <a:cs typeface="Sora SemiBold"/>
              <a:sym typeface="Sora SemiBold"/>
            </a:endParaRPr>
          </a:p>
        </p:txBody>
      </p:sp>
      <p:sp>
        <p:nvSpPr>
          <p:cNvPr id="1233" name="Google Shape;1233;p9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RAG: Summarization</a:t>
            </a:r>
            <a:endParaRPr/>
          </a:p>
        </p:txBody>
      </p:sp>
      <p:sp>
        <p:nvSpPr>
          <p:cNvPr id="1234" name="Google Shape;1234;p97"/>
          <p:cNvSpPr txBox="1"/>
          <p:nvPr/>
        </p:nvSpPr>
        <p:spPr>
          <a:xfrm>
            <a:off x="681750" y="1374863"/>
            <a:ext cx="7780500" cy="8778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Clr>
                <a:schemeClr val="dk1"/>
              </a:buClr>
              <a:buSzPts val="1400"/>
              <a:buFont typeface="Sora"/>
              <a:buChar char="●"/>
            </a:pPr>
            <a:r>
              <a:rPr lang="en">
                <a:solidFill>
                  <a:schemeClr val="dk1"/>
                </a:solidFill>
                <a:latin typeface="Sora"/>
                <a:ea typeface="Sora"/>
                <a:cs typeface="Sora"/>
                <a:sym typeface="Sora"/>
              </a:rPr>
              <a:t>Journal entries are summarized by an LLM to capture key high-level themes and insights, providing a more accurate context and enabling CBT correlations to be drawn from meaningful patterns rather than unnecessary details</a:t>
            </a:r>
            <a:endParaRPr>
              <a:solidFill>
                <a:schemeClr val="dk1"/>
              </a:solidFill>
              <a:latin typeface="Lato"/>
              <a:ea typeface="Lato"/>
              <a:cs typeface="Lato"/>
              <a:sym typeface="Lato"/>
            </a:endParaRPr>
          </a:p>
        </p:txBody>
      </p:sp>
      <p:grpSp>
        <p:nvGrpSpPr>
          <p:cNvPr id="1235" name="Google Shape;1235;p97"/>
          <p:cNvGrpSpPr/>
          <p:nvPr/>
        </p:nvGrpSpPr>
        <p:grpSpPr>
          <a:xfrm>
            <a:off x="7837065" y="402336"/>
            <a:ext cx="665736" cy="667385"/>
            <a:chOff x="4663732" y="1480816"/>
            <a:chExt cx="470086" cy="500326"/>
          </a:xfrm>
        </p:grpSpPr>
        <p:sp>
          <p:nvSpPr>
            <p:cNvPr id="1236" name="Google Shape;1236;p97"/>
            <p:cNvSpPr/>
            <p:nvPr/>
          </p:nvSpPr>
          <p:spPr>
            <a:xfrm>
              <a:off x="5045882" y="1539550"/>
              <a:ext cx="87855" cy="59634"/>
            </a:xfrm>
            <a:custGeom>
              <a:rect b="b" l="l" r="r" t="t"/>
              <a:pathLst>
                <a:path extrusionOk="0" h="2185" w="3219">
                  <a:moveTo>
                    <a:pt x="0" y="1"/>
                  </a:moveTo>
                  <a:lnTo>
                    <a:pt x="0" y="2185"/>
                  </a:lnTo>
                  <a:lnTo>
                    <a:pt x="3215" y="2185"/>
                  </a:lnTo>
                  <a:lnTo>
                    <a:pt x="3218" y="1"/>
                  </a:lnTo>
                  <a:close/>
                </a:path>
              </a:pathLst>
            </a:custGeom>
            <a:solidFill>
              <a:schemeClr val="accent3"/>
            </a:solidFill>
            <a:ln>
              <a:noFill/>
            </a:ln>
          </p:spPr>
          <p:txBody>
            <a:bodyPr anchorCtr="0" anchor="ctr" bIns="78500" lIns="78500" spcFirstLastPara="1" rIns="78500" wrap="square" tIns="78500">
              <a:noAutofit/>
            </a:bodyPr>
            <a:lstStyle/>
            <a:p>
              <a:pPr indent="0" lvl="0" marL="0" rtl="0" algn="l">
                <a:spcBef>
                  <a:spcPts val="0"/>
                </a:spcBef>
                <a:spcAft>
                  <a:spcPts val="0"/>
                </a:spcAft>
                <a:buNone/>
              </a:pPr>
              <a:r>
                <a:t/>
              </a:r>
              <a:endParaRPr/>
            </a:p>
          </p:txBody>
        </p:sp>
        <p:sp>
          <p:nvSpPr>
            <p:cNvPr id="1237" name="Google Shape;1237;p97"/>
            <p:cNvSpPr/>
            <p:nvPr/>
          </p:nvSpPr>
          <p:spPr>
            <a:xfrm>
              <a:off x="5050685" y="1833681"/>
              <a:ext cx="79012" cy="120606"/>
            </a:xfrm>
            <a:custGeom>
              <a:rect b="b" l="l" r="r" t="t"/>
              <a:pathLst>
                <a:path extrusionOk="0" h="4419" w="2895">
                  <a:moveTo>
                    <a:pt x="1" y="0"/>
                  </a:moveTo>
                  <a:lnTo>
                    <a:pt x="1433" y="4418"/>
                  </a:lnTo>
                  <a:lnTo>
                    <a:pt x="2894" y="0"/>
                  </a:lnTo>
                  <a:close/>
                </a:path>
              </a:pathLst>
            </a:custGeom>
            <a:solidFill>
              <a:schemeClr val="accent3"/>
            </a:solidFill>
            <a:ln>
              <a:noFill/>
            </a:ln>
          </p:spPr>
          <p:txBody>
            <a:bodyPr anchorCtr="0" anchor="ctr" bIns="78500" lIns="78500" spcFirstLastPara="1" rIns="78500" wrap="square" tIns="78500">
              <a:noAutofit/>
            </a:bodyPr>
            <a:lstStyle/>
            <a:p>
              <a:pPr indent="0" lvl="0" marL="0" rtl="0" algn="l">
                <a:spcBef>
                  <a:spcPts val="0"/>
                </a:spcBef>
                <a:spcAft>
                  <a:spcPts val="0"/>
                </a:spcAft>
                <a:buNone/>
              </a:pPr>
              <a:r>
                <a:t/>
              </a:r>
              <a:endParaRPr/>
            </a:p>
          </p:txBody>
        </p:sp>
        <p:sp>
          <p:nvSpPr>
            <p:cNvPr id="1238" name="Google Shape;1238;p97"/>
            <p:cNvSpPr/>
            <p:nvPr/>
          </p:nvSpPr>
          <p:spPr>
            <a:xfrm>
              <a:off x="4899185" y="1862856"/>
              <a:ext cx="29421" cy="29394"/>
            </a:xfrm>
            <a:custGeom>
              <a:rect b="b" l="l" r="r" t="t"/>
              <a:pathLst>
                <a:path extrusionOk="0" h="1077" w="1078">
                  <a:moveTo>
                    <a:pt x="541" y="0"/>
                  </a:moveTo>
                  <a:cubicBezTo>
                    <a:pt x="244" y="0"/>
                    <a:pt x="1" y="244"/>
                    <a:pt x="1" y="540"/>
                  </a:cubicBezTo>
                  <a:cubicBezTo>
                    <a:pt x="1" y="837"/>
                    <a:pt x="244" y="1077"/>
                    <a:pt x="541" y="1077"/>
                  </a:cubicBezTo>
                  <a:cubicBezTo>
                    <a:pt x="834" y="1077"/>
                    <a:pt x="1077" y="837"/>
                    <a:pt x="1077" y="540"/>
                  </a:cubicBezTo>
                  <a:cubicBezTo>
                    <a:pt x="1077" y="244"/>
                    <a:pt x="834" y="0"/>
                    <a:pt x="541" y="0"/>
                  </a:cubicBezTo>
                  <a:close/>
                </a:path>
              </a:pathLst>
            </a:custGeom>
            <a:solidFill>
              <a:schemeClr val="accent3"/>
            </a:solidFill>
            <a:ln>
              <a:noFill/>
            </a:ln>
          </p:spPr>
          <p:txBody>
            <a:bodyPr anchorCtr="0" anchor="ctr" bIns="78500" lIns="78500" spcFirstLastPara="1" rIns="78500" wrap="square" tIns="78500">
              <a:noAutofit/>
            </a:bodyPr>
            <a:lstStyle/>
            <a:p>
              <a:pPr indent="0" lvl="0" marL="0" rtl="0" algn="l">
                <a:spcBef>
                  <a:spcPts val="0"/>
                </a:spcBef>
                <a:spcAft>
                  <a:spcPts val="0"/>
                </a:spcAft>
                <a:buNone/>
              </a:pPr>
              <a:r>
                <a:t/>
              </a:r>
              <a:endParaRPr/>
            </a:p>
          </p:txBody>
        </p:sp>
        <p:sp>
          <p:nvSpPr>
            <p:cNvPr id="1239" name="Google Shape;1239;p97"/>
            <p:cNvSpPr/>
            <p:nvPr/>
          </p:nvSpPr>
          <p:spPr>
            <a:xfrm>
              <a:off x="4663732" y="1480816"/>
              <a:ext cx="352892" cy="500326"/>
            </a:xfrm>
            <a:custGeom>
              <a:rect b="b" l="l" r="r" t="t"/>
              <a:pathLst>
                <a:path extrusionOk="0" h="18332" w="12930">
                  <a:moveTo>
                    <a:pt x="9387" y="6038"/>
                  </a:moveTo>
                  <a:lnTo>
                    <a:pt x="10145" y="6796"/>
                  </a:lnTo>
                  <a:lnTo>
                    <a:pt x="9387" y="7555"/>
                  </a:lnTo>
                  <a:lnTo>
                    <a:pt x="10145" y="8314"/>
                  </a:lnTo>
                  <a:lnTo>
                    <a:pt x="9387" y="9072"/>
                  </a:lnTo>
                  <a:lnTo>
                    <a:pt x="8628" y="8314"/>
                  </a:lnTo>
                  <a:lnTo>
                    <a:pt x="7869" y="9072"/>
                  </a:lnTo>
                  <a:lnTo>
                    <a:pt x="7111" y="8314"/>
                  </a:lnTo>
                  <a:lnTo>
                    <a:pt x="7869" y="7555"/>
                  </a:lnTo>
                  <a:lnTo>
                    <a:pt x="7111" y="6796"/>
                  </a:lnTo>
                  <a:lnTo>
                    <a:pt x="7869" y="6038"/>
                  </a:lnTo>
                  <a:lnTo>
                    <a:pt x="8628" y="6796"/>
                  </a:lnTo>
                  <a:lnTo>
                    <a:pt x="9387" y="6038"/>
                  </a:lnTo>
                  <a:close/>
                  <a:moveTo>
                    <a:pt x="5092" y="12488"/>
                  </a:moveTo>
                  <a:lnTo>
                    <a:pt x="5851" y="13247"/>
                  </a:lnTo>
                  <a:lnTo>
                    <a:pt x="5092" y="14006"/>
                  </a:lnTo>
                  <a:lnTo>
                    <a:pt x="5851" y="14764"/>
                  </a:lnTo>
                  <a:lnTo>
                    <a:pt x="5092" y="15523"/>
                  </a:lnTo>
                  <a:lnTo>
                    <a:pt x="4333" y="14764"/>
                  </a:lnTo>
                  <a:lnTo>
                    <a:pt x="3575" y="15523"/>
                  </a:lnTo>
                  <a:lnTo>
                    <a:pt x="2816" y="14764"/>
                  </a:lnTo>
                  <a:lnTo>
                    <a:pt x="3575" y="14006"/>
                  </a:lnTo>
                  <a:lnTo>
                    <a:pt x="2816" y="13247"/>
                  </a:lnTo>
                  <a:lnTo>
                    <a:pt x="3575" y="12488"/>
                  </a:lnTo>
                  <a:lnTo>
                    <a:pt x="4333" y="13247"/>
                  </a:lnTo>
                  <a:lnTo>
                    <a:pt x="5092" y="12488"/>
                  </a:lnTo>
                  <a:close/>
                  <a:moveTo>
                    <a:pt x="3797" y="2904"/>
                  </a:moveTo>
                  <a:lnTo>
                    <a:pt x="5840" y="5628"/>
                  </a:lnTo>
                  <a:lnTo>
                    <a:pt x="4979" y="6271"/>
                  </a:lnTo>
                  <a:lnTo>
                    <a:pt x="4337" y="5410"/>
                  </a:lnTo>
                  <a:lnTo>
                    <a:pt x="4337" y="8808"/>
                  </a:lnTo>
                  <a:lnTo>
                    <a:pt x="9708" y="10957"/>
                  </a:lnTo>
                  <a:lnTo>
                    <a:pt x="9708" y="13028"/>
                  </a:lnTo>
                  <a:cubicBezTo>
                    <a:pt x="10332" y="13250"/>
                    <a:pt x="10784" y="13840"/>
                    <a:pt x="10784" y="14542"/>
                  </a:cubicBezTo>
                  <a:cubicBezTo>
                    <a:pt x="10777" y="15428"/>
                    <a:pt x="10054" y="16151"/>
                    <a:pt x="9168" y="16151"/>
                  </a:cubicBezTo>
                  <a:cubicBezTo>
                    <a:pt x="8279" y="16151"/>
                    <a:pt x="7555" y="15428"/>
                    <a:pt x="7555" y="14542"/>
                  </a:cubicBezTo>
                  <a:cubicBezTo>
                    <a:pt x="7555" y="13840"/>
                    <a:pt x="8007" y="13254"/>
                    <a:pt x="8631" y="13028"/>
                  </a:cubicBezTo>
                  <a:lnTo>
                    <a:pt x="8631" y="11684"/>
                  </a:lnTo>
                  <a:lnTo>
                    <a:pt x="3261" y="9535"/>
                  </a:lnTo>
                  <a:lnTo>
                    <a:pt x="3261" y="5410"/>
                  </a:lnTo>
                  <a:lnTo>
                    <a:pt x="2615" y="6271"/>
                  </a:lnTo>
                  <a:lnTo>
                    <a:pt x="1757" y="5628"/>
                  </a:lnTo>
                  <a:lnTo>
                    <a:pt x="3797" y="2904"/>
                  </a:lnTo>
                  <a:close/>
                  <a:moveTo>
                    <a:pt x="0" y="0"/>
                  </a:moveTo>
                  <a:lnTo>
                    <a:pt x="0" y="18332"/>
                  </a:lnTo>
                  <a:lnTo>
                    <a:pt x="12929" y="18332"/>
                  </a:lnTo>
                  <a:lnTo>
                    <a:pt x="12929" y="4337"/>
                  </a:lnTo>
                  <a:lnTo>
                    <a:pt x="8628" y="4337"/>
                  </a:lnTo>
                  <a:lnTo>
                    <a:pt x="8628" y="0"/>
                  </a:lnTo>
                  <a:close/>
                </a:path>
              </a:pathLst>
            </a:custGeom>
            <a:solidFill>
              <a:schemeClr val="accent3"/>
            </a:solidFill>
            <a:ln>
              <a:noFill/>
            </a:ln>
          </p:spPr>
          <p:txBody>
            <a:bodyPr anchorCtr="0" anchor="ctr" bIns="78500" lIns="78500" spcFirstLastPara="1" rIns="78500" wrap="square" tIns="78500">
              <a:noAutofit/>
            </a:bodyPr>
            <a:lstStyle/>
            <a:p>
              <a:pPr indent="0" lvl="0" marL="0" rtl="0" algn="l">
                <a:spcBef>
                  <a:spcPts val="0"/>
                </a:spcBef>
                <a:spcAft>
                  <a:spcPts val="0"/>
                </a:spcAft>
                <a:buNone/>
              </a:pPr>
              <a:r>
                <a:t/>
              </a:r>
              <a:endParaRPr/>
            </a:p>
          </p:txBody>
        </p:sp>
        <p:sp>
          <p:nvSpPr>
            <p:cNvPr id="1240" name="Google Shape;1240;p97"/>
            <p:cNvSpPr/>
            <p:nvPr/>
          </p:nvSpPr>
          <p:spPr>
            <a:xfrm>
              <a:off x="4928579" y="1489468"/>
              <a:ext cx="79367" cy="80349"/>
            </a:xfrm>
            <a:custGeom>
              <a:rect b="b" l="l" r="r" t="t"/>
              <a:pathLst>
                <a:path extrusionOk="0" h="2944" w="2908">
                  <a:moveTo>
                    <a:pt x="0" y="1"/>
                  </a:moveTo>
                  <a:lnTo>
                    <a:pt x="0" y="2944"/>
                  </a:lnTo>
                  <a:lnTo>
                    <a:pt x="2908" y="2944"/>
                  </a:lnTo>
                  <a:lnTo>
                    <a:pt x="0" y="1"/>
                  </a:lnTo>
                  <a:close/>
                </a:path>
              </a:pathLst>
            </a:custGeom>
            <a:solidFill>
              <a:schemeClr val="accent3"/>
            </a:solidFill>
            <a:ln>
              <a:noFill/>
            </a:ln>
          </p:spPr>
          <p:txBody>
            <a:bodyPr anchorCtr="0" anchor="ctr" bIns="78500" lIns="78500" spcFirstLastPara="1" rIns="78500" wrap="square" tIns="78500">
              <a:noAutofit/>
            </a:bodyPr>
            <a:lstStyle/>
            <a:p>
              <a:pPr indent="0" lvl="0" marL="0" rtl="0" algn="l">
                <a:spcBef>
                  <a:spcPts val="0"/>
                </a:spcBef>
                <a:spcAft>
                  <a:spcPts val="0"/>
                </a:spcAft>
                <a:buNone/>
              </a:pPr>
              <a:r>
                <a:t/>
              </a:r>
              <a:endParaRPr/>
            </a:p>
          </p:txBody>
        </p:sp>
        <p:sp>
          <p:nvSpPr>
            <p:cNvPr id="1241" name="Google Shape;1241;p97"/>
            <p:cNvSpPr/>
            <p:nvPr/>
          </p:nvSpPr>
          <p:spPr>
            <a:xfrm>
              <a:off x="5045882" y="1628359"/>
              <a:ext cx="87936" cy="175982"/>
            </a:xfrm>
            <a:custGeom>
              <a:rect b="b" l="l" r="r" t="t"/>
              <a:pathLst>
                <a:path extrusionOk="0" h="6448" w="3222">
                  <a:moveTo>
                    <a:pt x="0" y="0"/>
                  </a:moveTo>
                  <a:lnTo>
                    <a:pt x="0" y="6447"/>
                  </a:lnTo>
                  <a:lnTo>
                    <a:pt x="3222" y="6447"/>
                  </a:lnTo>
                  <a:lnTo>
                    <a:pt x="3222" y="0"/>
                  </a:lnTo>
                  <a:close/>
                </a:path>
              </a:pathLst>
            </a:custGeom>
            <a:solidFill>
              <a:schemeClr val="accent3"/>
            </a:solidFill>
            <a:ln>
              <a:noFill/>
            </a:ln>
          </p:spPr>
          <p:txBody>
            <a:bodyPr anchorCtr="0" anchor="ctr" bIns="78500" lIns="78500" spcFirstLastPara="1" rIns="78500" wrap="square" tIns="78500">
              <a:noAutofit/>
            </a:bodyPr>
            <a:lstStyle/>
            <a:p>
              <a:pPr indent="0" lvl="0" marL="0" rtl="0" algn="l">
                <a:spcBef>
                  <a:spcPts val="0"/>
                </a:spcBef>
                <a:spcAft>
                  <a:spcPts val="0"/>
                </a:spcAft>
                <a:buNone/>
              </a:pPr>
              <a:r>
                <a:t/>
              </a:r>
              <a:endParaRPr/>
            </a:p>
          </p:txBody>
        </p:sp>
      </p:grpSp>
      <p:sp>
        <p:nvSpPr>
          <p:cNvPr id="1242" name="Google Shape;1242;p97"/>
          <p:cNvSpPr txBox="1"/>
          <p:nvPr/>
        </p:nvSpPr>
        <p:spPr>
          <a:xfrm>
            <a:off x="2046875" y="2424361"/>
            <a:ext cx="1364400" cy="315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300">
                <a:solidFill>
                  <a:schemeClr val="lt2"/>
                </a:solidFill>
                <a:latin typeface="Sora"/>
                <a:ea typeface="Sora"/>
                <a:cs typeface="Sora"/>
                <a:sym typeface="Sora"/>
              </a:rPr>
              <a:t>Journal Entry</a:t>
            </a:r>
            <a:endParaRPr b="1" sz="1300">
              <a:solidFill>
                <a:schemeClr val="lt2"/>
              </a:solidFill>
              <a:latin typeface="Sora"/>
              <a:ea typeface="Sora"/>
              <a:cs typeface="Sora"/>
              <a:sym typeface="Sora"/>
            </a:endParaRPr>
          </a:p>
        </p:txBody>
      </p:sp>
      <p:sp>
        <p:nvSpPr>
          <p:cNvPr id="1243" name="Google Shape;1243;p97"/>
          <p:cNvSpPr txBox="1"/>
          <p:nvPr/>
        </p:nvSpPr>
        <p:spPr>
          <a:xfrm>
            <a:off x="6210764" y="2424361"/>
            <a:ext cx="1230300" cy="315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300">
                <a:solidFill>
                  <a:schemeClr val="lt2"/>
                </a:solidFill>
                <a:latin typeface="Sora"/>
                <a:ea typeface="Sora"/>
                <a:cs typeface="Sora"/>
                <a:sym typeface="Sora"/>
              </a:rPr>
              <a:t>Summary</a:t>
            </a:r>
            <a:endParaRPr b="1" sz="1300">
              <a:solidFill>
                <a:schemeClr val="lt2"/>
              </a:solidFill>
              <a:latin typeface="Sora"/>
              <a:ea typeface="Sora"/>
              <a:cs typeface="Sora"/>
              <a:sym typeface="Sora"/>
            </a:endParaRPr>
          </a:p>
        </p:txBody>
      </p:sp>
      <p:cxnSp>
        <p:nvCxnSpPr>
          <p:cNvPr id="1244" name="Google Shape;1244;p97"/>
          <p:cNvCxnSpPr/>
          <p:nvPr/>
        </p:nvCxnSpPr>
        <p:spPr>
          <a:xfrm>
            <a:off x="4483650" y="3580761"/>
            <a:ext cx="562200" cy="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8" name="Shape 1248"/>
        <p:cNvGrpSpPr/>
        <p:nvPr/>
      </p:nvGrpSpPr>
      <p:grpSpPr>
        <a:xfrm>
          <a:off x="0" y="0"/>
          <a:ext cx="0" cy="0"/>
          <a:chOff x="0" y="0"/>
          <a:chExt cx="0" cy="0"/>
        </a:xfrm>
      </p:grpSpPr>
      <p:sp>
        <p:nvSpPr>
          <p:cNvPr id="1249" name="Google Shape;1249;p98"/>
          <p:cNvSpPr txBox="1"/>
          <p:nvPr/>
        </p:nvSpPr>
        <p:spPr>
          <a:xfrm>
            <a:off x="914575" y="2884952"/>
            <a:ext cx="3272700" cy="1698600"/>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chemeClr val="dk1"/>
                </a:solidFill>
                <a:latin typeface="Sora Light"/>
                <a:ea typeface="Sora Light"/>
                <a:cs typeface="Sora Light"/>
                <a:sym typeface="Sora Light"/>
              </a:rPr>
              <a:t>“I just felt like </a:t>
            </a:r>
            <a:r>
              <a:rPr b="1" i="1" lang="en">
                <a:solidFill>
                  <a:schemeClr val="dk1"/>
                </a:solidFill>
                <a:highlight>
                  <a:srgbClr val="FFE599"/>
                </a:highlight>
                <a:latin typeface="Sora"/>
                <a:ea typeface="Sora"/>
                <a:cs typeface="Sora"/>
                <a:sym typeface="Sora"/>
              </a:rPr>
              <a:t>he does not miss me the way that I miss him</a:t>
            </a:r>
            <a:r>
              <a:rPr i="1" lang="en">
                <a:solidFill>
                  <a:schemeClr val="dk1"/>
                </a:solidFill>
                <a:latin typeface="Sora Light"/>
                <a:ea typeface="Sora Light"/>
                <a:cs typeface="Sora Light"/>
                <a:sym typeface="Sora Light"/>
              </a:rPr>
              <a:t> and that he really does not care about me the way that I care about him.   </a:t>
            </a:r>
            <a:r>
              <a:rPr b="1" i="1" lang="en">
                <a:solidFill>
                  <a:schemeClr val="dk1"/>
                </a:solidFill>
                <a:highlight>
                  <a:srgbClr val="FFE599"/>
                </a:highlight>
                <a:latin typeface="Sora"/>
                <a:ea typeface="Sora"/>
                <a:cs typeface="Sora"/>
                <a:sym typeface="Sora"/>
              </a:rPr>
              <a:t>I know that these things aren't true, but our conversation left me feeling frustrated and sad.”</a:t>
            </a:r>
            <a:endParaRPr b="1" i="1">
              <a:solidFill>
                <a:schemeClr val="dk1"/>
              </a:solidFill>
              <a:highlight>
                <a:srgbClr val="FFE599"/>
              </a:highlight>
              <a:latin typeface="Sora"/>
              <a:ea typeface="Sora"/>
              <a:cs typeface="Sora"/>
              <a:sym typeface="Sora"/>
            </a:endParaRPr>
          </a:p>
        </p:txBody>
      </p:sp>
      <p:sp>
        <p:nvSpPr>
          <p:cNvPr id="1250" name="Google Shape;1250;p9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RAG: Retrieval</a:t>
            </a:r>
            <a:endParaRPr/>
          </a:p>
        </p:txBody>
      </p:sp>
      <p:sp>
        <p:nvSpPr>
          <p:cNvPr id="1251" name="Google Shape;1251;p98"/>
          <p:cNvSpPr txBox="1"/>
          <p:nvPr/>
        </p:nvSpPr>
        <p:spPr>
          <a:xfrm>
            <a:off x="850350" y="1335700"/>
            <a:ext cx="7680300" cy="1226700"/>
          </a:xfrm>
          <a:prstGeom prst="rect">
            <a:avLst/>
          </a:prstGeom>
          <a:noFill/>
          <a:ln>
            <a:noFill/>
          </a:ln>
        </p:spPr>
        <p:txBody>
          <a:bodyPr anchorCtr="0" anchor="t" bIns="91425" lIns="91425" spcFirstLastPara="1" rIns="91425" wrap="square" tIns="91425">
            <a:noAutofit/>
          </a:bodyPr>
          <a:lstStyle/>
          <a:p>
            <a:pPr indent="-323850" lvl="0" marL="457200" rtl="0" algn="l">
              <a:lnSpc>
                <a:spcPct val="115000"/>
              </a:lnSpc>
              <a:spcBef>
                <a:spcPts val="0"/>
              </a:spcBef>
              <a:spcAft>
                <a:spcPts val="0"/>
              </a:spcAft>
              <a:buClr>
                <a:schemeClr val="dk1"/>
              </a:buClr>
              <a:buSzPts val="1500"/>
              <a:buFont typeface="Sora"/>
              <a:buChar char="●"/>
            </a:pPr>
            <a:r>
              <a:rPr lang="en" sz="1500">
                <a:solidFill>
                  <a:schemeClr val="dk1"/>
                </a:solidFill>
                <a:latin typeface="Sora"/>
                <a:ea typeface="Sora"/>
                <a:cs typeface="Sora"/>
                <a:sym typeface="Sora"/>
              </a:rPr>
              <a:t>Finds the chunks of text that contain the most relevant CBT information to the users journal entry</a:t>
            </a:r>
            <a:endParaRPr sz="1500">
              <a:solidFill>
                <a:schemeClr val="dk1"/>
              </a:solidFill>
              <a:latin typeface="Sora"/>
              <a:ea typeface="Sora"/>
              <a:cs typeface="Sora"/>
              <a:sym typeface="Sora"/>
            </a:endParaRPr>
          </a:p>
          <a:p>
            <a:pPr indent="-323850" lvl="0" marL="457200" rtl="0" algn="l">
              <a:lnSpc>
                <a:spcPct val="115000"/>
              </a:lnSpc>
              <a:spcBef>
                <a:spcPts val="0"/>
              </a:spcBef>
              <a:spcAft>
                <a:spcPts val="0"/>
              </a:spcAft>
              <a:buClr>
                <a:schemeClr val="dk1"/>
              </a:buClr>
              <a:buSzPts val="1500"/>
              <a:buFont typeface="Sora"/>
              <a:buChar char="●"/>
            </a:pPr>
            <a:r>
              <a:rPr lang="en" sz="1500">
                <a:solidFill>
                  <a:schemeClr val="dk1"/>
                </a:solidFill>
                <a:latin typeface="Sora"/>
                <a:ea typeface="Sora"/>
                <a:cs typeface="Sora"/>
                <a:sym typeface="Sora"/>
              </a:rPr>
              <a:t>This context is fed into the prompt to provide CBT-relevant information for the LLM to use in its output </a:t>
            </a:r>
            <a:endParaRPr>
              <a:solidFill>
                <a:schemeClr val="dk1"/>
              </a:solidFill>
              <a:latin typeface="Lato"/>
              <a:ea typeface="Lato"/>
              <a:cs typeface="Lato"/>
              <a:sym typeface="Lato"/>
            </a:endParaRPr>
          </a:p>
          <a:p>
            <a:pPr indent="0" lvl="0" marL="0" rtl="0" algn="l">
              <a:spcBef>
                <a:spcPts val="0"/>
              </a:spcBef>
              <a:spcAft>
                <a:spcPts val="0"/>
              </a:spcAft>
              <a:buNone/>
            </a:pPr>
            <a:r>
              <a:t/>
            </a:r>
            <a:endParaRPr>
              <a:solidFill>
                <a:schemeClr val="dk1"/>
              </a:solidFill>
              <a:latin typeface="Lato"/>
              <a:ea typeface="Lato"/>
              <a:cs typeface="Lato"/>
              <a:sym typeface="Lato"/>
            </a:endParaRPr>
          </a:p>
          <a:p>
            <a:pPr indent="0" lvl="0" marL="0" rtl="0" algn="l">
              <a:spcBef>
                <a:spcPts val="0"/>
              </a:spcBef>
              <a:spcAft>
                <a:spcPts val="0"/>
              </a:spcAft>
              <a:buNone/>
            </a:pPr>
            <a:r>
              <a:t/>
            </a:r>
            <a:endParaRPr>
              <a:solidFill>
                <a:schemeClr val="dk1"/>
              </a:solidFill>
              <a:latin typeface="Lato"/>
              <a:ea typeface="Lato"/>
              <a:cs typeface="Lato"/>
              <a:sym typeface="Lato"/>
            </a:endParaRPr>
          </a:p>
          <a:p>
            <a:pPr indent="0" lvl="0" marL="0" rtl="0" algn="l">
              <a:spcBef>
                <a:spcPts val="0"/>
              </a:spcBef>
              <a:spcAft>
                <a:spcPts val="0"/>
              </a:spcAft>
              <a:buNone/>
            </a:pPr>
            <a:r>
              <a:t/>
            </a:r>
            <a:endParaRPr>
              <a:solidFill>
                <a:schemeClr val="dk1"/>
              </a:solidFill>
              <a:latin typeface="Lato"/>
              <a:ea typeface="Lato"/>
              <a:cs typeface="Lato"/>
              <a:sym typeface="Lato"/>
            </a:endParaRPr>
          </a:p>
        </p:txBody>
      </p:sp>
      <p:sp>
        <p:nvSpPr>
          <p:cNvPr id="1252" name="Google Shape;1252;p98"/>
          <p:cNvSpPr txBox="1"/>
          <p:nvPr/>
        </p:nvSpPr>
        <p:spPr>
          <a:xfrm>
            <a:off x="1873825" y="2562400"/>
            <a:ext cx="1354200" cy="315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300">
                <a:solidFill>
                  <a:schemeClr val="lt2"/>
                </a:solidFill>
                <a:latin typeface="Sora"/>
                <a:ea typeface="Sora"/>
                <a:cs typeface="Sora"/>
                <a:sym typeface="Sora"/>
              </a:rPr>
              <a:t>Journal Entry</a:t>
            </a:r>
            <a:endParaRPr b="1" sz="1300">
              <a:solidFill>
                <a:schemeClr val="lt2"/>
              </a:solidFill>
              <a:latin typeface="Sora"/>
              <a:ea typeface="Sora"/>
              <a:cs typeface="Sora"/>
              <a:sym typeface="Sora"/>
            </a:endParaRPr>
          </a:p>
        </p:txBody>
      </p:sp>
      <p:sp>
        <p:nvSpPr>
          <p:cNvPr id="1253" name="Google Shape;1253;p98"/>
          <p:cNvSpPr txBox="1"/>
          <p:nvPr/>
        </p:nvSpPr>
        <p:spPr>
          <a:xfrm>
            <a:off x="5900112" y="2562400"/>
            <a:ext cx="1814400" cy="315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300">
                <a:solidFill>
                  <a:schemeClr val="lt2"/>
                </a:solidFill>
                <a:latin typeface="Sora"/>
                <a:ea typeface="Sora"/>
                <a:cs typeface="Sora"/>
                <a:sym typeface="Sora"/>
              </a:rPr>
              <a:t>Retrieved Context</a:t>
            </a:r>
            <a:endParaRPr b="1" sz="1300">
              <a:solidFill>
                <a:schemeClr val="lt2"/>
              </a:solidFill>
              <a:latin typeface="Sora"/>
              <a:ea typeface="Sora"/>
              <a:cs typeface="Sora"/>
              <a:sym typeface="Sora"/>
            </a:endParaRPr>
          </a:p>
        </p:txBody>
      </p:sp>
      <p:cxnSp>
        <p:nvCxnSpPr>
          <p:cNvPr id="1254" name="Google Shape;1254;p98"/>
          <p:cNvCxnSpPr/>
          <p:nvPr/>
        </p:nvCxnSpPr>
        <p:spPr>
          <a:xfrm>
            <a:off x="4305516" y="3732519"/>
            <a:ext cx="562200" cy="0"/>
          </a:xfrm>
          <a:prstGeom prst="straightConnector1">
            <a:avLst/>
          </a:prstGeom>
          <a:noFill/>
          <a:ln cap="flat" cmpd="sng" w="9525">
            <a:solidFill>
              <a:schemeClr val="dk2"/>
            </a:solidFill>
            <a:prstDash val="solid"/>
            <a:round/>
            <a:headEnd len="med" w="med" type="none"/>
            <a:tailEnd len="med" w="med" type="triangle"/>
          </a:ln>
        </p:spPr>
      </p:cxnSp>
      <p:grpSp>
        <p:nvGrpSpPr>
          <p:cNvPr id="1255" name="Google Shape;1255;p98"/>
          <p:cNvGrpSpPr/>
          <p:nvPr/>
        </p:nvGrpSpPr>
        <p:grpSpPr>
          <a:xfrm>
            <a:off x="7826846" y="378798"/>
            <a:ext cx="619525" cy="693229"/>
            <a:chOff x="-18994100" y="3334775"/>
            <a:chExt cx="252075" cy="303675"/>
          </a:xfrm>
        </p:grpSpPr>
        <p:sp>
          <p:nvSpPr>
            <p:cNvPr id="1256" name="Google Shape;1256;p98"/>
            <p:cNvSpPr/>
            <p:nvPr/>
          </p:nvSpPr>
          <p:spPr>
            <a:xfrm>
              <a:off x="-18967300" y="3424975"/>
              <a:ext cx="198500" cy="207150"/>
            </a:xfrm>
            <a:custGeom>
              <a:rect b="b" l="l" r="r" t="t"/>
              <a:pathLst>
                <a:path extrusionOk="0" h="8286" w="7940">
                  <a:moveTo>
                    <a:pt x="2552" y="3592"/>
                  </a:moveTo>
                  <a:cubicBezTo>
                    <a:pt x="2772" y="3592"/>
                    <a:pt x="2930" y="3749"/>
                    <a:pt x="2930" y="3938"/>
                  </a:cubicBezTo>
                  <a:cubicBezTo>
                    <a:pt x="2930" y="4096"/>
                    <a:pt x="2772" y="4316"/>
                    <a:pt x="2552" y="4316"/>
                  </a:cubicBezTo>
                  <a:cubicBezTo>
                    <a:pt x="2363" y="4316"/>
                    <a:pt x="2205" y="4159"/>
                    <a:pt x="2205" y="3938"/>
                  </a:cubicBezTo>
                  <a:cubicBezTo>
                    <a:pt x="2205" y="3749"/>
                    <a:pt x="2363" y="3592"/>
                    <a:pt x="2552" y="3592"/>
                  </a:cubicBezTo>
                  <a:close/>
                  <a:moveTo>
                    <a:pt x="5387" y="3592"/>
                  </a:moveTo>
                  <a:cubicBezTo>
                    <a:pt x="5608" y="3592"/>
                    <a:pt x="5765" y="3749"/>
                    <a:pt x="5765" y="3938"/>
                  </a:cubicBezTo>
                  <a:cubicBezTo>
                    <a:pt x="5765" y="4096"/>
                    <a:pt x="5608" y="4316"/>
                    <a:pt x="5387" y="4316"/>
                  </a:cubicBezTo>
                  <a:cubicBezTo>
                    <a:pt x="5198" y="4316"/>
                    <a:pt x="5041" y="4159"/>
                    <a:pt x="5041" y="3938"/>
                  </a:cubicBezTo>
                  <a:cubicBezTo>
                    <a:pt x="5041" y="3749"/>
                    <a:pt x="5198" y="3592"/>
                    <a:pt x="5387" y="3592"/>
                  </a:cubicBezTo>
                  <a:close/>
                  <a:moveTo>
                    <a:pt x="3623" y="0"/>
                  </a:moveTo>
                  <a:cubicBezTo>
                    <a:pt x="3277" y="63"/>
                    <a:pt x="2930" y="126"/>
                    <a:pt x="2583" y="315"/>
                  </a:cubicBezTo>
                  <a:cubicBezTo>
                    <a:pt x="1733" y="725"/>
                    <a:pt x="1166" y="1418"/>
                    <a:pt x="882" y="2332"/>
                  </a:cubicBezTo>
                  <a:cubicBezTo>
                    <a:pt x="882" y="2363"/>
                    <a:pt x="851" y="2363"/>
                    <a:pt x="851" y="2426"/>
                  </a:cubicBezTo>
                  <a:cubicBezTo>
                    <a:pt x="756" y="2741"/>
                    <a:pt x="725" y="3056"/>
                    <a:pt x="725" y="3371"/>
                  </a:cubicBezTo>
                  <a:lnTo>
                    <a:pt x="725" y="3466"/>
                  </a:lnTo>
                  <a:cubicBezTo>
                    <a:pt x="725" y="3749"/>
                    <a:pt x="599" y="4001"/>
                    <a:pt x="410" y="4253"/>
                  </a:cubicBezTo>
                  <a:cubicBezTo>
                    <a:pt x="126" y="4600"/>
                    <a:pt x="0" y="4978"/>
                    <a:pt x="0" y="5356"/>
                  </a:cubicBezTo>
                  <a:cubicBezTo>
                    <a:pt x="0" y="6144"/>
                    <a:pt x="599" y="6900"/>
                    <a:pt x="1575" y="7372"/>
                  </a:cubicBezTo>
                  <a:cubicBezTo>
                    <a:pt x="1733" y="7782"/>
                    <a:pt x="2111" y="8034"/>
                    <a:pt x="2520" y="8286"/>
                  </a:cubicBezTo>
                  <a:lnTo>
                    <a:pt x="3592" y="6711"/>
                  </a:lnTo>
                  <a:lnTo>
                    <a:pt x="3592" y="6238"/>
                  </a:lnTo>
                  <a:lnTo>
                    <a:pt x="2993" y="5640"/>
                  </a:lnTo>
                  <a:cubicBezTo>
                    <a:pt x="2835" y="5482"/>
                    <a:pt x="2835" y="5293"/>
                    <a:pt x="2993" y="5136"/>
                  </a:cubicBezTo>
                  <a:cubicBezTo>
                    <a:pt x="3072" y="5057"/>
                    <a:pt x="3166" y="5017"/>
                    <a:pt x="3261" y="5017"/>
                  </a:cubicBezTo>
                  <a:cubicBezTo>
                    <a:pt x="3355" y="5017"/>
                    <a:pt x="3450" y="5057"/>
                    <a:pt x="3529" y="5136"/>
                  </a:cubicBezTo>
                  <a:lnTo>
                    <a:pt x="4001" y="5608"/>
                  </a:lnTo>
                  <a:lnTo>
                    <a:pt x="4474" y="5136"/>
                  </a:lnTo>
                  <a:cubicBezTo>
                    <a:pt x="4553" y="5057"/>
                    <a:pt x="4639" y="5017"/>
                    <a:pt x="4726" y="5017"/>
                  </a:cubicBezTo>
                  <a:cubicBezTo>
                    <a:pt x="4812" y="5017"/>
                    <a:pt x="4899" y="5057"/>
                    <a:pt x="4978" y="5136"/>
                  </a:cubicBezTo>
                  <a:cubicBezTo>
                    <a:pt x="5135" y="5293"/>
                    <a:pt x="5135" y="5482"/>
                    <a:pt x="4978" y="5640"/>
                  </a:cubicBezTo>
                  <a:lnTo>
                    <a:pt x="4379" y="6238"/>
                  </a:lnTo>
                  <a:lnTo>
                    <a:pt x="4379" y="6711"/>
                  </a:lnTo>
                  <a:lnTo>
                    <a:pt x="5450" y="8286"/>
                  </a:lnTo>
                  <a:cubicBezTo>
                    <a:pt x="5891" y="8097"/>
                    <a:pt x="6238" y="7782"/>
                    <a:pt x="6396" y="7372"/>
                  </a:cubicBezTo>
                  <a:cubicBezTo>
                    <a:pt x="7372" y="6900"/>
                    <a:pt x="7939" y="6144"/>
                    <a:pt x="7939" y="5356"/>
                  </a:cubicBezTo>
                  <a:cubicBezTo>
                    <a:pt x="7939" y="4978"/>
                    <a:pt x="7813" y="4631"/>
                    <a:pt x="7530" y="4253"/>
                  </a:cubicBezTo>
                  <a:cubicBezTo>
                    <a:pt x="7278" y="4001"/>
                    <a:pt x="7183" y="3718"/>
                    <a:pt x="7183" y="3466"/>
                  </a:cubicBezTo>
                  <a:lnTo>
                    <a:pt x="7183" y="3371"/>
                  </a:lnTo>
                  <a:cubicBezTo>
                    <a:pt x="7183" y="3025"/>
                    <a:pt x="7120" y="2710"/>
                    <a:pt x="7057" y="2426"/>
                  </a:cubicBezTo>
                  <a:cubicBezTo>
                    <a:pt x="7057" y="2363"/>
                    <a:pt x="7057" y="2363"/>
                    <a:pt x="7026" y="2332"/>
                  </a:cubicBezTo>
                  <a:cubicBezTo>
                    <a:pt x="6742" y="1418"/>
                    <a:pt x="6144" y="725"/>
                    <a:pt x="5324" y="315"/>
                  </a:cubicBezTo>
                  <a:cubicBezTo>
                    <a:pt x="5009" y="158"/>
                    <a:pt x="4631" y="63"/>
                    <a:pt x="4253" y="0"/>
                  </a:cubicBezTo>
                  <a:close/>
                </a:path>
              </a:pathLst>
            </a:custGeom>
            <a:solidFill>
              <a:schemeClr val="accent3"/>
            </a:solidFill>
            <a:ln>
              <a:noFill/>
            </a:ln>
          </p:spPr>
          <p:txBody>
            <a:bodyPr anchorCtr="0" anchor="ctr" bIns="152050" lIns="152050" spcFirstLastPara="1" rIns="152050" wrap="square" tIns="152050">
              <a:noAutofit/>
            </a:bodyPr>
            <a:lstStyle/>
            <a:p>
              <a:pPr indent="0" lvl="0" marL="0" rtl="0" algn="l">
                <a:spcBef>
                  <a:spcPts val="0"/>
                </a:spcBef>
                <a:spcAft>
                  <a:spcPts val="0"/>
                </a:spcAft>
                <a:buNone/>
              </a:pPr>
              <a:r>
                <a:t/>
              </a:r>
              <a:endParaRPr/>
            </a:p>
          </p:txBody>
        </p:sp>
        <p:sp>
          <p:nvSpPr>
            <p:cNvPr id="1257" name="Google Shape;1257;p98"/>
            <p:cNvSpPr/>
            <p:nvPr/>
          </p:nvSpPr>
          <p:spPr>
            <a:xfrm>
              <a:off x="-18885400" y="3610050"/>
              <a:ext cx="35475" cy="28400"/>
            </a:xfrm>
            <a:custGeom>
              <a:rect b="b" l="l" r="r" t="t"/>
              <a:pathLst>
                <a:path extrusionOk="0" h="1136" w="1419">
                  <a:moveTo>
                    <a:pt x="694" y="1"/>
                  </a:moveTo>
                  <a:lnTo>
                    <a:pt x="1" y="1072"/>
                  </a:lnTo>
                  <a:cubicBezTo>
                    <a:pt x="221" y="1104"/>
                    <a:pt x="473" y="1135"/>
                    <a:pt x="694" y="1135"/>
                  </a:cubicBezTo>
                  <a:cubicBezTo>
                    <a:pt x="946" y="1135"/>
                    <a:pt x="1166" y="1104"/>
                    <a:pt x="1418" y="1072"/>
                  </a:cubicBezTo>
                  <a:lnTo>
                    <a:pt x="694" y="1"/>
                  </a:lnTo>
                  <a:close/>
                </a:path>
              </a:pathLst>
            </a:custGeom>
            <a:solidFill>
              <a:schemeClr val="accent3"/>
            </a:solidFill>
            <a:ln>
              <a:noFill/>
            </a:ln>
          </p:spPr>
          <p:txBody>
            <a:bodyPr anchorCtr="0" anchor="ctr" bIns="152050" lIns="152050" spcFirstLastPara="1" rIns="152050" wrap="square" tIns="152050">
              <a:noAutofit/>
            </a:bodyPr>
            <a:lstStyle/>
            <a:p>
              <a:pPr indent="0" lvl="0" marL="0" rtl="0" algn="l">
                <a:spcBef>
                  <a:spcPts val="0"/>
                </a:spcBef>
                <a:spcAft>
                  <a:spcPts val="0"/>
                </a:spcAft>
                <a:buNone/>
              </a:pPr>
              <a:r>
                <a:t/>
              </a:r>
              <a:endParaRPr/>
            </a:p>
          </p:txBody>
        </p:sp>
        <p:sp>
          <p:nvSpPr>
            <p:cNvPr id="1258" name="Google Shape;1258;p98"/>
            <p:cNvSpPr/>
            <p:nvPr/>
          </p:nvSpPr>
          <p:spPr>
            <a:xfrm>
              <a:off x="-18994100" y="3334775"/>
              <a:ext cx="96900" cy="140625"/>
            </a:xfrm>
            <a:custGeom>
              <a:rect b="b" l="l" r="r" t="t"/>
              <a:pathLst>
                <a:path extrusionOk="0" h="5625" w="3876">
                  <a:moveTo>
                    <a:pt x="855" y="1"/>
                  </a:moveTo>
                  <a:cubicBezTo>
                    <a:pt x="804" y="1"/>
                    <a:pt x="757" y="17"/>
                    <a:pt x="725" y="48"/>
                  </a:cubicBezTo>
                  <a:cubicBezTo>
                    <a:pt x="631" y="80"/>
                    <a:pt x="568" y="143"/>
                    <a:pt x="536" y="237"/>
                  </a:cubicBezTo>
                  <a:cubicBezTo>
                    <a:pt x="1" y="1529"/>
                    <a:pt x="1" y="2978"/>
                    <a:pt x="536" y="4301"/>
                  </a:cubicBezTo>
                  <a:cubicBezTo>
                    <a:pt x="725" y="4774"/>
                    <a:pt x="1009" y="5183"/>
                    <a:pt x="1324" y="5625"/>
                  </a:cubicBezTo>
                  <a:cubicBezTo>
                    <a:pt x="1702" y="4553"/>
                    <a:pt x="2427" y="3734"/>
                    <a:pt x="3372" y="3262"/>
                  </a:cubicBezTo>
                  <a:cubicBezTo>
                    <a:pt x="3529" y="3199"/>
                    <a:pt x="3718" y="3104"/>
                    <a:pt x="3876" y="3073"/>
                  </a:cubicBezTo>
                  <a:cubicBezTo>
                    <a:pt x="3876" y="3041"/>
                    <a:pt x="3844" y="2947"/>
                    <a:pt x="3844" y="2915"/>
                  </a:cubicBezTo>
                  <a:cubicBezTo>
                    <a:pt x="3277" y="1623"/>
                    <a:pt x="2301" y="584"/>
                    <a:pt x="1009" y="48"/>
                  </a:cubicBezTo>
                  <a:cubicBezTo>
                    <a:pt x="962" y="17"/>
                    <a:pt x="907" y="1"/>
                    <a:pt x="855" y="1"/>
                  </a:cubicBezTo>
                  <a:close/>
                </a:path>
              </a:pathLst>
            </a:custGeom>
            <a:solidFill>
              <a:schemeClr val="accent3"/>
            </a:solidFill>
            <a:ln>
              <a:noFill/>
            </a:ln>
          </p:spPr>
          <p:txBody>
            <a:bodyPr anchorCtr="0" anchor="ctr" bIns="152050" lIns="152050" spcFirstLastPara="1" rIns="152050" wrap="square" tIns="152050">
              <a:noAutofit/>
            </a:bodyPr>
            <a:lstStyle/>
            <a:p>
              <a:pPr indent="0" lvl="0" marL="0" rtl="0" algn="l">
                <a:spcBef>
                  <a:spcPts val="0"/>
                </a:spcBef>
                <a:spcAft>
                  <a:spcPts val="0"/>
                </a:spcAft>
                <a:buNone/>
              </a:pPr>
              <a:r>
                <a:t/>
              </a:r>
              <a:endParaRPr/>
            </a:p>
          </p:txBody>
        </p:sp>
        <p:sp>
          <p:nvSpPr>
            <p:cNvPr id="1259" name="Google Shape;1259;p98"/>
            <p:cNvSpPr/>
            <p:nvPr/>
          </p:nvSpPr>
          <p:spPr>
            <a:xfrm>
              <a:off x="-18838150" y="3334775"/>
              <a:ext cx="96125" cy="139850"/>
            </a:xfrm>
            <a:custGeom>
              <a:rect b="b" l="l" r="r" t="t"/>
              <a:pathLst>
                <a:path extrusionOk="0" h="5594" w="3845">
                  <a:moveTo>
                    <a:pt x="3010" y="1"/>
                  </a:moveTo>
                  <a:cubicBezTo>
                    <a:pt x="2962" y="1"/>
                    <a:pt x="2915" y="17"/>
                    <a:pt x="2868" y="48"/>
                  </a:cubicBezTo>
                  <a:cubicBezTo>
                    <a:pt x="1576" y="584"/>
                    <a:pt x="536" y="1623"/>
                    <a:pt x="32" y="2915"/>
                  </a:cubicBezTo>
                  <a:cubicBezTo>
                    <a:pt x="1" y="2947"/>
                    <a:pt x="1" y="3041"/>
                    <a:pt x="1" y="3073"/>
                  </a:cubicBezTo>
                  <a:cubicBezTo>
                    <a:pt x="190" y="3104"/>
                    <a:pt x="347" y="3167"/>
                    <a:pt x="568" y="3262"/>
                  </a:cubicBezTo>
                  <a:cubicBezTo>
                    <a:pt x="1513" y="3703"/>
                    <a:pt x="2206" y="4553"/>
                    <a:pt x="2553" y="5593"/>
                  </a:cubicBezTo>
                  <a:cubicBezTo>
                    <a:pt x="2868" y="5183"/>
                    <a:pt x="3151" y="4742"/>
                    <a:pt x="3340" y="4238"/>
                  </a:cubicBezTo>
                  <a:cubicBezTo>
                    <a:pt x="3813" y="3041"/>
                    <a:pt x="3844" y="1497"/>
                    <a:pt x="3340" y="237"/>
                  </a:cubicBezTo>
                  <a:cubicBezTo>
                    <a:pt x="3309" y="143"/>
                    <a:pt x="3214" y="80"/>
                    <a:pt x="3151" y="48"/>
                  </a:cubicBezTo>
                  <a:cubicBezTo>
                    <a:pt x="3104" y="17"/>
                    <a:pt x="3057" y="1"/>
                    <a:pt x="3010" y="1"/>
                  </a:cubicBezTo>
                  <a:close/>
                </a:path>
              </a:pathLst>
            </a:custGeom>
            <a:solidFill>
              <a:schemeClr val="accent3"/>
            </a:solidFill>
            <a:ln>
              <a:noFill/>
            </a:ln>
          </p:spPr>
          <p:txBody>
            <a:bodyPr anchorCtr="0" anchor="ctr" bIns="152050" lIns="152050" spcFirstLastPara="1" rIns="152050" wrap="square" tIns="152050">
              <a:noAutofit/>
            </a:bodyPr>
            <a:lstStyle/>
            <a:p>
              <a:pPr indent="0" lvl="0" marL="0" rtl="0" algn="l">
                <a:spcBef>
                  <a:spcPts val="0"/>
                </a:spcBef>
                <a:spcAft>
                  <a:spcPts val="0"/>
                </a:spcAft>
                <a:buNone/>
              </a:pPr>
              <a:r>
                <a:t/>
              </a:r>
              <a:endParaRPr/>
            </a:p>
          </p:txBody>
        </p:sp>
      </p:grpSp>
      <p:sp>
        <p:nvSpPr>
          <p:cNvPr id="1260" name="Google Shape;1260;p98"/>
          <p:cNvSpPr txBox="1"/>
          <p:nvPr/>
        </p:nvSpPr>
        <p:spPr>
          <a:xfrm>
            <a:off x="4980600" y="2884950"/>
            <a:ext cx="3653400" cy="2088600"/>
          </a:xfrm>
          <a:prstGeom prst="rect">
            <a:avLst/>
          </a:prstGeom>
          <a:solidFill>
            <a:schemeClr val="lt1"/>
          </a:solid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i="1" lang="en">
                <a:solidFill>
                  <a:schemeClr val="dk1"/>
                </a:solidFill>
                <a:latin typeface="Sora Light"/>
                <a:ea typeface="Sora Light"/>
                <a:cs typeface="Sora Light"/>
                <a:sym typeface="Sora Light"/>
              </a:rPr>
              <a:t>A </a:t>
            </a:r>
            <a:r>
              <a:rPr i="1" lang="en">
                <a:solidFill>
                  <a:schemeClr val="dk1"/>
                </a:solidFill>
                <a:latin typeface="Sora Light"/>
                <a:ea typeface="Sora Light"/>
                <a:cs typeface="Sora Light"/>
                <a:sym typeface="Sora Light"/>
              </a:rPr>
              <a:t>woman</a:t>
            </a:r>
            <a:r>
              <a:rPr i="1" lang="en">
                <a:solidFill>
                  <a:schemeClr val="dk1"/>
                </a:solidFill>
                <a:latin typeface="Sora Light"/>
                <a:ea typeface="Sora Light"/>
                <a:cs typeface="Sora Light"/>
                <a:sym typeface="Sora Light"/>
              </a:rPr>
              <a:t> who has a</a:t>
            </a:r>
            <a:r>
              <a:rPr i="1" lang="en">
                <a:solidFill>
                  <a:schemeClr val="dk1"/>
                </a:solidFill>
                <a:latin typeface="Sora"/>
                <a:ea typeface="Sora"/>
                <a:cs typeface="Sora"/>
                <a:sym typeface="Sora"/>
              </a:rPr>
              <a:t> </a:t>
            </a:r>
            <a:r>
              <a:rPr i="1" lang="en">
                <a:solidFill>
                  <a:schemeClr val="dk1"/>
                </a:solidFill>
                <a:highlight>
                  <a:srgbClr val="B6D7A8"/>
                </a:highlight>
                <a:latin typeface="Sora SemiBold"/>
                <a:ea typeface="Sora SemiBold"/>
                <a:cs typeface="Sora SemiBold"/>
                <a:sym typeface="Sora SemiBold"/>
              </a:rPr>
              <a:t>core belief that she is “unlovable”</a:t>
            </a:r>
            <a:r>
              <a:rPr b="1" i="1" lang="en">
                <a:solidFill>
                  <a:schemeClr val="dk1"/>
                </a:solidFill>
                <a:latin typeface="Sora"/>
                <a:ea typeface="Sora"/>
                <a:cs typeface="Sora"/>
                <a:sym typeface="Sora"/>
              </a:rPr>
              <a:t> </a:t>
            </a:r>
            <a:r>
              <a:rPr i="1" lang="en">
                <a:solidFill>
                  <a:schemeClr val="dk1"/>
                </a:solidFill>
                <a:latin typeface="Sora Light"/>
                <a:ea typeface="Sora Light"/>
                <a:cs typeface="Sora Light"/>
                <a:sym typeface="Sora Light"/>
              </a:rPr>
              <a:t>may also </a:t>
            </a:r>
            <a:endParaRPr i="1">
              <a:solidFill>
                <a:schemeClr val="dk1"/>
              </a:solidFill>
              <a:latin typeface="Sora Light"/>
              <a:ea typeface="Sora Light"/>
              <a:cs typeface="Sora Light"/>
              <a:sym typeface="Sora Light"/>
            </a:endParaRPr>
          </a:p>
          <a:p>
            <a:pPr indent="0" lvl="0" marL="0" rtl="0" algn="l">
              <a:spcBef>
                <a:spcPts val="0"/>
              </a:spcBef>
              <a:spcAft>
                <a:spcPts val="0"/>
              </a:spcAft>
              <a:buNone/>
            </a:pPr>
            <a:r>
              <a:rPr i="1" lang="en">
                <a:solidFill>
                  <a:schemeClr val="dk1"/>
                </a:solidFill>
                <a:latin typeface="Sora Light"/>
                <a:ea typeface="Sora Light"/>
                <a:cs typeface="Sora Light"/>
                <a:sym typeface="Sora Light"/>
              </a:rPr>
              <a:t>believe that if she works hard to please her partner, he may love her anyway. However, if her partner breaks up with her, her core belief of being “unlovable” </a:t>
            </a:r>
            <a:r>
              <a:rPr i="1" lang="en">
                <a:solidFill>
                  <a:schemeClr val="dk1"/>
                </a:solidFill>
                <a:highlight>
                  <a:srgbClr val="B6D7A8"/>
                </a:highlight>
                <a:latin typeface="Sora SemiBold"/>
                <a:ea typeface="Sora SemiBold"/>
                <a:cs typeface="Sora SemiBold"/>
                <a:sym typeface="Sora SemiBold"/>
              </a:rPr>
              <a:t>may be reactivated, and increase her vulnerability to depression or anxiety.</a:t>
            </a:r>
            <a:endParaRPr i="1">
              <a:solidFill>
                <a:schemeClr val="dk1"/>
              </a:solidFill>
              <a:highlight>
                <a:srgbClr val="B6D7A8"/>
              </a:highlight>
              <a:latin typeface="Sora SemiBold"/>
              <a:ea typeface="Sora SemiBold"/>
              <a:cs typeface="Sora SemiBold"/>
              <a:sym typeface="Sora SemiBo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4" name="Shape 1264"/>
        <p:cNvGrpSpPr/>
        <p:nvPr/>
      </p:nvGrpSpPr>
      <p:grpSpPr>
        <a:xfrm>
          <a:off x="0" y="0"/>
          <a:ext cx="0" cy="0"/>
          <a:chOff x="0" y="0"/>
          <a:chExt cx="0" cy="0"/>
        </a:xfrm>
      </p:grpSpPr>
      <p:sp>
        <p:nvSpPr>
          <p:cNvPr id="1265" name="Google Shape;1265;p99"/>
          <p:cNvSpPr txBox="1"/>
          <p:nvPr>
            <p:ph idx="4294967295" type="title"/>
          </p:nvPr>
        </p:nvSpPr>
        <p:spPr>
          <a:xfrm>
            <a:off x="469242" y="1710688"/>
            <a:ext cx="2876100" cy="2671500"/>
          </a:xfrm>
          <a:prstGeom prst="rect">
            <a:avLst/>
          </a:prstGeom>
          <a:solidFill>
            <a:srgbClr val="E3E7EA"/>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0" lang="en" sz="900">
                <a:latin typeface="Sora Light"/>
                <a:ea typeface="Sora Light"/>
                <a:cs typeface="Sora Light"/>
                <a:sym typeface="Sora Light"/>
              </a:rPr>
              <a:t>It sounds like working many tasks was challenging at times. Have you noticed any specific thoughts during those moments when it felt particularly frustrating? </a:t>
            </a:r>
            <a:r>
              <a:rPr b="0" lang="en" sz="900">
                <a:highlight>
                  <a:srgbClr val="F4CCCC"/>
                </a:highlight>
                <a:latin typeface="Sora Light"/>
                <a:ea typeface="Sora Light"/>
                <a:cs typeface="Sora Light"/>
                <a:sym typeface="Sora Light"/>
              </a:rPr>
              <a:t>Reframing</a:t>
            </a:r>
            <a:r>
              <a:rPr b="0" lang="en" sz="900">
                <a:highlight>
                  <a:srgbClr val="F4CCCC"/>
                </a:highlight>
                <a:latin typeface="Sora Light"/>
                <a:ea typeface="Sora Light"/>
                <a:cs typeface="Sora Light"/>
                <a:sym typeface="Sora Light"/>
              </a:rPr>
              <a:t> these thoughts could make things feel less overwhelming.</a:t>
            </a:r>
            <a:r>
              <a:rPr b="0" lang="en" sz="900">
                <a:latin typeface="Sora Light"/>
                <a:ea typeface="Sora Light"/>
                <a:cs typeface="Sora Light"/>
                <a:sym typeface="Sora Light"/>
              </a:rPr>
              <a:t> For example, instead of thinking "I can't handle this," maybe try telling yourself, "This situation feels difficult right now, but I have the skills to manage." </a:t>
            </a:r>
            <a:r>
              <a:rPr b="0" lang="en" sz="900">
                <a:highlight>
                  <a:srgbClr val="F4CCCC"/>
                </a:highlight>
                <a:latin typeface="Sora Light"/>
                <a:ea typeface="Sora Light"/>
                <a:cs typeface="Sora Light"/>
                <a:sym typeface="Sora Light"/>
              </a:rPr>
              <a:t>How does that sound as a possible way to reframe your thoughts next time you face challenges at work?</a:t>
            </a:r>
            <a:endParaRPr b="0" sz="900">
              <a:latin typeface="Sora Light"/>
              <a:ea typeface="Sora Light"/>
              <a:cs typeface="Sora Light"/>
              <a:sym typeface="Sora Light"/>
            </a:endParaRPr>
          </a:p>
        </p:txBody>
      </p:sp>
      <p:sp>
        <p:nvSpPr>
          <p:cNvPr id="1266" name="Google Shape;1266;p99"/>
          <p:cNvSpPr/>
          <p:nvPr/>
        </p:nvSpPr>
        <p:spPr>
          <a:xfrm>
            <a:off x="469233" y="1330444"/>
            <a:ext cx="2876100" cy="318600"/>
          </a:xfrm>
          <a:prstGeom prst="rect">
            <a:avLst/>
          </a:prstGeom>
          <a:solidFill>
            <a:srgbClr val="E3E7E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67" name="Google Shape;1267;p99"/>
          <p:cNvSpPr txBox="1"/>
          <p:nvPr>
            <p:ph idx="4294967295" type="subTitle"/>
          </p:nvPr>
        </p:nvSpPr>
        <p:spPr>
          <a:xfrm>
            <a:off x="469233" y="1328907"/>
            <a:ext cx="2876100" cy="290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1000">
                <a:solidFill>
                  <a:schemeClr val="lt2"/>
                </a:solidFill>
                <a:latin typeface="Sora"/>
                <a:ea typeface="Sora"/>
                <a:cs typeface="Sora"/>
                <a:sym typeface="Sora"/>
              </a:rPr>
              <a:t>Baseline (No RAG &amp; Limited Prompt Eng)</a:t>
            </a:r>
            <a:endParaRPr b="1" sz="1000">
              <a:solidFill>
                <a:schemeClr val="lt2"/>
              </a:solidFill>
              <a:latin typeface="Sora"/>
              <a:ea typeface="Sora"/>
              <a:cs typeface="Sora"/>
              <a:sym typeface="Sora"/>
            </a:endParaRPr>
          </a:p>
        </p:txBody>
      </p:sp>
      <p:sp>
        <p:nvSpPr>
          <p:cNvPr id="1268" name="Google Shape;1268;p99"/>
          <p:cNvSpPr txBox="1"/>
          <p:nvPr>
            <p:ph idx="4294967295" type="title"/>
          </p:nvPr>
        </p:nvSpPr>
        <p:spPr>
          <a:xfrm>
            <a:off x="4768221" y="1710713"/>
            <a:ext cx="2876100" cy="2671500"/>
          </a:xfrm>
          <a:prstGeom prst="rect">
            <a:avLst/>
          </a:prstGeom>
          <a:solidFill>
            <a:srgbClr val="E3E7EA"/>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0" lang="en" sz="900">
                <a:latin typeface="Sora Light"/>
                <a:ea typeface="Sora Light"/>
                <a:cs typeface="Sora Light"/>
                <a:sym typeface="Sora Light"/>
              </a:rPr>
              <a:t>Sounds like quite a busy day! Frustration is normal when things get tough, especially when we're juggling multiple tasks. </a:t>
            </a:r>
            <a:r>
              <a:rPr b="0" lang="en" sz="900">
                <a:highlight>
                  <a:srgbClr val="B6D7A8"/>
                </a:highlight>
                <a:latin typeface="Sora Light"/>
                <a:ea typeface="Sora Light"/>
                <a:cs typeface="Sora Light"/>
                <a:sym typeface="Sora Light"/>
              </a:rPr>
              <a:t>Can you think of any situations where your thoughts might have been exaggerated or all-or-nothing during those difficult moments?</a:t>
            </a:r>
            <a:endParaRPr b="0" sz="900">
              <a:highlight>
                <a:srgbClr val="B6D7A8"/>
              </a:highlight>
              <a:latin typeface="Sora Light"/>
              <a:ea typeface="Sora Light"/>
              <a:cs typeface="Sora Light"/>
              <a:sym typeface="Sora Light"/>
            </a:endParaRPr>
          </a:p>
          <a:p>
            <a:pPr indent="0" lvl="0" marL="0" rtl="0" algn="l">
              <a:lnSpc>
                <a:spcPct val="150000"/>
              </a:lnSpc>
              <a:spcBef>
                <a:spcPts val="0"/>
              </a:spcBef>
              <a:spcAft>
                <a:spcPts val="0"/>
              </a:spcAft>
              <a:buNone/>
            </a:pPr>
            <a:r>
              <a:t/>
            </a:r>
            <a:endParaRPr b="0" sz="900">
              <a:latin typeface="Sora Light"/>
              <a:ea typeface="Sora Light"/>
              <a:cs typeface="Sora Light"/>
              <a:sym typeface="Sora Light"/>
            </a:endParaRPr>
          </a:p>
          <a:p>
            <a:pPr indent="0" lvl="0" marL="0" rtl="0" algn="l">
              <a:lnSpc>
                <a:spcPct val="150000"/>
              </a:lnSpc>
              <a:spcBef>
                <a:spcPts val="0"/>
              </a:spcBef>
              <a:spcAft>
                <a:spcPts val="0"/>
              </a:spcAft>
              <a:buNone/>
            </a:pPr>
            <a:r>
              <a:t/>
            </a:r>
            <a:endParaRPr b="0" sz="900">
              <a:latin typeface="Sora Light"/>
              <a:ea typeface="Sora Light"/>
              <a:cs typeface="Sora Light"/>
              <a:sym typeface="Sora Light"/>
            </a:endParaRPr>
          </a:p>
        </p:txBody>
      </p:sp>
      <p:sp>
        <p:nvSpPr>
          <p:cNvPr id="1269" name="Google Shape;1269;p99"/>
          <p:cNvSpPr/>
          <p:nvPr/>
        </p:nvSpPr>
        <p:spPr>
          <a:xfrm>
            <a:off x="4768206" y="1330444"/>
            <a:ext cx="2876100" cy="318600"/>
          </a:xfrm>
          <a:prstGeom prst="rect">
            <a:avLst/>
          </a:prstGeom>
          <a:solidFill>
            <a:srgbClr val="E3E7EA"/>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270" name="Google Shape;1270;p99"/>
          <p:cNvSpPr txBox="1"/>
          <p:nvPr>
            <p:ph idx="4294967295" type="subTitle"/>
          </p:nvPr>
        </p:nvSpPr>
        <p:spPr>
          <a:xfrm>
            <a:off x="4768206" y="1328907"/>
            <a:ext cx="2876100" cy="290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1000">
                <a:solidFill>
                  <a:schemeClr val="lt2"/>
                </a:solidFill>
                <a:latin typeface="Sora"/>
                <a:ea typeface="Sora"/>
                <a:cs typeface="Sora"/>
                <a:sym typeface="Sora"/>
              </a:rPr>
              <a:t>RAG Model Results</a:t>
            </a:r>
            <a:endParaRPr b="1" sz="1000">
              <a:solidFill>
                <a:schemeClr val="lt2"/>
              </a:solidFill>
              <a:latin typeface="Sora"/>
              <a:ea typeface="Sora"/>
              <a:cs typeface="Sora"/>
              <a:sym typeface="Sora"/>
            </a:endParaRPr>
          </a:p>
        </p:txBody>
      </p:sp>
      <p:cxnSp>
        <p:nvCxnSpPr>
          <p:cNvPr id="1271" name="Google Shape;1271;p99"/>
          <p:cNvCxnSpPr/>
          <p:nvPr/>
        </p:nvCxnSpPr>
        <p:spPr>
          <a:xfrm flipH="1">
            <a:off x="4494458" y="1246139"/>
            <a:ext cx="16800" cy="3651600"/>
          </a:xfrm>
          <a:prstGeom prst="straightConnector1">
            <a:avLst/>
          </a:prstGeom>
          <a:noFill/>
          <a:ln cap="flat" cmpd="sng" w="19050">
            <a:solidFill>
              <a:schemeClr val="dk2"/>
            </a:solidFill>
            <a:prstDash val="solid"/>
            <a:round/>
            <a:headEnd len="med" w="med" type="none"/>
            <a:tailEnd len="med" w="med" type="none"/>
          </a:ln>
        </p:spPr>
      </p:cxnSp>
      <p:cxnSp>
        <p:nvCxnSpPr>
          <p:cNvPr id="1272" name="Google Shape;1272;p99"/>
          <p:cNvCxnSpPr/>
          <p:nvPr/>
        </p:nvCxnSpPr>
        <p:spPr>
          <a:xfrm flipH="1">
            <a:off x="364507" y="1832464"/>
            <a:ext cx="4200" cy="2549700"/>
          </a:xfrm>
          <a:prstGeom prst="straightConnector1">
            <a:avLst/>
          </a:prstGeom>
          <a:noFill/>
          <a:ln cap="flat" cmpd="sng" w="19050">
            <a:solidFill>
              <a:srgbClr val="FF6B65"/>
            </a:solidFill>
            <a:prstDash val="solid"/>
            <a:round/>
            <a:headEnd len="med" w="med" type="oval"/>
            <a:tailEnd len="med" w="med" type="oval"/>
          </a:ln>
        </p:spPr>
      </p:cxnSp>
      <p:sp>
        <p:nvSpPr>
          <p:cNvPr id="1273" name="Google Shape;1273;p99"/>
          <p:cNvSpPr/>
          <p:nvPr/>
        </p:nvSpPr>
        <p:spPr>
          <a:xfrm>
            <a:off x="3463670" y="2033555"/>
            <a:ext cx="909600" cy="5727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Lato"/>
                <a:ea typeface="Lato"/>
                <a:cs typeface="Lato"/>
                <a:sym typeface="Lato"/>
              </a:rPr>
              <a:t>Overly clinical; giving direct CBT advice</a:t>
            </a:r>
            <a:endParaRPr sz="800">
              <a:latin typeface="Lato"/>
              <a:ea typeface="Lato"/>
              <a:cs typeface="Lato"/>
              <a:sym typeface="Lato"/>
            </a:endParaRPr>
          </a:p>
        </p:txBody>
      </p:sp>
      <p:sp>
        <p:nvSpPr>
          <p:cNvPr id="1274" name="Google Shape;1274;p99"/>
          <p:cNvSpPr/>
          <p:nvPr/>
        </p:nvSpPr>
        <p:spPr>
          <a:xfrm>
            <a:off x="3463666" y="3667405"/>
            <a:ext cx="909600" cy="5727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Lato"/>
                <a:ea typeface="Lato"/>
                <a:cs typeface="Lato"/>
                <a:sym typeface="Lato"/>
              </a:rPr>
              <a:t>Tells the user what to do</a:t>
            </a:r>
            <a:endParaRPr sz="800">
              <a:latin typeface="Lato"/>
              <a:ea typeface="Lato"/>
              <a:cs typeface="Lato"/>
              <a:sym typeface="Lato"/>
            </a:endParaRPr>
          </a:p>
        </p:txBody>
      </p:sp>
      <p:sp>
        <p:nvSpPr>
          <p:cNvPr id="1275" name="Google Shape;1275;p99"/>
          <p:cNvSpPr/>
          <p:nvPr/>
        </p:nvSpPr>
        <p:spPr>
          <a:xfrm>
            <a:off x="7738996" y="3079274"/>
            <a:ext cx="909600" cy="6786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Lato"/>
                <a:ea typeface="Lato"/>
                <a:cs typeface="Lato"/>
                <a:sym typeface="Lato"/>
              </a:rPr>
              <a:t>Encourages self-reflection with open-ended questions</a:t>
            </a:r>
            <a:endParaRPr sz="800">
              <a:latin typeface="Lato"/>
              <a:ea typeface="Lato"/>
              <a:cs typeface="Lato"/>
              <a:sym typeface="Lato"/>
            </a:endParaRPr>
          </a:p>
        </p:txBody>
      </p:sp>
      <p:cxnSp>
        <p:nvCxnSpPr>
          <p:cNvPr id="1276" name="Google Shape;1276;p99"/>
          <p:cNvCxnSpPr/>
          <p:nvPr/>
        </p:nvCxnSpPr>
        <p:spPr>
          <a:xfrm flipH="1">
            <a:off x="4688382" y="1817864"/>
            <a:ext cx="900" cy="1118400"/>
          </a:xfrm>
          <a:prstGeom prst="straightConnector1">
            <a:avLst/>
          </a:prstGeom>
          <a:noFill/>
          <a:ln cap="flat" cmpd="sng" w="19050">
            <a:solidFill>
              <a:srgbClr val="93C47D"/>
            </a:solidFill>
            <a:prstDash val="solid"/>
            <a:round/>
            <a:headEnd len="med" w="med" type="oval"/>
            <a:tailEnd len="med" w="med" type="oval"/>
          </a:ln>
        </p:spPr>
      </p:cxnSp>
      <p:cxnSp>
        <p:nvCxnSpPr>
          <p:cNvPr id="1277" name="Google Shape;1277;p99"/>
          <p:cNvCxnSpPr>
            <a:endCxn id="1273" idx="2"/>
          </p:cNvCxnSpPr>
          <p:nvPr/>
        </p:nvCxnSpPr>
        <p:spPr>
          <a:xfrm flipH="1" rot="10800000">
            <a:off x="2854670" y="2606255"/>
            <a:ext cx="1063800" cy="128400"/>
          </a:xfrm>
          <a:prstGeom prst="straightConnector1">
            <a:avLst/>
          </a:prstGeom>
          <a:noFill/>
          <a:ln cap="flat" cmpd="sng" w="9525">
            <a:solidFill>
              <a:schemeClr val="dk2"/>
            </a:solidFill>
            <a:prstDash val="solid"/>
            <a:round/>
            <a:headEnd len="med" w="med" type="stealth"/>
            <a:tailEnd len="med" w="med" type="none"/>
          </a:ln>
        </p:spPr>
      </p:cxnSp>
      <p:cxnSp>
        <p:nvCxnSpPr>
          <p:cNvPr id="1278" name="Google Shape;1278;p99"/>
          <p:cNvCxnSpPr>
            <a:endCxn id="1274" idx="1"/>
          </p:cNvCxnSpPr>
          <p:nvPr/>
        </p:nvCxnSpPr>
        <p:spPr>
          <a:xfrm flipH="1" rot="10800000">
            <a:off x="3150166" y="3953755"/>
            <a:ext cx="313500" cy="1200"/>
          </a:xfrm>
          <a:prstGeom prst="straightConnector1">
            <a:avLst/>
          </a:prstGeom>
          <a:noFill/>
          <a:ln cap="flat" cmpd="sng" w="9525">
            <a:solidFill>
              <a:schemeClr val="dk2"/>
            </a:solidFill>
            <a:prstDash val="solid"/>
            <a:round/>
            <a:headEnd len="med" w="med" type="stealth"/>
            <a:tailEnd len="med" w="med" type="none"/>
          </a:ln>
        </p:spPr>
      </p:cxnSp>
      <p:cxnSp>
        <p:nvCxnSpPr>
          <p:cNvPr id="1279" name="Google Shape;1279;p99"/>
          <p:cNvCxnSpPr>
            <a:endCxn id="1275" idx="1"/>
          </p:cNvCxnSpPr>
          <p:nvPr/>
        </p:nvCxnSpPr>
        <p:spPr>
          <a:xfrm>
            <a:off x="6510796" y="2903174"/>
            <a:ext cx="1228200" cy="515400"/>
          </a:xfrm>
          <a:prstGeom prst="straightConnector1">
            <a:avLst/>
          </a:prstGeom>
          <a:noFill/>
          <a:ln cap="flat" cmpd="sng" w="9525">
            <a:solidFill>
              <a:schemeClr val="dk2"/>
            </a:solidFill>
            <a:prstDash val="solid"/>
            <a:round/>
            <a:headEnd len="med" w="med" type="stealth"/>
            <a:tailEnd len="med" w="med" type="none"/>
          </a:ln>
        </p:spPr>
      </p:cxnSp>
      <p:sp>
        <p:nvSpPr>
          <p:cNvPr id="1280" name="Google Shape;1280;p99"/>
          <p:cNvSpPr/>
          <p:nvPr/>
        </p:nvSpPr>
        <p:spPr>
          <a:xfrm>
            <a:off x="7738996" y="1483449"/>
            <a:ext cx="909600" cy="678600"/>
          </a:xfrm>
          <a:prstGeom prst="rect">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800">
                <a:latin typeface="Lato"/>
                <a:ea typeface="Lato"/>
                <a:cs typeface="Lato"/>
                <a:sym typeface="Lato"/>
              </a:rPr>
              <a:t>Implicitly applies CBT through gentle questioning and normalization</a:t>
            </a:r>
            <a:endParaRPr sz="800">
              <a:latin typeface="Lato"/>
              <a:ea typeface="Lato"/>
              <a:cs typeface="Lato"/>
              <a:sym typeface="Lato"/>
            </a:endParaRPr>
          </a:p>
        </p:txBody>
      </p:sp>
      <p:cxnSp>
        <p:nvCxnSpPr>
          <p:cNvPr id="1281" name="Google Shape;1281;p99"/>
          <p:cNvCxnSpPr>
            <a:endCxn id="1280" idx="2"/>
          </p:cNvCxnSpPr>
          <p:nvPr/>
        </p:nvCxnSpPr>
        <p:spPr>
          <a:xfrm flipH="1" rot="10800000">
            <a:off x="7587196" y="2162049"/>
            <a:ext cx="606600" cy="281100"/>
          </a:xfrm>
          <a:prstGeom prst="straightConnector1">
            <a:avLst/>
          </a:prstGeom>
          <a:noFill/>
          <a:ln cap="flat" cmpd="sng" w="9525">
            <a:solidFill>
              <a:schemeClr val="dk2"/>
            </a:solidFill>
            <a:prstDash val="solid"/>
            <a:round/>
            <a:headEnd len="med" w="med" type="stealth"/>
            <a:tailEnd len="med" w="med" type="none"/>
          </a:ln>
        </p:spPr>
      </p:cxnSp>
      <p:sp>
        <p:nvSpPr>
          <p:cNvPr id="1282" name="Google Shape;1282;p99"/>
          <p:cNvSpPr/>
          <p:nvPr/>
        </p:nvSpPr>
        <p:spPr>
          <a:xfrm>
            <a:off x="469242" y="4434627"/>
            <a:ext cx="2876100" cy="4233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Sora"/>
                <a:ea typeface="Sora"/>
                <a:cs typeface="Sora"/>
                <a:sym typeface="Sora"/>
              </a:rPr>
              <a:t>Feels artificial or scripted. Longer.</a:t>
            </a:r>
            <a:endParaRPr sz="1000">
              <a:latin typeface="Sora"/>
              <a:ea typeface="Sora"/>
              <a:cs typeface="Sora"/>
              <a:sym typeface="Sora"/>
            </a:endParaRPr>
          </a:p>
        </p:txBody>
      </p:sp>
      <p:sp>
        <p:nvSpPr>
          <p:cNvPr id="1283" name="Google Shape;1283;p99"/>
          <p:cNvSpPr/>
          <p:nvPr/>
        </p:nvSpPr>
        <p:spPr>
          <a:xfrm>
            <a:off x="4768200" y="4434619"/>
            <a:ext cx="2876100" cy="4233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000">
                <a:latin typeface="Sora"/>
                <a:ea typeface="Sora"/>
                <a:cs typeface="Sora"/>
                <a:sym typeface="Sora"/>
              </a:rPr>
              <a:t>Warm and conversational. Feels more natural and human. Shorter.</a:t>
            </a:r>
            <a:endParaRPr sz="1000">
              <a:latin typeface="Sora"/>
              <a:ea typeface="Sora"/>
              <a:cs typeface="Sora"/>
              <a:sym typeface="Sora"/>
            </a:endParaRPr>
          </a:p>
        </p:txBody>
      </p:sp>
      <p:grpSp>
        <p:nvGrpSpPr>
          <p:cNvPr id="1284" name="Google Shape;1284;p99"/>
          <p:cNvGrpSpPr/>
          <p:nvPr/>
        </p:nvGrpSpPr>
        <p:grpSpPr>
          <a:xfrm>
            <a:off x="7852753" y="387509"/>
            <a:ext cx="665738" cy="628150"/>
            <a:chOff x="-46422300" y="3936925"/>
            <a:chExt cx="320575" cy="302475"/>
          </a:xfrm>
        </p:grpSpPr>
        <p:sp>
          <p:nvSpPr>
            <p:cNvPr id="1285" name="Google Shape;1285;p99"/>
            <p:cNvSpPr/>
            <p:nvPr/>
          </p:nvSpPr>
          <p:spPr>
            <a:xfrm>
              <a:off x="-46254550" y="3936925"/>
              <a:ext cx="152825" cy="300900"/>
            </a:xfrm>
            <a:custGeom>
              <a:rect b="b" l="l" r="r" t="t"/>
              <a:pathLst>
                <a:path extrusionOk="0" h="12036" w="6113">
                  <a:moveTo>
                    <a:pt x="1418" y="0"/>
                  </a:moveTo>
                  <a:cubicBezTo>
                    <a:pt x="631" y="0"/>
                    <a:pt x="1" y="630"/>
                    <a:pt x="1" y="1418"/>
                  </a:cubicBezTo>
                  <a:lnTo>
                    <a:pt x="1" y="10617"/>
                  </a:lnTo>
                  <a:cubicBezTo>
                    <a:pt x="1" y="11405"/>
                    <a:pt x="631" y="12035"/>
                    <a:pt x="1418" y="12035"/>
                  </a:cubicBezTo>
                  <a:cubicBezTo>
                    <a:pt x="2332" y="12035"/>
                    <a:pt x="3120" y="11405"/>
                    <a:pt x="3403" y="10554"/>
                  </a:cubicBezTo>
                  <a:lnTo>
                    <a:pt x="3403" y="10554"/>
                  </a:lnTo>
                  <a:cubicBezTo>
                    <a:pt x="3309" y="10554"/>
                    <a:pt x="3246" y="10617"/>
                    <a:pt x="3151" y="10617"/>
                  </a:cubicBezTo>
                  <a:cubicBezTo>
                    <a:pt x="2332" y="10617"/>
                    <a:pt x="1513" y="10302"/>
                    <a:pt x="914" y="9672"/>
                  </a:cubicBezTo>
                  <a:cubicBezTo>
                    <a:pt x="788" y="9546"/>
                    <a:pt x="788" y="9294"/>
                    <a:pt x="914" y="9137"/>
                  </a:cubicBezTo>
                  <a:cubicBezTo>
                    <a:pt x="1024" y="9095"/>
                    <a:pt x="1128" y="9072"/>
                    <a:pt x="1221" y="9072"/>
                  </a:cubicBezTo>
                  <a:cubicBezTo>
                    <a:pt x="1341" y="9072"/>
                    <a:pt x="1442" y="9111"/>
                    <a:pt x="1513" y="9200"/>
                  </a:cubicBezTo>
                  <a:cubicBezTo>
                    <a:pt x="1998" y="9685"/>
                    <a:pt x="2614" y="9906"/>
                    <a:pt x="3224" y="9906"/>
                  </a:cubicBezTo>
                  <a:cubicBezTo>
                    <a:pt x="4477" y="9906"/>
                    <a:pt x="5703" y="8971"/>
                    <a:pt x="5703" y="7467"/>
                  </a:cubicBezTo>
                  <a:cubicBezTo>
                    <a:pt x="5703" y="7215"/>
                    <a:pt x="5672" y="6994"/>
                    <a:pt x="5609" y="6742"/>
                  </a:cubicBezTo>
                  <a:cubicBezTo>
                    <a:pt x="5010" y="7372"/>
                    <a:pt x="4191" y="7814"/>
                    <a:pt x="3246" y="7814"/>
                  </a:cubicBezTo>
                  <a:cubicBezTo>
                    <a:pt x="3025" y="7814"/>
                    <a:pt x="2868" y="7656"/>
                    <a:pt x="2868" y="7467"/>
                  </a:cubicBezTo>
                  <a:cubicBezTo>
                    <a:pt x="2868" y="7246"/>
                    <a:pt x="3025" y="7089"/>
                    <a:pt x="3246" y="7089"/>
                  </a:cubicBezTo>
                  <a:cubicBezTo>
                    <a:pt x="4065" y="7089"/>
                    <a:pt x="4821" y="6679"/>
                    <a:pt x="5231" y="6049"/>
                  </a:cubicBezTo>
                  <a:cubicBezTo>
                    <a:pt x="6113" y="4789"/>
                    <a:pt x="5640" y="3088"/>
                    <a:pt x="4254" y="2426"/>
                  </a:cubicBezTo>
                  <a:cubicBezTo>
                    <a:pt x="4128" y="3844"/>
                    <a:pt x="2931" y="4978"/>
                    <a:pt x="1450" y="4978"/>
                  </a:cubicBezTo>
                  <a:cubicBezTo>
                    <a:pt x="1261" y="4978"/>
                    <a:pt x="1103" y="4821"/>
                    <a:pt x="1103" y="4632"/>
                  </a:cubicBezTo>
                  <a:cubicBezTo>
                    <a:pt x="1103" y="4411"/>
                    <a:pt x="1261" y="4253"/>
                    <a:pt x="1450" y="4253"/>
                  </a:cubicBezTo>
                  <a:cubicBezTo>
                    <a:pt x="2616" y="4253"/>
                    <a:pt x="3561" y="3308"/>
                    <a:pt x="3561" y="2174"/>
                  </a:cubicBezTo>
                  <a:lnTo>
                    <a:pt x="3561" y="2143"/>
                  </a:lnTo>
                  <a:cubicBezTo>
                    <a:pt x="3561" y="945"/>
                    <a:pt x="2616" y="0"/>
                    <a:pt x="1418" y="0"/>
                  </a:cubicBezTo>
                  <a:close/>
                </a:path>
              </a:pathLst>
            </a:custGeom>
            <a:solidFill>
              <a:schemeClr val="accent3"/>
            </a:solidFill>
            <a:ln>
              <a:noFill/>
            </a:ln>
          </p:spPr>
          <p:txBody>
            <a:bodyPr anchorCtr="0" anchor="ctr" bIns="160375" lIns="160375" spcFirstLastPara="1" rIns="160375" wrap="square" tIns="160375">
              <a:noAutofit/>
            </a:bodyPr>
            <a:lstStyle/>
            <a:p>
              <a:pPr indent="0" lvl="0" marL="0" rtl="0" algn="l">
                <a:spcBef>
                  <a:spcPts val="0"/>
                </a:spcBef>
                <a:spcAft>
                  <a:spcPts val="0"/>
                </a:spcAft>
                <a:buNone/>
              </a:pPr>
              <a:r>
                <a:t/>
              </a:r>
              <a:endParaRPr/>
            </a:p>
          </p:txBody>
        </p:sp>
        <p:sp>
          <p:nvSpPr>
            <p:cNvPr id="1286" name="Google Shape;1286;p99"/>
            <p:cNvSpPr/>
            <p:nvPr/>
          </p:nvSpPr>
          <p:spPr>
            <a:xfrm>
              <a:off x="-46422300" y="3938500"/>
              <a:ext cx="152025" cy="300900"/>
            </a:xfrm>
            <a:custGeom>
              <a:rect b="b" l="l" r="r" t="t"/>
              <a:pathLst>
                <a:path extrusionOk="0" h="12036" w="6081">
                  <a:moveTo>
                    <a:pt x="4726" y="0"/>
                  </a:moveTo>
                  <a:cubicBezTo>
                    <a:pt x="3529" y="0"/>
                    <a:pt x="2584" y="977"/>
                    <a:pt x="2584" y="2111"/>
                  </a:cubicBezTo>
                  <a:lnTo>
                    <a:pt x="2584" y="2143"/>
                  </a:lnTo>
                  <a:cubicBezTo>
                    <a:pt x="2584" y="3308"/>
                    <a:pt x="3529" y="4253"/>
                    <a:pt x="4663" y="4253"/>
                  </a:cubicBezTo>
                  <a:cubicBezTo>
                    <a:pt x="4883" y="4253"/>
                    <a:pt x="5041" y="4411"/>
                    <a:pt x="5041" y="4600"/>
                  </a:cubicBezTo>
                  <a:cubicBezTo>
                    <a:pt x="5041" y="4789"/>
                    <a:pt x="4883" y="4947"/>
                    <a:pt x="4663" y="4947"/>
                  </a:cubicBezTo>
                  <a:cubicBezTo>
                    <a:pt x="3214" y="4947"/>
                    <a:pt x="2048" y="3812"/>
                    <a:pt x="1890" y="2395"/>
                  </a:cubicBezTo>
                  <a:cubicBezTo>
                    <a:pt x="441" y="3056"/>
                    <a:pt x="0" y="4758"/>
                    <a:pt x="882" y="6018"/>
                  </a:cubicBezTo>
                  <a:cubicBezTo>
                    <a:pt x="1323" y="6648"/>
                    <a:pt x="2111" y="7057"/>
                    <a:pt x="2930" y="7057"/>
                  </a:cubicBezTo>
                  <a:cubicBezTo>
                    <a:pt x="3151" y="7057"/>
                    <a:pt x="3277" y="7215"/>
                    <a:pt x="3277" y="7435"/>
                  </a:cubicBezTo>
                  <a:cubicBezTo>
                    <a:pt x="3277" y="7625"/>
                    <a:pt x="3151" y="7782"/>
                    <a:pt x="2930" y="7782"/>
                  </a:cubicBezTo>
                  <a:cubicBezTo>
                    <a:pt x="1985" y="7782"/>
                    <a:pt x="1166" y="7341"/>
                    <a:pt x="567" y="6711"/>
                  </a:cubicBezTo>
                  <a:cubicBezTo>
                    <a:pt x="504" y="6963"/>
                    <a:pt x="441" y="7183"/>
                    <a:pt x="441" y="7435"/>
                  </a:cubicBezTo>
                  <a:cubicBezTo>
                    <a:pt x="441" y="8940"/>
                    <a:pt x="1695" y="9874"/>
                    <a:pt x="2958" y="9874"/>
                  </a:cubicBezTo>
                  <a:cubicBezTo>
                    <a:pt x="3572" y="9874"/>
                    <a:pt x="4188" y="9653"/>
                    <a:pt x="4663" y="9168"/>
                  </a:cubicBezTo>
                  <a:cubicBezTo>
                    <a:pt x="4726" y="9105"/>
                    <a:pt x="4813" y="9074"/>
                    <a:pt x="4903" y="9074"/>
                  </a:cubicBezTo>
                  <a:cubicBezTo>
                    <a:pt x="4994" y="9074"/>
                    <a:pt x="5088" y="9105"/>
                    <a:pt x="5167" y="9168"/>
                  </a:cubicBezTo>
                  <a:cubicBezTo>
                    <a:pt x="5293" y="9263"/>
                    <a:pt x="5293" y="9515"/>
                    <a:pt x="5167" y="9672"/>
                  </a:cubicBezTo>
                  <a:cubicBezTo>
                    <a:pt x="4600" y="10271"/>
                    <a:pt x="3812" y="10617"/>
                    <a:pt x="2930" y="10617"/>
                  </a:cubicBezTo>
                  <a:cubicBezTo>
                    <a:pt x="2867" y="10617"/>
                    <a:pt x="2773" y="10617"/>
                    <a:pt x="2710" y="10586"/>
                  </a:cubicBezTo>
                  <a:lnTo>
                    <a:pt x="2710" y="10586"/>
                  </a:lnTo>
                  <a:cubicBezTo>
                    <a:pt x="2962" y="11405"/>
                    <a:pt x="3749" y="12035"/>
                    <a:pt x="4663" y="12035"/>
                  </a:cubicBezTo>
                  <a:cubicBezTo>
                    <a:pt x="5450" y="12035"/>
                    <a:pt x="6081" y="11405"/>
                    <a:pt x="6081" y="10617"/>
                  </a:cubicBezTo>
                  <a:lnTo>
                    <a:pt x="6081" y="1450"/>
                  </a:lnTo>
                  <a:cubicBezTo>
                    <a:pt x="6081" y="599"/>
                    <a:pt x="5450" y="0"/>
                    <a:pt x="4726" y="0"/>
                  </a:cubicBezTo>
                  <a:close/>
                </a:path>
              </a:pathLst>
            </a:custGeom>
            <a:solidFill>
              <a:schemeClr val="accent3"/>
            </a:solidFill>
            <a:ln>
              <a:noFill/>
            </a:ln>
          </p:spPr>
          <p:txBody>
            <a:bodyPr anchorCtr="0" anchor="ctr" bIns="160375" lIns="160375" spcFirstLastPara="1" rIns="160375" wrap="square" tIns="160375">
              <a:noAutofit/>
            </a:bodyPr>
            <a:lstStyle/>
            <a:p>
              <a:pPr indent="0" lvl="0" marL="0" rtl="0" algn="l">
                <a:spcBef>
                  <a:spcPts val="0"/>
                </a:spcBef>
                <a:spcAft>
                  <a:spcPts val="0"/>
                </a:spcAft>
                <a:buNone/>
              </a:pPr>
              <a:r>
                <a:t/>
              </a:r>
              <a:endParaRPr/>
            </a:p>
          </p:txBody>
        </p:sp>
      </p:grpSp>
      <p:sp>
        <p:nvSpPr>
          <p:cNvPr id="1287" name="Google Shape;1287;p9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RAG Model Response Example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1" name="Shape 1291"/>
        <p:cNvGrpSpPr/>
        <p:nvPr/>
      </p:nvGrpSpPr>
      <p:grpSpPr>
        <a:xfrm>
          <a:off x="0" y="0"/>
          <a:ext cx="0" cy="0"/>
          <a:chOff x="0" y="0"/>
          <a:chExt cx="0" cy="0"/>
        </a:xfrm>
      </p:grpSpPr>
      <p:sp>
        <p:nvSpPr>
          <p:cNvPr id="1292" name="Google Shape;1292;p100"/>
          <p:cNvSpPr txBox="1"/>
          <p:nvPr>
            <p:ph idx="4294967295" type="title"/>
          </p:nvPr>
        </p:nvSpPr>
        <p:spPr>
          <a:xfrm>
            <a:off x="5102117" y="2375873"/>
            <a:ext cx="2952300" cy="13608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0" lang="en" sz="1600">
                <a:solidFill>
                  <a:schemeClr val="lt2"/>
                </a:solidFill>
                <a:latin typeface="Sora ExtraBold"/>
                <a:ea typeface="Sora ExtraBold"/>
                <a:cs typeface="Sora ExtraBold"/>
                <a:sym typeface="Sora ExtraBold"/>
              </a:rPr>
              <a:t>Long-Term Value</a:t>
            </a:r>
            <a:endParaRPr b="0" sz="1600">
              <a:solidFill>
                <a:schemeClr val="lt2"/>
              </a:solidFill>
              <a:latin typeface="Sora ExtraBold"/>
              <a:ea typeface="Sora ExtraBold"/>
              <a:cs typeface="Sora ExtraBold"/>
              <a:sym typeface="Sora ExtraBold"/>
            </a:endParaRPr>
          </a:p>
        </p:txBody>
      </p:sp>
      <p:sp>
        <p:nvSpPr>
          <p:cNvPr id="1293" name="Google Shape;1293;p100"/>
          <p:cNvSpPr txBox="1"/>
          <p:nvPr>
            <p:ph idx="4" type="subTitle"/>
          </p:nvPr>
        </p:nvSpPr>
        <p:spPr>
          <a:xfrm>
            <a:off x="1125594" y="1219793"/>
            <a:ext cx="3169500" cy="340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b="0" lang="en" sz="1600">
                <a:solidFill>
                  <a:schemeClr val="lt2"/>
                </a:solidFill>
                <a:latin typeface="Sora ExtraBold"/>
                <a:ea typeface="Sora ExtraBold"/>
                <a:cs typeface="Sora ExtraBold"/>
                <a:sym typeface="Sora ExtraBold"/>
              </a:rPr>
              <a:t>User Journey</a:t>
            </a:r>
            <a:endParaRPr b="0" sz="1600">
              <a:solidFill>
                <a:schemeClr val="lt2"/>
              </a:solidFill>
              <a:latin typeface="Sora ExtraBold"/>
              <a:ea typeface="Sora ExtraBold"/>
              <a:cs typeface="Sora ExtraBold"/>
              <a:sym typeface="Sora ExtraBold"/>
            </a:endParaRPr>
          </a:p>
        </p:txBody>
      </p:sp>
      <p:sp>
        <p:nvSpPr>
          <p:cNvPr id="1294" name="Google Shape;1294;p100"/>
          <p:cNvSpPr txBox="1"/>
          <p:nvPr>
            <p:ph idx="4294967295" type="title"/>
          </p:nvPr>
        </p:nvSpPr>
        <p:spPr>
          <a:xfrm>
            <a:off x="1067097" y="1613960"/>
            <a:ext cx="3286500" cy="340800"/>
          </a:xfrm>
          <a:prstGeom prst="rect">
            <a:avLst/>
          </a:prstGeom>
          <a:solidFill>
            <a:srgbClr val="CFE2F3"/>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50000"/>
              </a:lnSpc>
              <a:spcBef>
                <a:spcPts val="0"/>
              </a:spcBef>
              <a:spcAft>
                <a:spcPts val="0"/>
              </a:spcAft>
              <a:buNone/>
            </a:pPr>
            <a:r>
              <a:rPr lang="en" sz="1200"/>
              <a:t>📝 Journal Entry</a:t>
            </a:r>
            <a:endParaRPr b="0" sz="1200">
              <a:latin typeface="Sora Light"/>
              <a:ea typeface="Sora Light"/>
              <a:cs typeface="Sora Light"/>
              <a:sym typeface="Sora Light"/>
            </a:endParaRPr>
          </a:p>
        </p:txBody>
      </p:sp>
      <p:sp>
        <p:nvSpPr>
          <p:cNvPr id="1295" name="Google Shape;1295;p100"/>
          <p:cNvSpPr txBox="1"/>
          <p:nvPr>
            <p:ph idx="4294967295" type="title"/>
          </p:nvPr>
        </p:nvSpPr>
        <p:spPr>
          <a:xfrm>
            <a:off x="1067097" y="2173941"/>
            <a:ext cx="3286500" cy="713400"/>
          </a:xfrm>
          <a:prstGeom prst="rect">
            <a:avLst/>
          </a:prstGeom>
          <a:solidFill>
            <a:srgbClr val="CFE2F3"/>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50000"/>
              </a:lnSpc>
              <a:spcBef>
                <a:spcPts val="0"/>
              </a:spcBef>
              <a:spcAft>
                <a:spcPts val="0"/>
              </a:spcAft>
              <a:buNone/>
            </a:pPr>
            <a:r>
              <a:rPr lang="en" sz="1200"/>
              <a:t>🤖 RAG Retrieval</a:t>
            </a:r>
            <a:endParaRPr b="0" sz="800">
              <a:latin typeface="Sora Light"/>
              <a:ea typeface="Sora Light"/>
              <a:cs typeface="Sora Light"/>
              <a:sym typeface="Sora Light"/>
            </a:endParaRPr>
          </a:p>
          <a:p>
            <a:pPr indent="0" lvl="0" marL="0" rtl="0" algn="ctr">
              <a:lnSpc>
                <a:spcPct val="150000"/>
              </a:lnSpc>
              <a:spcBef>
                <a:spcPts val="0"/>
              </a:spcBef>
              <a:spcAft>
                <a:spcPts val="0"/>
              </a:spcAft>
              <a:buNone/>
            </a:pPr>
            <a:r>
              <a:t/>
            </a:r>
            <a:endParaRPr b="0" sz="800">
              <a:latin typeface="Sora Light"/>
              <a:ea typeface="Sora Light"/>
              <a:cs typeface="Sora Light"/>
              <a:sym typeface="Sora Light"/>
            </a:endParaRPr>
          </a:p>
          <a:p>
            <a:pPr indent="0" lvl="0" marL="0" rtl="0" algn="ctr">
              <a:lnSpc>
                <a:spcPct val="150000"/>
              </a:lnSpc>
              <a:spcBef>
                <a:spcPts val="0"/>
              </a:spcBef>
              <a:spcAft>
                <a:spcPts val="0"/>
              </a:spcAft>
              <a:buNone/>
            </a:pPr>
            <a:r>
              <a:t/>
            </a:r>
            <a:endParaRPr b="0" sz="900">
              <a:latin typeface="Sora Light"/>
              <a:ea typeface="Sora Light"/>
              <a:cs typeface="Sora Light"/>
              <a:sym typeface="Sora Light"/>
            </a:endParaRPr>
          </a:p>
          <a:p>
            <a:pPr indent="0" lvl="0" marL="0" rtl="0" algn="ctr">
              <a:lnSpc>
                <a:spcPct val="150000"/>
              </a:lnSpc>
              <a:spcBef>
                <a:spcPts val="0"/>
              </a:spcBef>
              <a:spcAft>
                <a:spcPts val="0"/>
              </a:spcAft>
              <a:buNone/>
            </a:pPr>
            <a:r>
              <a:t/>
            </a:r>
            <a:endParaRPr b="0" sz="900">
              <a:latin typeface="Sora Light"/>
              <a:ea typeface="Sora Light"/>
              <a:cs typeface="Sora Light"/>
              <a:sym typeface="Sora Light"/>
            </a:endParaRPr>
          </a:p>
        </p:txBody>
      </p:sp>
      <p:sp>
        <p:nvSpPr>
          <p:cNvPr id="1296" name="Google Shape;1296;p100"/>
          <p:cNvSpPr txBox="1"/>
          <p:nvPr>
            <p:ph idx="4294967295" type="title"/>
          </p:nvPr>
        </p:nvSpPr>
        <p:spPr>
          <a:xfrm>
            <a:off x="1067097" y="3097358"/>
            <a:ext cx="3286500" cy="713400"/>
          </a:xfrm>
          <a:prstGeom prst="rect">
            <a:avLst/>
          </a:prstGeom>
          <a:solidFill>
            <a:srgbClr val="CFE2F3"/>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50000"/>
              </a:lnSpc>
              <a:spcBef>
                <a:spcPts val="0"/>
              </a:spcBef>
              <a:spcAft>
                <a:spcPts val="0"/>
              </a:spcAft>
              <a:buNone/>
            </a:pPr>
            <a:r>
              <a:rPr lang="en" sz="1200"/>
              <a:t>💬 AI Response</a:t>
            </a:r>
            <a:endParaRPr b="0" sz="900">
              <a:latin typeface="Sora Light"/>
              <a:ea typeface="Sora Light"/>
              <a:cs typeface="Sora Light"/>
              <a:sym typeface="Sora Light"/>
            </a:endParaRPr>
          </a:p>
          <a:p>
            <a:pPr indent="0" lvl="0" marL="0" rtl="0" algn="ctr">
              <a:lnSpc>
                <a:spcPct val="150000"/>
              </a:lnSpc>
              <a:spcBef>
                <a:spcPts val="0"/>
              </a:spcBef>
              <a:spcAft>
                <a:spcPts val="0"/>
              </a:spcAft>
              <a:buNone/>
            </a:pPr>
            <a:r>
              <a:t/>
            </a:r>
            <a:endParaRPr b="0" sz="900">
              <a:latin typeface="Sora Light"/>
              <a:ea typeface="Sora Light"/>
              <a:cs typeface="Sora Light"/>
              <a:sym typeface="Sora Light"/>
            </a:endParaRPr>
          </a:p>
          <a:p>
            <a:pPr indent="0" lvl="0" marL="0" rtl="0" algn="ctr">
              <a:lnSpc>
                <a:spcPct val="150000"/>
              </a:lnSpc>
              <a:spcBef>
                <a:spcPts val="0"/>
              </a:spcBef>
              <a:spcAft>
                <a:spcPts val="0"/>
              </a:spcAft>
              <a:buNone/>
            </a:pPr>
            <a:r>
              <a:t/>
            </a:r>
            <a:endParaRPr b="0" sz="900">
              <a:latin typeface="Sora Light"/>
              <a:ea typeface="Sora Light"/>
              <a:cs typeface="Sora Light"/>
              <a:sym typeface="Sora Light"/>
            </a:endParaRPr>
          </a:p>
          <a:p>
            <a:pPr indent="0" lvl="0" marL="0" rtl="0" algn="ctr">
              <a:lnSpc>
                <a:spcPct val="150000"/>
              </a:lnSpc>
              <a:spcBef>
                <a:spcPts val="0"/>
              </a:spcBef>
              <a:spcAft>
                <a:spcPts val="0"/>
              </a:spcAft>
              <a:buNone/>
            </a:pPr>
            <a:r>
              <a:t/>
            </a:r>
            <a:endParaRPr b="0" sz="900">
              <a:latin typeface="Sora Light"/>
              <a:ea typeface="Sora Light"/>
              <a:cs typeface="Sora Light"/>
              <a:sym typeface="Sora Light"/>
            </a:endParaRPr>
          </a:p>
          <a:p>
            <a:pPr indent="0" lvl="0" marL="0" rtl="0" algn="ctr">
              <a:lnSpc>
                <a:spcPct val="150000"/>
              </a:lnSpc>
              <a:spcBef>
                <a:spcPts val="0"/>
              </a:spcBef>
              <a:spcAft>
                <a:spcPts val="0"/>
              </a:spcAft>
              <a:buNone/>
            </a:pPr>
            <a:r>
              <a:t/>
            </a:r>
            <a:endParaRPr b="0" sz="900">
              <a:latin typeface="Sora Light"/>
              <a:ea typeface="Sora Light"/>
              <a:cs typeface="Sora Light"/>
              <a:sym typeface="Sora Light"/>
            </a:endParaRPr>
          </a:p>
        </p:txBody>
      </p:sp>
      <p:sp>
        <p:nvSpPr>
          <p:cNvPr id="1297" name="Google Shape;1297;p100"/>
          <p:cNvSpPr txBox="1"/>
          <p:nvPr>
            <p:ph idx="4294967295" type="title"/>
          </p:nvPr>
        </p:nvSpPr>
        <p:spPr>
          <a:xfrm>
            <a:off x="1067097" y="4010941"/>
            <a:ext cx="3286500" cy="965700"/>
          </a:xfrm>
          <a:prstGeom prst="rect">
            <a:avLst/>
          </a:prstGeom>
          <a:solidFill>
            <a:srgbClr val="CFE2F3"/>
          </a:solidFill>
          <a:ln cap="flat" cmpd="sng" w="9525">
            <a:solidFill>
              <a:schemeClr val="dk2"/>
            </a:solidFill>
            <a:prstDash val="solid"/>
            <a:round/>
            <a:headEnd len="sm" w="sm" type="none"/>
            <a:tailEnd len="sm" w="sm" type="none"/>
          </a:ln>
        </p:spPr>
        <p:txBody>
          <a:bodyPr anchorCtr="0" anchor="t" bIns="91425" lIns="91425" spcFirstLastPara="1" rIns="91425" wrap="square" tIns="91425">
            <a:noAutofit/>
          </a:bodyPr>
          <a:lstStyle/>
          <a:p>
            <a:pPr indent="0" lvl="0" marL="0" rtl="0" algn="ctr">
              <a:lnSpc>
                <a:spcPct val="150000"/>
              </a:lnSpc>
              <a:spcBef>
                <a:spcPts val="0"/>
              </a:spcBef>
              <a:spcAft>
                <a:spcPts val="0"/>
              </a:spcAft>
              <a:buNone/>
            </a:pPr>
            <a:r>
              <a:rPr lang="en" sz="1200"/>
              <a:t>✨ User Guided to Insight</a:t>
            </a:r>
            <a:endParaRPr b="0" sz="900">
              <a:latin typeface="Sora Light"/>
              <a:ea typeface="Sora Light"/>
              <a:cs typeface="Sora Light"/>
              <a:sym typeface="Sora Light"/>
            </a:endParaRPr>
          </a:p>
          <a:p>
            <a:pPr indent="0" lvl="0" marL="0" rtl="0" algn="ctr">
              <a:lnSpc>
                <a:spcPct val="150000"/>
              </a:lnSpc>
              <a:spcBef>
                <a:spcPts val="0"/>
              </a:spcBef>
              <a:spcAft>
                <a:spcPts val="0"/>
              </a:spcAft>
              <a:buNone/>
            </a:pPr>
            <a:r>
              <a:t/>
            </a:r>
            <a:endParaRPr b="0" sz="900">
              <a:latin typeface="Sora Light"/>
              <a:ea typeface="Sora Light"/>
              <a:cs typeface="Sora Light"/>
              <a:sym typeface="Sora Light"/>
            </a:endParaRPr>
          </a:p>
          <a:p>
            <a:pPr indent="0" lvl="0" marL="0" rtl="0" algn="ctr">
              <a:lnSpc>
                <a:spcPct val="150000"/>
              </a:lnSpc>
              <a:spcBef>
                <a:spcPts val="0"/>
              </a:spcBef>
              <a:spcAft>
                <a:spcPts val="0"/>
              </a:spcAft>
              <a:buNone/>
            </a:pPr>
            <a:r>
              <a:t/>
            </a:r>
            <a:endParaRPr b="0" sz="900">
              <a:latin typeface="Sora Light"/>
              <a:ea typeface="Sora Light"/>
              <a:cs typeface="Sora Light"/>
              <a:sym typeface="Sora Light"/>
            </a:endParaRPr>
          </a:p>
          <a:p>
            <a:pPr indent="0" lvl="0" marL="0" rtl="0" algn="ctr">
              <a:lnSpc>
                <a:spcPct val="150000"/>
              </a:lnSpc>
              <a:spcBef>
                <a:spcPts val="0"/>
              </a:spcBef>
              <a:spcAft>
                <a:spcPts val="0"/>
              </a:spcAft>
              <a:buNone/>
            </a:pPr>
            <a:r>
              <a:t/>
            </a:r>
            <a:endParaRPr b="0" sz="900">
              <a:latin typeface="Sora Light"/>
              <a:ea typeface="Sora Light"/>
              <a:cs typeface="Sora Light"/>
              <a:sym typeface="Sora Light"/>
            </a:endParaRPr>
          </a:p>
          <a:p>
            <a:pPr indent="0" lvl="0" marL="0" rtl="0" algn="ctr">
              <a:lnSpc>
                <a:spcPct val="150000"/>
              </a:lnSpc>
              <a:spcBef>
                <a:spcPts val="0"/>
              </a:spcBef>
              <a:spcAft>
                <a:spcPts val="0"/>
              </a:spcAft>
              <a:buNone/>
            </a:pPr>
            <a:r>
              <a:t/>
            </a:r>
            <a:endParaRPr b="0" sz="900">
              <a:latin typeface="Sora Light"/>
              <a:ea typeface="Sora Light"/>
              <a:cs typeface="Sora Light"/>
              <a:sym typeface="Sora Light"/>
            </a:endParaRPr>
          </a:p>
          <a:p>
            <a:pPr indent="0" lvl="0" marL="0" rtl="0" algn="ctr">
              <a:lnSpc>
                <a:spcPct val="150000"/>
              </a:lnSpc>
              <a:spcBef>
                <a:spcPts val="0"/>
              </a:spcBef>
              <a:spcAft>
                <a:spcPts val="0"/>
              </a:spcAft>
              <a:buNone/>
            </a:pPr>
            <a:r>
              <a:t/>
            </a:r>
            <a:endParaRPr b="0" sz="900">
              <a:latin typeface="Sora Light"/>
              <a:ea typeface="Sora Light"/>
              <a:cs typeface="Sora Light"/>
              <a:sym typeface="Sora Light"/>
            </a:endParaRPr>
          </a:p>
        </p:txBody>
      </p:sp>
      <p:cxnSp>
        <p:nvCxnSpPr>
          <p:cNvPr id="1298" name="Google Shape;1298;p100"/>
          <p:cNvCxnSpPr>
            <a:stCxn id="1294" idx="2"/>
            <a:endCxn id="1295" idx="0"/>
          </p:cNvCxnSpPr>
          <p:nvPr/>
        </p:nvCxnSpPr>
        <p:spPr>
          <a:xfrm>
            <a:off x="2710347" y="1954760"/>
            <a:ext cx="0" cy="219300"/>
          </a:xfrm>
          <a:prstGeom prst="straightConnector1">
            <a:avLst/>
          </a:prstGeom>
          <a:noFill/>
          <a:ln cap="flat" cmpd="sng" w="19050">
            <a:solidFill>
              <a:schemeClr val="dk2"/>
            </a:solidFill>
            <a:prstDash val="solid"/>
            <a:round/>
            <a:headEnd len="med" w="med" type="none"/>
            <a:tailEnd len="med" w="med" type="triangle"/>
          </a:ln>
        </p:spPr>
      </p:cxnSp>
      <p:cxnSp>
        <p:nvCxnSpPr>
          <p:cNvPr id="1299" name="Google Shape;1299;p100"/>
          <p:cNvCxnSpPr>
            <a:stCxn id="1295" idx="2"/>
            <a:endCxn id="1296" idx="0"/>
          </p:cNvCxnSpPr>
          <p:nvPr/>
        </p:nvCxnSpPr>
        <p:spPr>
          <a:xfrm>
            <a:off x="2710347" y="2887341"/>
            <a:ext cx="0" cy="210000"/>
          </a:xfrm>
          <a:prstGeom prst="straightConnector1">
            <a:avLst/>
          </a:prstGeom>
          <a:noFill/>
          <a:ln cap="flat" cmpd="sng" w="19050">
            <a:solidFill>
              <a:schemeClr val="dk2"/>
            </a:solidFill>
            <a:prstDash val="solid"/>
            <a:round/>
            <a:headEnd len="med" w="med" type="none"/>
            <a:tailEnd len="med" w="med" type="triangle"/>
          </a:ln>
        </p:spPr>
      </p:cxnSp>
      <p:cxnSp>
        <p:nvCxnSpPr>
          <p:cNvPr id="1300" name="Google Shape;1300;p100"/>
          <p:cNvCxnSpPr>
            <a:stCxn id="1296" idx="2"/>
            <a:endCxn id="1297" idx="0"/>
          </p:cNvCxnSpPr>
          <p:nvPr/>
        </p:nvCxnSpPr>
        <p:spPr>
          <a:xfrm>
            <a:off x="2710347" y="3810758"/>
            <a:ext cx="0" cy="200100"/>
          </a:xfrm>
          <a:prstGeom prst="straightConnector1">
            <a:avLst/>
          </a:prstGeom>
          <a:noFill/>
          <a:ln cap="flat" cmpd="sng" w="19050">
            <a:solidFill>
              <a:schemeClr val="dk2"/>
            </a:solidFill>
            <a:prstDash val="solid"/>
            <a:round/>
            <a:headEnd len="med" w="med" type="none"/>
            <a:tailEnd len="med" w="med" type="triangle"/>
          </a:ln>
        </p:spPr>
      </p:cxnSp>
      <p:sp>
        <p:nvSpPr>
          <p:cNvPr id="1301" name="Google Shape;1301;p100"/>
          <p:cNvSpPr/>
          <p:nvPr/>
        </p:nvSpPr>
        <p:spPr>
          <a:xfrm>
            <a:off x="4489077" y="2804423"/>
            <a:ext cx="511800" cy="4695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
        <p:nvSpPr>
          <p:cNvPr id="1302" name="Google Shape;1302;p100"/>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From Model Output to User Action</a:t>
            </a:r>
            <a:endParaRPr/>
          </a:p>
        </p:txBody>
      </p:sp>
      <p:sp>
        <p:nvSpPr>
          <p:cNvPr id="1303" name="Google Shape;1303;p100"/>
          <p:cNvSpPr txBox="1"/>
          <p:nvPr/>
        </p:nvSpPr>
        <p:spPr>
          <a:xfrm>
            <a:off x="1210344" y="2389788"/>
            <a:ext cx="3000000" cy="531000"/>
          </a:xfrm>
          <a:prstGeom prst="rect">
            <a:avLst/>
          </a:prstGeom>
          <a:noFill/>
          <a:ln>
            <a:noFill/>
          </a:ln>
        </p:spPr>
        <p:txBody>
          <a:bodyPr anchorCtr="0" anchor="t" bIns="91425" lIns="91425" spcFirstLastPara="1" rIns="91425" wrap="square" tIns="91425">
            <a:spAutoFit/>
          </a:bodyPr>
          <a:lstStyle/>
          <a:p>
            <a:pPr indent="0" lvl="0" marL="0" rtl="0" algn="ctr">
              <a:lnSpc>
                <a:spcPct val="150000"/>
              </a:lnSpc>
              <a:spcBef>
                <a:spcPts val="0"/>
              </a:spcBef>
              <a:spcAft>
                <a:spcPts val="0"/>
              </a:spcAft>
              <a:buNone/>
            </a:pPr>
            <a:r>
              <a:rPr lang="en" sz="900">
                <a:solidFill>
                  <a:schemeClr val="dk1"/>
                </a:solidFill>
                <a:latin typeface="Sora Light"/>
                <a:ea typeface="Sora Light"/>
                <a:cs typeface="Sora Light"/>
                <a:sym typeface="Sora Light"/>
              </a:rPr>
              <a:t>Identifies key cognition and retrieves CBT guidance to inform response</a:t>
            </a:r>
            <a:endParaRPr sz="900">
              <a:solidFill>
                <a:schemeClr val="dk1"/>
              </a:solidFill>
              <a:latin typeface="Sora ExtraLight"/>
              <a:ea typeface="Sora ExtraLight"/>
              <a:cs typeface="Sora ExtraLight"/>
              <a:sym typeface="Sora ExtraLight"/>
            </a:endParaRPr>
          </a:p>
        </p:txBody>
      </p:sp>
      <p:sp>
        <p:nvSpPr>
          <p:cNvPr id="1304" name="Google Shape;1304;p100"/>
          <p:cNvSpPr txBox="1"/>
          <p:nvPr/>
        </p:nvSpPr>
        <p:spPr>
          <a:xfrm>
            <a:off x="1210344" y="3303436"/>
            <a:ext cx="3000000" cy="531000"/>
          </a:xfrm>
          <a:prstGeom prst="rect">
            <a:avLst/>
          </a:prstGeom>
          <a:noFill/>
          <a:ln>
            <a:noFill/>
          </a:ln>
        </p:spPr>
        <p:txBody>
          <a:bodyPr anchorCtr="0" anchor="t" bIns="91425" lIns="91425" spcFirstLastPara="1" rIns="91425" wrap="square" tIns="91425">
            <a:spAutoFit/>
          </a:bodyPr>
          <a:lstStyle/>
          <a:p>
            <a:pPr indent="0" lvl="0" marL="0" rtl="0" algn="ctr">
              <a:lnSpc>
                <a:spcPct val="150000"/>
              </a:lnSpc>
              <a:spcBef>
                <a:spcPts val="0"/>
              </a:spcBef>
              <a:spcAft>
                <a:spcPts val="0"/>
              </a:spcAft>
              <a:buNone/>
            </a:pPr>
            <a:r>
              <a:rPr lang="en" sz="900">
                <a:solidFill>
                  <a:schemeClr val="dk1"/>
                </a:solidFill>
                <a:latin typeface="Sora Light"/>
                <a:ea typeface="Sora Light"/>
                <a:cs typeface="Sora Light"/>
                <a:sym typeface="Sora Light"/>
              </a:rPr>
              <a:t>Response offers validation and guides the user to reframe their thoughts</a:t>
            </a:r>
            <a:endParaRPr sz="900">
              <a:solidFill>
                <a:schemeClr val="dk1"/>
              </a:solidFill>
              <a:latin typeface="Sora ExtraLight"/>
              <a:ea typeface="Sora ExtraLight"/>
              <a:cs typeface="Sora ExtraLight"/>
              <a:sym typeface="Sora ExtraLight"/>
            </a:endParaRPr>
          </a:p>
        </p:txBody>
      </p:sp>
      <p:sp>
        <p:nvSpPr>
          <p:cNvPr id="1305" name="Google Shape;1305;p100"/>
          <p:cNvSpPr txBox="1"/>
          <p:nvPr/>
        </p:nvSpPr>
        <p:spPr>
          <a:xfrm>
            <a:off x="1210344" y="4262250"/>
            <a:ext cx="3000000" cy="738900"/>
          </a:xfrm>
          <a:prstGeom prst="rect">
            <a:avLst/>
          </a:prstGeom>
          <a:noFill/>
          <a:ln>
            <a:noFill/>
          </a:ln>
        </p:spPr>
        <p:txBody>
          <a:bodyPr anchorCtr="0" anchor="t" bIns="91425" lIns="91425" spcFirstLastPara="1" rIns="91425" wrap="square" tIns="91425">
            <a:spAutoFit/>
          </a:bodyPr>
          <a:lstStyle/>
          <a:p>
            <a:pPr indent="0" lvl="0" marL="0" rtl="0" algn="ctr">
              <a:lnSpc>
                <a:spcPct val="150000"/>
              </a:lnSpc>
              <a:spcBef>
                <a:spcPts val="0"/>
              </a:spcBef>
              <a:spcAft>
                <a:spcPts val="0"/>
              </a:spcAft>
              <a:buNone/>
            </a:pPr>
            <a:r>
              <a:rPr lang="en" sz="900">
                <a:solidFill>
                  <a:schemeClr val="dk1"/>
                </a:solidFill>
                <a:latin typeface="Sora Light"/>
                <a:ea typeface="Sora Light"/>
                <a:cs typeface="Sora Light"/>
                <a:sym typeface="Sora Light"/>
              </a:rPr>
              <a:t>• Awareness of cognitive pattern</a:t>
            </a:r>
            <a:endParaRPr sz="900">
              <a:solidFill>
                <a:schemeClr val="dk1"/>
              </a:solidFill>
              <a:latin typeface="Sora Light"/>
              <a:ea typeface="Sora Light"/>
              <a:cs typeface="Sora Light"/>
              <a:sym typeface="Sora Light"/>
            </a:endParaRPr>
          </a:p>
          <a:p>
            <a:pPr indent="0" lvl="0" marL="0" rtl="0" algn="ctr">
              <a:lnSpc>
                <a:spcPct val="150000"/>
              </a:lnSpc>
              <a:spcBef>
                <a:spcPts val="0"/>
              </a:spcBef>
              <a:spcAft>
                <a:spcPts val="0"/>
              </a:spcAft>
              <a:buNone/>
            </a:pPr>
            <a:r>
              <a:rPr lang="en" sz="900">
                <a:solidFill>
                  <a:schemeClr val="dk1"/>
                </a:solidFill>
                <a:latin typeface="Sora Light"/>
                <a:ea typeface="Sora Light"/>
                <a:cs typeface="Sora Light"/>
                <a:sym typeface="Sora Light"/>
              </a:rPr>
              <a:t>• Alternative explanations to consider</a:t>
            </a:r>
            <a:endParaRPr sz="900">
              <a:solidFill>
                <a:schemeClr val="dk1"/>
              </a:solidFill>
              <a:latin typeface="Sora Light"/>
              <a:ea typeface="Sora Light"/>
              <a:cs typeface="Sora Light"/>
              <a:sym typeface="Sora Light"/>
            </a:endParaRPr>
          </a:p>
          <a:p>
            <a:pPr indent="0" lvl="0" marL="0" rtl="0" algn="ctr">
              <a:lnSpc>
                <a:spcPct val="150000"/>
              </a:lnSpc>
              <a:spcBef>
                <a:spcPts val="0"/>
              </a:spcBef>
              <a:spcAft>
                <a:spcPts val="0"/>
              </a:spcAft>
              <a:buNone/>
            </a:pPr>
            <a:r>
              <a:rPr lang="en" sz="900">
                <a:solidFill>
                  <a:schemeClr val="dk1"/>
                </a:solidFill>
                <a:latin typeface="Sora Light"/>
                <a:ea typeface="Sora Light"/>
                <a:cs typeface="Sora Light"/>
                <a:sym typeface="Sora Light"/>
              </a:rPr>
              <a:t>• Transferable skill for future situations</a:t>
            </a:r>
            <a:endParaRPr sz="900">
              <a:solidFill>
                <a:schemeClr val="dk1"/>
              </a:solidFill>
              <a:latin typeface="Sora Light"/>
              <a:ea typeface="Sora Light"/>
              <a:cs typeface="Sora Light"/>
              <a:sym typeface="Sora Light"/>
            </a:endParaRPr>
          </a:p>
        </p:txBody>
      </p:sp>
      <p:sp>
        <p:nvSpPr>
          <p:cNvPr id="1306" name="Google Shape;1306;p100"/>
          <p:cNvSpPr txBox="1"/>
          <p:nvPr/>
        </p:nvSpPr>
        <p:spPr>
          <a:xfrm>
            <a:off x="5133680" y="2705375"/>
            <a:ext cx="2881500" cy="10314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en" sz="1000">
                <a:solidFill>
                  <a:schemeClr val="dk1"/>
                </a:solidFill>
                <a:latin typeface="Sora Light"/>
                <a:ea typeface="Sora Light"/>
                <a:cs typeface="Sora Light"/>
                <a:sym typeface="Sora Light"/>
              </a:rPr>
              <a:t>Over time, users internalize CBT skills:</a:t>
            </a:r>
            <a:endParaRPr sz="1000">
              <a:solidFill>
                <a:schemeClr val="dk1"/>
              </a:solidFill>
              <a:latin typeface="Sora Light"/>
              <a:ea typeface="Sora Light"/>
              <a:cs typeface="Sora Light"/>
              <a:sym typeface="Sora Light"/>
            </a:endParaRPr>
          </a:p>
          <a:p>
            <a:pPr indent="0" lvl="0" marL="0" rtl="0" algn="l">
              <a:lnSpc>
                <a:spcPct val="150000"/>
              </a:lnSpc>
              <a:spcBef>
                <a:spcPts val="0"/>
              </a:spcBef>
              <a:spcAft>
                <a:spcPts val="0"/>
              </a:spcAft>
              <a:buNone/>
            </a:pPr>
            <a:r>
              <a:rPr lang="en" sz="1000">
                <a:solidFill>
                  <a:schemeClr val="dk1"/>
                </a:solidFill>
                <a:latin typeface="Sora Light"/>
                <a:ea typeface="Sora Light"/>
                <a:cs typeface="Sora Light"/>
                <a:sym typeface="Sora Light"/>
              </a:rPr>
              <a:t>→ Self-identify distortions independently</a:t>
            </a:r>
            <a:endParaRPr sz="1000">
              <a:solidFill>
                <a:schemeClr val="dk1"/>
              </a:solidFill>
              <a:latin typeface="Sora Light"/>
              <a:ea typeface="Sora Light"/>
              <a:cs typeface="Sora Light"/>
              <a:sym typeface="Sora Light"/>
            </a:endParaRPr>
          </a:p>
          <a:p>
            <a:pPr indent="0" lvl="0" marL="0" rtl="0" algn="l">
              <a:lnSpc>
                <a:spcPct val="150000"/>
              </a:lnSpc>
              <a:spcBef>
                <a:spcPts val="0"/>
              </a:spcBef>
              <a:spcAft>
                <a:spcPts val="0"/>
              </a:spcAft>
              <a:buNone/>
            </a:pPr>
            <a:r>
              <a:rPr lang="en" sz="1000">
                <a:solidFill>
                  <a:schemeClr val="dk1"/>
                </a:solidFill>
                <a:latin typeface="Sora Light"/>
                <a:ea typeface="Sora Light"/>
                <a:cs typeface="Sora Light"/>
                <a:sym typeface="Sora Light"/>
              </a:rPr>
              <a:t>→ Apply learned techniques</a:t>
            </a:r>
            <a:endParaRPr sz="1000">
              <a:solidFill>
                <a:schemeClr val="dk1"/>
              </a:solidFill>
              <a:latin typeface="Sora Light"/>
              <a:ea typeface="Sora Light"/>
              <a:cs typeface="Sora Light"/>
              <a:sym typeface="Sora Light"/>
            </a:endParaRPr>
          </a:p>
          <a:p>
            <a:pPr indent="0" lvl="0" marL="0" rtl="0" algn="l">
              <a:lnSpc>
                <a:spcPct val="150000"/>
              </a:lnSpc>
              <a:spcBef>
                <a:spcPts val="0"/>
              </a:spcBef>
              <a:spcAft>
                <a:spcPts val="0"/>
              </a:spcAft>
              <a:buNone/>
            </a:pPr>
            <a:r>
              <a:rPr lang="en" sz="1000">
                <a:solidFill>
                  <a:schemeClr val="dk1"/>
                </a:solidFill>
                <a:latin typeface="Sora Light"/>
                <a:ea typeface="Sora Light"/>
                <a:cs typeface="Sora Light"/>
                <a:sym typeface="Sora Light"/>
              </a:rPr>
              <a:t>→ Build lasting emotional regulation skills</a:t>
            </a:r>
            <a:endParaRPr sz="1000">
              <a:solidFill>
                <a:schemeClr val="dk1"/>
              </a:solidFill>
              <a:latin typeface="Sora Light"/>
              <a:ea typeface="Sora Light"/>
              <a:cs typeface="Sora Light"/>
              <a:sym typeface="Sora Ligh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0" name="Shape 1310"/>
        <p:cNvGrpSpPr/>
        <p:nvPr/>
      </p:nvGrpSpPr>
      <p:grpSpPr>
        <a:xfrm>
          <a:off x="0" y="0"/>
          <a:ext cx="0" cy="0"/>
          <a:chOff x="0" y="0"/>
          <a:chExt cx="0" cy="0"/>
        </a:xfrm>
      </p:grpSpPr>
      <p:sp>
        <p:nvSpPr>
          <p:cNvPr id="1311" name="Google Shape;1311;p101"/>
          <p:cNvSpPr/>
          <p:nvPr/>
        </p:nvSpPr>
        <p:spPr>
          <a:xfrm>
            <a:off x="1282425" y="1804948"/>
            <a:ext cx="644100" cy="644100"/>
          </a:xfrm>
          <a:prstGeom prst="rect">
            <a:avLst/>
          </a:prstGeom>
          <a:solidFill>
            <a:srgbClr val="45818E"/>
          </a:solidFill>
          <a:ln>
            <a:noFill/>
          </a:ln>
        </p:spPr>
        <p:txBody>
          <a:bodyPr anchorCtr="0" anchor="ctr" bIns="82150" lIns="82150" spcFirstLastPara="1" rIns="82150" wrap="square" tIns="82150">
            <a:noAutofit/>
          </a:bodyPr>
          <a:lstStyle/>
          <a:p>
            <a:pPr indent="0" lvl="0" marL="0" rtl="0" algn="ctr">
              <a:spcBef>
                <a:spcPts val="0"/>
              </a:spcBef>
              <a:spcAft>
                <a:spcPts val="0"/>
              </a:spcAft>
              <a:buNone/>
            </a:pPr>
            <a:r>
              <a:t/>
            </a:r>
            <a:endParaRPr sz="1258">
              <a:latin typeface="Lato"/>
              <a:ea typeface="Lato"/>
              <a:cs typeface="Lato"/>
              <a:sym typeface="Lato"/>
            </a:endParaRPr>
          </a:p>
        </p:txBody>
      </p:sp>
      <p:sp>
        <p:nvSpPr>
          <p:cNvPr id="1312" name="Google Shape;1312;p101"/>
          <p:cNvSpPr txBox="1"/>
          <p:nvPr/>
        </p:nvSpPr>
        <p:spPr>
          <a:xfrm>
            <a:off x="1991550" y="2170683"/>
            <a:ext cx="6357900" cy="2697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solidFill>
                  <a:srgbClr val="0C343D"/>
                </a:solidFill>
                <a:latin typeface="Sora Medium"/>
                <a:ea typeface="Sora Medium"/>
                <a:cs typeface="Sora Medium"/>
                <a:sym typeface="Sora Medium"/>
              </a:rPr>
              <a:t>LLM scores 50 User/Journal Assistant dialogues from 1-6 using the Cognitive Therapy Rating Scale on:</a:t>
            </a:r>
            <a:endParaRPr sz="1200">
              <a:solidFill>
                <a:srgbClr val="0C343D"/>
              </a:solidFill>
              <a:latin typeface="Sora Medium"/>
              <a:ea typeface="Sora Medium"/>
              <a:cs typeface="Sora Medium"/>
              <a:sym typeface="Sora Medium"/>
            </a:endParaRPr>
          </a:p>
          <a:p>
            <a:pPr indent="-304800" lvl="0" marL="457200" rtl="0" algn="l">
              <a:lnSpc>
                <a:spcPct val="115000"/>
              </a:lnSpc>
              <a:spcBef>
                <a:spcPts val="0"/>
              </a:spcBef>
              <a:spcAft>
                <a:spcPts val="0"/>
              </a:spcAft>
              <a:buClr>
                <a:srgbClr val="0C343D"/>
              </a:buClr>
              <a:buSzPts val="1200"/>
              <a:buFont typeface="Sora Light"/>
              <a:buChar char="●"/>
            </a:pPr>
            <a:r>
              <a:rPr lang="en" sz="1200">
                <a:solidFill>
                  <a:srgbClr val="0C343D"/>
                </a:solidFill>
                <a:latin typeface="Sora Light"/>
                <a:ea typeface="Sora Light"/>
                <a:cs typeface="Sora Light"/>
                <a:sym typeface="Sora Light"/>
              </a:rPr>
              <a:t>Understanding</a:t>
            </a:r>
            <a:endParaRPr sz="1200">
              <a:solidFill>
                <a:srgbClr val="0C343D"/>
              </a:solidFill>
              <a:latin typeface="Sora Light"/>
              <a:ea typeface="Sora Light"/>
              <a:cs typeface="Sora Light"/>
              <a:sym typeface="Sora Light"/>
            </a:endParaRPr>
          </a:p>
          <a:p>
            <a:pPr indent="-304800" lvl="0" marL="457200" rtl="0" algn="l">
              <a:lnSpc>
                <a:spcPct val="115000"/>
              </a:lnSpc>
              <a:spcBef>
                <a:spcPts val="0"/>
              </a:spcBef>
              <a:spcAft>
                <a:spcPts val="0"/>
              </a:spcAft>
              <a:buClr>
                <a:srgbClr val="0C343D"/>
              </a:buClr>
              <a:buSzPts val="1200"/>
              <a:buFont typeface="Sora Light"/>
              <a:buChar char="●"/>
            </a:pPr>
            <a:r>
              <a:rPr lang="en" sz="1200">
                <a:solidFill>
                  <a:srgbClr val="0C343D"/>
                </a:solidFill>
                <a:latin typeface="Sora Light"/>
                <a:ea typeface="Sora Light"/>
                <a:cs typeface="Sora Light"/>
                <a:sym typeface="Sora Light"/>
              </a:rPr>
              <a:t>Interpersonal Effectiveness</a:t>
            </a:r>
            <a:endParaRPr sz="1200">
              <a:solidFill>
                <a:srgbClr val="0C343D"/>
              </a:solidFill>
              <a:latin typeface="Sora Light"/>
              <a:ea typeface="Sora Light"/>
              <a:cs typeface="Sora Light"/>
              <a:sym typeface="Sora Light"/>
            </a:endParaRPr>
          </a:p>
          <a:p>
            <a:pPr indent="-304800" lvl="0" marL="457200" rtl="0" algn="l">
              <a:lnSpc>
                <a:spcPct val="115000"/>
              </a:lnSpc>
              <a:spcBef>
                <a:spcPts val="0"/>
              </a:spcBef>
              <a:spcAft>
                <a:spcPts val="0"/>
              </a:spcAft>
              <a:buClr>
                <a:srgbClr val="0C343D"/>
              </a:buClr>
              <a:buSzPts val="1200"/>
              <a:buFont typeface="Sora Light"/>
              <a:buChar char="●"/>
            </a:pPr>
            <a:r>
              <a:rPr lang="en" sz="1200">
                <a:solidFill>
                  <a:srgbClr val="0C343D"/>
                </a:solidFill>
                <a:latin typeface="Sora Light"/>
                <a:ea typeface="Sora Light"/>
                <a:cs typeface="Sora Light"/>
                <a:sym typeface="Sora Light"/>
              </a:rPr>
              <a:t>Guided Discovery</a:t>
            </a:r>
            <a:endParaRPr sz="1200">
              <a:solidFill>
                <a:srgbClr val="0C343D"/>
              </a:solidFill>
              <a:latin typeface="Sora Light"/>
              <a:ea typeface="Sora Light"/>
              <a:cs typeface="Sora Light"/>
              <a:sym typeface="Sora Light"/>
            </a:endParaRPr>
          </a:p>
          <a:p>
            <a:pPr indent="-304800" lvl="0" marL="457200" rtl="0" algn="l">
              <a:lnSpc>
                <a:spcPct val="115000"/>
              </a:lnSpc>
              <a:spcBef>
                <a:spcPts val="0"/>
              </a:spcBef>
              <a:spcAft>
                <a:spcPts val="0"/>
              </a:spcAft>
              <a:buClr>
                <a:srgbClr val="0C343D"/>
              </a:buClr>
              <a:buSzPts val="1200"/>
              <a:buFont typeface="Sora Light"/>
              <a:buChar char="●"/>
            </a:pPr>
            <a:r>
              <a:rPr lang="en" sz="1200">
                <a:solidFill>
                  <a:srgbClr val="0C343D"/>
                </a:solidFill>
                <a:latin typeface="Sora Light"/>
                <a:ea typeface="Sora Light"/>
                <a:cs typeface="Sora Light"/>
                <a:sym typeface="Sora Light"/>
              </a:rPr>
              <a:t>Focusing on Key Cognitions</a:t>
            </a:r>
            <a:endParaRPr sz="1200">
              <a:solidFill>
                <a:srgbClr val="0C343D"/>
              </a:solidFill>
              <a:latin typeface="Sora Light"/>
              <a:ea typeface="Sora Light"/>
              <a:cs typeface="Sora Light"/>
              <a:sym typeface="Sora Light"/>
            </a:endParaRPr>
          </a:p>
          <a:p>
            <a:pPr indent="-304800" lvl="0" marL="457200" rtl="0" algn="l">
              <a:lnSpc>
                <a:spcPct val="115000"/>
              </a:lnSpc>
              <a:spcBef>
                <a:spcPts val="0"/>
              </a:spcBef>
              <a:spcAft>
                <a:spcPts val="0"/>
              </a:spcAft>
              <a:buClr>
                <a:srgbClr val="0C343D"/>
              </a:buClr>
              <a:buSzPts val="1200"/>
              <a:buFont typeface="Sora Light"/>
              <a:buChar char="●"/>
            </a:pPr>
            <a:r>
              <a:rPr lang="en" sz="1200">
                <a:solidFill>
                  <a:srgbClr val="0C343D"/>
                </a:solidFill>
                <a:latin typeface="Sora Light"/>
                <a:ea typeface="Sora Light"/>
                <a:cs typeface="Sora Light"/>
                <a:sym typeface="Sora Light"/>
              </a:rPr>
              <a:t>Application of CBT Methods</a:t>
            </a:r>
            <a:endParaRPr sz="1200">
              <a:solidFill>
                <a:srgbClr val="0C343D"/>
              </a:solidFill>
              <a:latin typeface="Sora Light"/>
              <a:ea typeface="Sora Light"/>
              <a:cs typeface="Sora Light"/>
              <a:sym typeface="Sora Light"/>
            </a:endParaRPr>
          </a:p>
          <a:p>
            <a:pPr indent="0" lvl="0" marL="0" rtl="0" algn="l">
              <a:lnSpc>
                <a:spcPct val="115000"/>
              </a:lnSpc>
              <a:spcBef>
                <a:spcPts val="0"/>
              </a:spcBef>
              <a:spcAft>
                <a:spcPts val="0"/>
              </a:spcAft>
              <a:buNone/>
            </a:pPr>
            <a:r>
              <a:t/>
            </a:r>
            <a:endParaRPr sz="1200">
              <a:solidFill>
                <a:srgbClr val="0C343D"/>
              </a:solidFill>
              <a:latin typeface="Sora Light"/>
              <a:ea typeface="Sora Light"/>
              <a:cs typeface="Sora Light"/>
              <a:sym typeface="Sora Light"/>
            </a:endParaRPr>
          </a:p>
          <a:p>
            <a:pPr indent="0" lvl="0" marL="0" rtl="0" algn="l">
              <a:lnSpc>
                <a:spcPct val="115000"/>
              </a:lnSpc>
              <a:spcBef>
                <a:spcPts val="0"/>
              </a:spcBef>
              <a:spcAft>
                <a:spcPts val="0"/>
              </a:spcAft>
              <a:buNone/>
            </a:pPr>
            <a:r>
              <a:rPr lang="en" sz="1200">
                <a:solidFill>
                  <a:srgbClr val="0C343D"/>
                </a:solidFill>
                <a:latin typeface="Sora Medium"/>
                <a:ea typeface="Sora Medium"/>
                <a:cs typeface="Sora Medium"/>
                <a:sym typeface="Sora Medium"/>
              </a:rPr>
              <a:t>Why This Metric:</a:t>
            </a:r>
            <a:endParaRPr sz="1200">
              <a:solidFill>
                <a:srgbClr val="0C343D"/>
              </a:solidFill>
              <a:latin typeface="Sora Medium"/>
              <a:ea typeface="Sora Medium"/>
              <a:cs typeface="Sora Medium"/>
              <a:sym typeface="Sora Medium"/>
            </a:endParaRPr>
          </a:p>
          <a:p>
            <a:pPr indent="-304800" lvl="0" marL="457200" rtl="0" algn="l">
              <a:lnSpc>
                <a:spcPct val="115000"/>
              </a:lnSpc>
              <a:spcBef>
                <a:spcPts val="0"/>
              </a:spcBef>
              <a:spcAft>
                <a:spcPts val="0"/>
              </a:spcAft>
              <a:buClr>
                <a:srgbClr val="0C343D"/>
              </a:buClr>
              <a:buSzPts val="1200"/>
              <a:buFont typeface="Sora Light"/>
              <a:buAutoNum type="arabicPeriod"/>
            </a:pPr>
            <a:r>
              <a:rPr lang="en" sz="1200">
                <a:solidFill>
                  <a:srgbClr val="0C343D"/>
                </a:solidFill>
                <a:latin typeface="Sora Light"/>
                <a:ea typeface="Sora Light"/>
                <a:cs typeface="Sora Light"/>
                <a:sym typeface="Sora Light"/>
              </a:rPr>
              <a:t>Widely used in CBT therapy assessment</a:t>
            </a:r>
            <a:endParaRPr sz="1200">
              <a:solidFill>
                <a:srgbClr val="0C343D"/>
              </a:solidFill>
              <a:latin typeface="Sora Light"/>
              <a:ea typeface="Sora Light"/>
              <a:cs typeface="Sora Light"/>
              <a:sym typeface="Sora Light"/>
            </a:endParaRPr>
          </a:p>
          <a:p>
            <a:pPr indent="-304800" lvl="0" marL="457200" rtl="0" algn="l">
              <a:lnSpc>
                <a:spcPct val="115000"/>
              </a:lnSpc>
              <a:spcBef>
                <a:spcPts val="0"/>
              </a:spcBef>
              <a:spcAft>
                <a:spcPts val="0"/>
              </a:spcAft>
              <a:buClr>
                <a:srgbClr val="0C343D"/>
              </a:buClr>
              <a:buSzPts val="1200"/>
              <a:buFont typeface="Sora Light"/>
              <a:buAutoNum type="arabicPeriod"/>
            </a:pPr>
            <a:r>
              <a:rPr lang="en" sz="1200">
                <a:solidFill>
                  <a:srgbClr val="0C343D"/>
                </a:solidFill>
                <a:latin typeface="Sora Light"/>
                <a:ea typeface="Sora Light"/>
                <a:cs typeface="Sora Light"/>
                <a:sym typeface="Sora Light"/>
              </a:rPr>
              <a:t>Measures therapeutic competence across multiple key dimensions</a:t>
            </a:r>
            <a:endParaRPr sz="1200">
              <a:solidFill>
                <a:srgbClr val="0C343D"/>
              </a:solidFill>
              <a:latin typeface="Sora Light"/>
              <a:ea typeface="Sora Light"/>
              <a:cs typeface="Sora Light"/>
              <a:sym typeface="Sora Light"/>
            </a:endParaRPr>
          </a:p>
          <a:p>
            <a:pPr indent="-304800" lvl="0" marL="457200" rtl="0" algn="l">
              <a:lnSpc>
                <a:spcPct val="115000"/>
              </a:lnSpc>
              <a:spcBef>
                <a:spcPts val="0"/>
              </a:spcBef>
              <a:spcAft>
                <a:spcPts val="0"/>
              </a:spcAft>
              <a:buClr>
                <a:srgbClr val="0C343D"/>
              </a:buClr>
              <a:buSzPts val="1200"/>
              <a:buFont typeface="Sora Light"/>
              <a:buAutoNum type="arabicPeriod"/>
            </a:pPr>
            <a:r>
              <a:rPr lang="en" sz="1200">
                <a:solidFill>
                  <a:srgbClr val="0C343D"/>
                </a:solidFill>
                <a:latin typeface="Sora Light"/>
                <a:ea typeface="Sora Light"/>
                <a:cs typeface="Sora Light"/>
                <a:sym typeface="Sora Light"/>
              </a:rPr>
              <a:t>Allows comparison to other LLM-generated benchmarks from similar work</a:t>
            </a:r>
            <a:endParaRPr sz="1200">
              <a:solidFill>
                <a:srgbClr val="0C343D"/>
              </a:solidFill>
              <a:latin typeface="Sora Light"/>
              <a:ea typeface="Sora Light"/>
              <a:cs typeface="Sora Light"/>
              <a:sym typeface="Sora Light"/>
            </a:endParaRPr>
          </a:p>
        </p:txBody>
      </p:sp>
      <p:sp>
        <p:nvSpPr>
          <p:cNvPr id="1313" name="Google Shape;1313;p101"/>
          <p:cNvSpPr txBox="1"/>
          <p:nvPr/>
        </p:nvSpPr>
        <p:spPr>
          <a:xfrm>
            <a:off x="1991548" y="1804958"/>
            <a:ext cx="2571600" cy="4149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2000">
                <a:solidFill>
                  <a:srgbClr val="45818E"/>
                </a:solidFill>
                <a:latin typeface="Sora"/>
                <a:ea typeface="Sora"/>
                <a:cs typeface="Sora"/>
                <a:sym typeface="Sora"/>
              </a:rPr>
              <a:t>LLM-As-A-Judge</a:t>
            </a:r>
            <a:endParaRPr b="1" sz="2000">
              <a:solidFill>
                <a:srgbClr val="45818E"/>
              </a:solidFill>
              <a:latin typeface="Sora"/>
              <a:ea typeface="Sora"/>
              <a:cs typeface="Sora"/>
              <a:sym typeface="Sora"/>
            </a:endParaRPr>
          </a:p>
        </p:txBody>
      </p:sp>
      <p:sp>
        <p:nvSpPr>
          <p:cNvPr id="1314" name="Google Shape;1314;p101"/>
          <p:cNvSpPr/>
          <p:nvPr/>
        </p:nvSpPr>
        <p:spPr>
          <a:xfrm>
            <a:off x="1383200" y="1872919"/>
            <a:ext cx="442547" cy="508166"/>
          </a:xfrm>
          <a:custGeom>
            <a:rect b="b" l="l" r="r" t="t"/>
            <a:pathLst>
              <a:path extrusionOk="0" h="12697" w="10807">
                <a:moveTo>
                  <a:pt x="6617" y="9924"/>
                </a:moveTo>
                <a:lnTo>
                  <a:pt x="6617" y="10775"/>
                </a:lnTo>
                <a:lnTo>
                  <a:pt x="4159" y="10775"/>
                </a:lnTo>
                <a:lnTo>
                  <a:pt x="4159" y="9924"/>
                </a:lnTo>
                <a:close/>
                <a:moveTo>
                  <a:pt x="4159" y="0"/>
                </a:moveTo>
                <a:cubicBezTo>
                  <a:pt x="3561" y="0"/>
                  <a:pt x="2994" y="315"/>
                  <a:pt x="2742" y="851"/>
                </a:cubicBezTo>
                <a:lnTo>
                  <a:pt x="2490" y="851"/>
                </a:lnTo>
                <a:cubicBezTo>
                  <a:pt x="1797" y="851"/>
                  <a:pt x="1166" y="1324"/>
                  <a:pt x="914" y="1954"/>
                </a:cubicBezTo>
                <a:cubicBezTo>
                  <a:pt x="1324" y="1985"/>
                  <a:pt x="1702" y="2143"/>
                  <a:pt x="1986" y="2426"/>
                </a:cubicBezTo>
                <a:cubicBezTo>
                  <a:pt x="2143" y="2584"/>
                  <a:pt x="2143" y="2836"/>
                  <a:pt x="1986" y="2993"/>
                </a:cubicBezTo>
                <a:cubicBezTo>
                  <a:pt x="1907" y="3072"/>
                  <a:pt x="1797" y="3111"/>
                  <a:pt x="1686" y="3111"/>
                </a:cubicBezTo>
                <a:cubicBezTo>
                  <a:pt x="1576" y="3111"/>
                  <a:pt x="1466" y="3072"/>
                  <a:pt x="1387" y="2993"/>
                </a:cubicBezTo>
                <a:cubicBezTo>
                  <a:pt x="1198" y="2804"/>
                  <a:pt x="946" y="2773"/>
                  <a:pt x="725" y="2773"/>
                </a:cubicBezTo>
                <a:cubicBezTo>
                  <a:pt x="284" y="3088"/>
                  <a:pt x="1" y="3560"/>
                  <a:pt x="1" y="4159"/>
                </a:cubicBezTo>
                <a:cubicBezTo>
                  <a:pt x="1" y="4411"/>
                  <a:pt x="95" y="4726"/>
                  <a:pt x="253" y="4978"/>
                </a:cubicBezTo>
                <a:cubicBezTo>
                  <a:pt x="95" y="5199"/>
                  <a:pt x="1" y="5514"/>
                  <a:pt x="1" y="5797"/>
                </a:cubicBezTo>
                <a:cubicBezTo>
                  <a:pt x="1" y="6144"/>
                  <a:pt x="127" y="6459"/>
                  <a:pt x="316" y="6742"/>
                </a:cubicBezTo>
                <a:cubicBezTo>
                  <a:pt x="599" y="6522"/>
                  <a:pt x="1009" y="6364"/>
                  <a:pt x="1387" y="6364"/>
                </a:cubicBezTo>
                <a:cubicBezTo>
                  <a:pt x="1639" y="6364"/>
                  <a:pt x="1797" y="6553"/>
                  <a:pt x="1797" y="6742"/>
                </a:cubicBezTo>
                <a:cubicBezTo>
                  <a:pt x="1797" y="6994"/>
                  <a:pt x="1576" y="7152"/>
                  <a:pt x="1387" y="7152"/>
                </a:cubicBezTo>
                <a:cubicBezTo>
                  <a:pt x="1198" y="7152"/>
                  <a:pt x="1009" y="7215"/>
                  <a:pt x="851" y="7341"/>
                </a:cubicBezTo>
                <a:lnTo>
                  <a:pt x="851" y="7404"/>
                </a:lnTo>
                <a:cubicBezTo>
                  <a:pt x="851" y="8318"/>
                  <a:pt x="1576" y="9074"/>
                  <a:pt x="2490" y="9074"/>
                </a:cubicBezTo>
                <a:lnTo>
                  <a:pt x="2742" y="9074"/>
                </a:lnTo>
                <a:cubicBezTo>
                  <a:pt x="2899" y="9357"/>
                  <a:pt x="3088" y="9546"/>
                  <a:pt x="3309" y="9704"/>
                </a:cubicBezTo>
                <a:lnTo>
                  <a:pt x="3309" y="10617"/>
                </a:lnTo>
                <a:cubicBezTo>
                  <a:pt x="3309" y="11752"/>
                  <a:pt x="4254" y="12697"/>
                  <a:pt x="5420" y="12697"/>
                </a:cubicBezTo>
                <a:cubicBezTo>
                  <a:pt x="6554" y="12697"/>
                  <a:pt x="7499" y="11752"/>
                  <a:pt x="7499" y="10617"/>
                </a:cubicBezTo>
                <a:lnTo>
                  <a:pt x="7499" y="9704"/>
                </a:lnTo>
                <a:cubicBezTo>
                  <a:pt x="7719" y="9546"/>
                  <a:pt x="7971" y="9357"/>
                  <a:pt x="8097" y="9074"/>
                </a:cubicBezTo>
                <a:lnTo>
                  <a:pt x="8318" y="9074"/>
                </a:lnTo>
                <a:cubicBezTo>
                  <a:pt x="9232" y="9074"/>
                  <a:pt x="9988" y="8318"/>
                  <a:pt x="9988" y="7404"/>
                </a:cubicBezTo>
                <a:lnTo>
                  <a:pt x="9988" y="7341"/>
                </a:lnTo>
                <a:cubicBezTo>
                  <a:pt x="9830" y="7215"/>
                  <a:pt x="9610" y="7152"/>
                  <a:pt x="9421" y="7152"/>
                </a:cubicBezTo>
                <a:cubicBezTo>
                  <a:pt x="9200" y="7152"/>
                  <a:pt x="9043" y="6931"/>
                  <a:pt x="9043" y="6742"/>
                </a:cubicBezTo>
                <a:cubicBezTo>
                  <a:pt x="9043" y="6522"/>
                  <a:pt x="9232" y="6364"/>
                  <a:pt x="9421" y="6364"/>
                </a:cubicBezTo>
                <a:cubicBezTo>
                  <a:pt x="9830" y="6364"/>
                  <a:pt x="10208" y="6522"/>
                  <a:pt x="10492" y="6742"/>
                </a:cubicBezTo>
                <a:cubicBezTo>
                  <a:pt x="10681" y="6459"/>
                  <a:pt x="10807" y="6144"/>
                  <a:pt x="10807" y="5797"/>
                </a:cubicBezTo>
                <a:cubicBezTo>
                  <a:pt x="10807" y="5514"/>
                  <a:pt x="10712" y="5199"/>
                  <a:pt x="10555" y="4978"/>
                </a:cubicBezTo>
                <a:cubicBezTo>
                  <a:pt x="10681" y="4726"/>
                  <a:pt x="10775" y="4411"/>
                  <a:pt x="10775" y="4159"/>
                </a:cubicBezTo>
                <a:cubicBezTo>
                  <a:pt x="10775" y="3592"/>
                  <a:pt x="10492" y="3088"/>
                  <a:pt x="10051" y="2773"/>
                </a:cubicBezTo>
                <a:cubicBezTo>
                  <a:pt x="10015" y="2768"/>
                  <a:pt x="9978" y="2765"/>
                  <a:pt x="9939" y="2765"/>
                </a:cubicBezTo>
                <a:cubicBezTo>
                  <a:pt x="9742" y="2765"/>
                  <a:pt x="9521" y="2835"/>
                  <a:pt x="9389" y="2993"/>
                </a:cubicBezTo>
                <a:cubicBezTo>
                  <a:pt x="9310" y="3072"/>
                  <a:pt x="9200" y="3111"/>
                  <a:pt x="9090" y="3111"/>
                </a:cubicBezTo>
                <a:cubicBezTo>
                  <a:pt x="8980" y="3111"/>
                  <a:pt x="8869" y="3072"/>
                  <a:pt x="8791" y="2993"/>
                </a:cubicBezTo>
                <a:cubicBezTo>
                  <a:pt x="8633" y="2836"/>
                  <a:pt x="8633" y="2584"/>
                  <a:pt x="8791" y="2426"/>
                </a:cubicBezTo>
                <a:cubicBezTo>
                  <a:pt x="9074" y="2143"/>
                  <a:pt x="9452" y="1954"/>
                  <a:pt x="9862" y="1954"/>
                </a:cubicBezTo>
                <a:cubicBezTo>
                  <a:pt x="9610" y="1324"/>
                  <a:pt x="9043" y="851"/>
                  <a:pt x="8287" y="851"/>
                </a:cubicBezTo>
                <a:lnTo>
                  <a:pt x="8034" y="851"/>
                </a:lnTo>
                <a:cubicBezTo>
                  <a:pt x="7782" y="315"/>
                  <a:pt x="7215" y="0"/>
                  <a:pt x="6617" y="0"/>
                </a:cubicBezTo>
                <a:cubicBezTo>
                  <a:pt x="6302" y="0"/>
                  <a:pt x="6050" y="95"/>
                  <a:pt x="5798" y="252"/>
                </a:cubicBezTo>
                <a:lnTo>
                  <a:pt x="5798" y="4190"/>
                </a:lnTo>
                <a:cubicBezTo>
                  <a:pt x="6743" y="4379"/>
                  <a:pt x="7467" y="5199"/>
                  <a:pt x="7467" y="6207"/>
                </a:cubicBezTo>
                <a:cubicBezTo>
                  <a:pt x="7467" y="6427"/>
                  <a:pt x="7247" y="6585"/>
                  <a:pt x="7058" y="6585"/>
                </a:cubicBezTo>
                <a:cubicBezTo>
                  <a:pt x="6869" y="6585"/>
                  <a:pt x="6617" y="6396"/>
                  <a:pt x="6617" y="6207"/>
                </a:cubicBezTo>
                <a:cubicBezTo>
                  <a:pt x="6617" y="5640"/>
                  <a:pt x="6270" y="5199"/>
                  <a:pt x="5798" y="5010"/>
                </a:cubicBezTo>
                <a:lnTo>
                  <a:pt x="5798" y="9074"/>
                </a:lnTo>
                <a:lnTo>
                  <a:pt x="4979" y="9074"/>
                </a:lnTo>
                <a:lnTo>
                  <a:pt x="4979" y="5010"/>
                </a:lnTo>
                <a:cubicBezTo>
                  <a:pt x="4506" y="5167"/>
                  <a:pt x="4159" y="5640"/>
                  <a:pt x="4159" y="6207"/>
                </a:cubicBezTo>
                <a:cubicBezTo>
                  <a:pt x="4159" y="6427"/>
                  <a:pt x="3939" y="6585"/>
                  <a:pt x="3718" y="6585"/>
                </a:cubicBezTo>
                <a:cubicBezTo>
                  <a:pt x="3466" y="6585"/>
                  <a:pt x="3309" y="6396"/>
                  <a:pt x="3309" y="6207"/>
                </a:cubicBezTo>
                <a:cubicBezTo>
                  <a:pt x="3309" y="5199"/>
                  <a:pt x="4033" y="4348"/>
                  <a:pt x="4979" y="4190"/>
                </a:cubicBezTo>
                <a:lnTo>
                  <a:pt x="4979" y="252"/>
                </a:lnTo>
                <a:cubicBezTo>
                  <a:pt x="4726" y="95"/>
                  <a:pt x="4474" y="0"/>
                  <a:pt x="4159" y="0"/>
                </a:cubicBezTo>
                <a:close/>
              </a:path>
            </a:pathLst>
          </a:custGeom>
          <a:solidFill>
            <a:srgbClr val="D9EAD3"/>
          </a:solidFill>
          <a:ln>
            <a:noFill/>
          </a:ln>
        </p:spPr>
        <p:txBody>
          <a:bodyPr anchorCtr="0" anchor="ctr" bIns="82150" lIns="82150" spcFirstLastPara="1" rIns="82150" wrap="square" tIns="82150">
            <a:noAutofit/>
          </a:bodyPr>
          <a:lstStyle/>
          <a:p>
            <a:pPr indent="0" lvl="0" marL="0" rtl="0" algn="l">
              <a:spcBef>
                <a:spcPts val="0"/>
              </a:spcBef>
              <a:spcAft>
                <a:spcPts val="0"/>
              </a:spcAft>
              <a:buNone/>
            </a:pPr>
            <a:r>
              <a:t/>
            </a:r>
            <a:endParaRPr sz="1258"/>
          </a:p>
        </p:txBody>
      </p:sp>
      <p:sp>
        <p:nvSpPr>
          <p:cNvPr id="1315" name="Google Shape;1315;p101"/>
          <p:cNvSpPr txBox="1"/>
          <p:nvPr/>
        </p:nvSpPr>
        <p:spPr>
          <a:xfrm>
            <a:off x="720000" y="445025"/>
            <a:ext cx="7924500" cy="105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000">
                <a:solidFill>
                  <a:srgbClr val="0C343D"/>
                </a:solidFill>
                <a:latin typeface="Sora"/>
                <a:ea typeface="Sora"/>
                <a:cs typeface="Sora"/>
                <a:sym typeface="Sora"/>
              </a:rPr>
              <a:t>Evaluation Methodology</a:t>
            </a:r>
            <a:r>
              <a:rPr b="1" lang="en" sz="3000">
                <a:solidFill>
                  <a:srgbClr val="0C343D"/>
                </a:solidFill>
                <a:latin typeface="Sora"/>
                <a:ea typeface="Sora"/>
                <a:cs typeface="Sora"/>
                <a:sym typeface="Sora"/>
              </a:rPr>
              <a:t>: </a:t>
            </a:r>
            <a:r>
              <a:rPr lang="en" sz="3000">
                <a:solidFill>
                  <a:srgbClr val="0C343D"/>
                </a:solidFill>
                <a:latin typeface="Sora Medium"/>
                <a:ea typeface="Sora Medium"/>
                <a:cs typeface="Sora Medium"/>
                <a:sym typeface="Sora Medium"/>
              </a:rPr>
              <a:t>Cognitive Therapy Rating Scale</a:t>
            </a:r>
            <a:endParaRPr sz="3000">
              <a:solidFill>
                <a:srgbClr val="0C343D"/>
              </a:solidFill>
              <a:latin typeface="Sora Medium"/>
              <a:ea typeface="Sora Medium"/>
              <a:cs typeface="Sora Medium"/>
              <a:sym typeface="Sora Medium"/>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9" name="Shape 1319"/>
        <p:cNvGrpSpPr/>
        <p:nvPr/>
      </p:nvGrpSpPr>
      <p:grpSpPr>
        <a:xfrm>
          <a:off x="0" y="0"/>
          <a:ext cx="0" cy="0"/>
          <a:chOff x="0" y="0"/>
          <a:chExt cx="0" cy="0"/>
        </a:xfrm>
      </p:grpSpPr>
      <p:pic>
        <p:nvPicPr>
          <p:cNvPr id="1320" name="Google Shape;1320;p102"/>
          <p:cNvPicPr preferRelativeResize="0"/>
          <p:nvPr/>
        </p:nvPicPr>
        <p:blipFill>
          <a:blip r:embed="rId3">
            <a:alphaModFix/>
          </a:blip>
          <a:stretch>
            <a:fillRect/>
          </a:stretch>
        </p:blipFill>
        <p:spPr>
          <a:xfrm>
            <a:off x="561473" y="1603033"/>
            <a:ext cx="6992851" cy="3471626"/>
          </a:xfrm>
          <a:prstGeom prst="rect">
            <a:avLst/>
          </a:prstGeom>
          <a:noFill/>
          <a:ln>
            <a:noFill/>
          </a:ln>
        </p:spPr>
      </p:pic>
      <p:sp>
        <p:nvSpPr>
          <p:cNvPr id="1321" name="Google Shape;1321;p102"/>
          <p:cNvSpPr txBox="1"/>
          <p:nvPr>
            <p:ph idx="4294967295" type="subTitle"/>
          </p:nvPr>
        </p:nvSpPr>
        <p:spPr>
          <a:xfrm>
            <a:off x="5725725" y="2741675"/>
            <a:ext cx="2937600" cy="1664100"/>
          </a:xfrm>
          <a:prstGeom prst="rect">
            <a:avLst/>
          </a:prstGeom>
          <a:solidFill>
            <a:schemeClr val="accent2"/>
          </a:solid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n" sz="1600">
                <a:solidFill>
                  <a:schemeClr val="lt2"/>
                </a:solidFill>
                <a:latin typeface="Sora"/>
                <a:ea typeface="Sora"/>
                <a:cs typeface="Sora"/>
                <a:sym typeface="Sora"/>
              </a:rPr>
              <a:t>Key Findings</a:t>
            </a:r>
            <a:endParaRPr sz="1600">
              <a:solidFill>
                <a:schemeClr val="lt2"/>
              </a:solidFill>
              <a:latin typeface="Sora Light"/>
              <a:ea typeface="Sora Light"/>
              <a:cs typeface="Sora Light"/>
              <a:sym typeface="Sora Light"/>
            </a:endParaRPr>
          </a:p>
        </p:txBody>
      </p:sp>
      <p:sp>
        <p:nvSpPr>
          <p:cNvPr id="1322" name="Google Shape;1322;p102"/>
          <p:cNvSpPr txBox="1"/>
          <p:nvPr>
            <p:ph type="title"/>
          </p:nvPr>
        </p:nvSpPr>
        <p:spPr>
          <a:xfrm>
            <a:off x="720000" y="445025"/>
            <a:ext cx="7704000" cy="1098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Evaluation Results: </a:t>
            </a:r>
            <a:r>
              <a:rPr b="0" lang="en">
                <a:latin typeface="Sora Medium"/>
                <a:ea typeface="Sora Medium"/>
                <a:cs typeface="Sora Medium"/>
                <a:sym typeface="Sora Medium"/>
              </a:rPr>
              <a:t>Cognitive Therapy Rating Scale</a:t>
            </a:r>
            <a:endParaRPr b="0">
              <a:latin typeface="Sora Medium"/>
              <a:ea typeface="Sora Medium"/>
              <a:cs typeface="Sora Medium"/>
              <a:sym typeface="Sora Medium"/>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323" name="Google Shape;1323;p102"/>
          <p:cNvSpPr txBox="1"/>
          <p:nvPr/>
        </p:nvSpPr>
        <p:spPr>
          <a:xfrm>
            <a:off x="5705024" y="3078304"/>
            <a:ext cx="2881500" cy="1327500"/>
          </a:xfrm>
          <a:prstGeom prst="rect">
            <a:avLst/>
          </a:prstGeom>
          <a:noFill/>
          <a:ln>
            <a:noFill/>
          </a:ln>
        </p:spPr>
        <p:txBody>
          <a:bodyPr anchorCtr="0" anchor="t" bIns="91425" lIns="91425" spcFirstLastPara="1" rIns="91425" wrap="square" tIns="91425">
            <a:spAutoFit/>
          </a:bodyPr>
          <a:lstStyle/>
          <a:p>
            <a:pPr indent="-298450" lvl="0" marL="457200" rtl="0" algn="l">
              <a:lnSpc>
                <a:spcPct val="115000"/>
              </a:lnSpc>
              <a:spcBef>
                <a:spcPts val="0"/>
              </a:spcBef>
              <a:spcAft>
                <a:spcPts val="0"/>
              </a:spcAft>
              <a:buClr>
                <a:schemeClr val="dk1"/>
              </a:buClr>
              <a:buSzPts val="1100"/>
              <a:buFont typeface="Sora"/>
              <a:buAutoNum type="arabicPeriod"/>
            </a:pPr>
            <a:r>
              <a:rPr lang="en" sz="1100">
                <a:solidFill>
                  <a:schemeClr val="dk1"/>
                </a:solidFill>
                <a:latin typeface="Sora"/>
                <a:ea typeface="Sora"/>
                <a:cs typeface="Sora"/>
                <a:sym typeface="Sora"/>
              </a:rPr>
              <a:t>Exceeded benchmark study in Understanding and Focusing on Key Cognitions metrics</a:t>
            </a:r>
            <a:endParaRPr sz="1100">
              <a:solidFill>
                <a:schemeClr val="dk1"/>
              </a:solidFill>
              <a:latin typeface="Sora"/>
              <a:ea typeface="Sora"/>
              <a:cs typeface="Sora"/>
              <a:sym typeface="Sora"/>
            </a:endParaRPr>
          </a:p>
          <a:p>
            <a:pPr indent="-298450" lvl="0" marL="457200" rtl="0" algn="l">
              <a:lnSpc>
                <a:spcPct val="115000"/>
              </a:lnSpc>
              <a:spcBef>
                <a:spcPts val="0"/>
              </a:spcBef>
              <a:spcAft>
                <a:spcPts val="0"/>
              </a:spcAft>
              <a:buClr>
                <a:schemeClr val="dk1"/>
              </a:buClr>
              <a:buSzPts val="1100"/>
              <a:buFont typeface="Sora"/>
              <a:buAutoNum type="arabicPeriod"/>
            </a:pPr>
            <a:r>
              <a:rPr lang="en" sz="1100">
                <a:solidFill>
                  <a:schemeClr val="dk1"/>
                </a:solidFill>
                <a:latin typeface="Sora"/>
                <a:ea typeface="Sora"/>
                <a:cs typeface="Sora"/>
                <a:sym typeface="Sora"/>
              </a:rPr>
              <a:t>Model is using the CBT frameworks from the RAG Retrieval</a:t>
            </a:r>
            <a:endParaRPr sz="1000">
              <a:solidFill>
                <a:schemeClr val="dk1"/>
              </a:solidFill>
              <a:latin typeface="Sora"/>
              <a:ea typeface="Sora"/>
              <a:cs typeface="Sora"/>
              <a:sym typeface="Sora"/>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7" name="Shape 1327"/>
        <p:cNvGrpSpPr/>
        <p:nvPr/>
      </p:nvGrpSpPr>
      <p:grpSpPr>
        <a:xfrm>
          <a:off x="0" y="0"/>
          <a:ext cx="0" cy="0"/>
          <a:chOff x="0" y="0"/>
          <a:chExt cx="0" cy="0"/>
        </a:xfrm>
      </p:grpSpPr>
      <p:sp>
        <p:nvSpPr>
          <p:cNvPr id="1328" name="Google Shape;1328;p10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Real-World Evaluation Results</a:t>
            </a:r>
            <a:endParaRPr/>
          </a:p>
        </p:txBody>
      </p:sp>
      <p:grpSp>
        <p:nvGrpSpPr>
          <p:cNvPr id="1329" name="Google Shape;1329;p103"/>
          <p:cNvGrpSpPr/>
          <p:nvPr/>
        </p:nvGrpSpPr>
        <p:grpSpPr>
          <a:xfrm>
            <a:off x="689597" y="1465796"/>
            <a:ext cx="1025400" cy="944042"/>
            <a:chOff x="394916" y="1771223"/>
            <a:chExt cx="1025400" cy="944042"/>
          </a:xfrm>
        </p:grpSpPr>
        <p:sp>
          <p:nvSpPr>
            <p:cNvPr id="1330" name="Google Shape;1330;p103"/>
            <p:cNvSpPr/>
            <p:nvPr/>
          </p:nvSpPr>
          <p:spPr>
            <a:xfrm>
              <a:off x="394916" y="2088866"/>
              <a:ext cx="1025400" cy="6264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500">
                  <a:solidFill>
                    <a:schemeClr val="dk1"/>
                  </a:solidFill>
                  <a:latin typeface="Sora ExtraBold"/>
                  <a:ea typeface="Sora ExtraBold"/>
                  <a:cs typeface="Sora ExtraBold"/>
                  <a:sym typeface="Sora ExtraBold"/>
                </a:rPr>
                <a:t>26</a:t>
              </a:r>
              <a:endParaRPr sz="2500">
                <a:solidFill>
                  <a:schemeClr val="dk1"/>
                </a:solidFill>
                <a:latin typeface="Sora ExtraBold"/>
                <a:ea typeface="Sora ExtraBold"/>
                <a:cs typeface="Sora ExtraBold"/>
                <a:sym typeface="Sora ExtraBold"/>
              </a:endParaRPr>
            </a:p>
          </p:txBody>
        </p:sp>
        <p:sp>
          <p:nvSpPr>
            <p:cNvPr id="1331" name="Google Shape;1331;p103"/>
            <p:cNvSpPr/>
            <p:nvPr/>
          </p:nvSpPr>
          <p:spPr>
            <a:xfrm>
              <a:off x="394916" y="1771223"/>
              <a:ext cx="1025400" cy="2817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solidFill>
                    <a:schemeClr val="dk1"/>
                  </a:solidFill>
                  <a:latin typeface="Sora"/>
                  <a:ea typeface="Sora"/>
                  <a:cs typeface="Sora"/>
                  <a:sym typeface="Sora"/>
                </a:rPr>
                <a:t>Users</a:t>
              </a:r>
              <a:endParaRPr b="1" sz="1300">
                <a:solidFill>
                  <a:schemeClr val="dk1"/>
                </a:solidFill>
                <a:latin typeface="Sora"/>
                <a:ea typeface="Sora"/>
                <a:cs typeface="Sora"/>
                <a:sym typeface="Sora"/>
              </a:endParaRPr>
            </a:p>
          </p:txBody>
        </p:sp>
      </p:grpSp>
      <p:grpSp>
        <p:nvGrpSpPr>
          <p:cNvPr id="1332" name="Google Shape;1332;p103"/>
          <p:cNvGrpSpPr/>
          <p:nvPr/>
        </p:nvGrpSpPr>
        <p:grpSpPr>
          <a:xfrm>
            <a:off x="689597" y="2519509"/>
            <a:ext cx="1025400" cy="944042"/>
            <a:chOff x="394916" y="3026299"/>
            <a:chExt cx="1025400" cy="944042"/>
          </a:xfrm>
        </p:grpSpPr>
        <p:sp>
          <p:nvSpPr>
            <p:cNvPr id="1333" name="Google Shape;1333;p103"/>
            <p:cNvSpPr/>
            <p:nvPr/>
          </p:nvSpPr>
          <p:spPr>
            <a:xfrm>
              <a:off x="394916" y="3343942"/>
              <a:ext cx="1025400" cy="6264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500">
                  <a:solidFill>
                    <a:schemeClr val="dk1"/>
                  </a:solidFill>
                  <a:latin typeface="Sora ExtraBold"/>
                  <a:ea typeface="Sora ExtraBold"/>
                  <a:cs typeface="Sora ExtraBold"/>
                  <a:sym typeface="Sora ExtraBold"/>
                </a:rPr>
                <a:t>54</a:t>
              </a:r>
              <a:endParaRPr sz="2500">
                <a:solidFill>
                  <a:schemeClr val="dk1"/>
                </a:solidFill>
                <a:latin typeface="Sora ExtraBold"/>
                <a:ea typeface="Sora ExtraBold"/>
                <a:cs typeface="Sora ExtraBold"/>
                <a:sym typeface="Sora ExtraBold"/>
              </a:endParaRPr>
            </a:p>
          </p:txBody>
        </p:sp>
        <p:sp>
          <p:nvSpPr>
            <p:cNvPr id="1334" name="Google Shape;1334;p103"/>
            <p:cNvSpPr/>
            <p:nvPr/>
          </p:nvSpPr>
          <p:spPr>
            <a:xfrm>
              <a:off x="394916" y="3026299"/>
              <a:ext cx="1025400" cy="281700"/>
            </a:xfrm>
            <a:prstGeom prst="rect">
              <a:avLst/>
            </a:prstGeom>
            <a:solidFill>
              <a:schemeClr val="accent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solidFill>
                    <a:schemeClr val="dk1"/>
                  </a:solidFill>
                  <a:latin typeface="Sora"/>
                  <a:ea typeface="Sora"/>
                  <a:cs typeface="Sora"/>
                  <a:sym typeface="Sora"/>
                </a:rPr>
                <a:t>Entries</a:t>
              </a:r>
              <a:endParaRPr b="1" sz="1300">
                <a:solidFill>
                  <a:schemeClr val="dk1"/>
                </a:solidFill>
                <a:latin typeface="Sora"/>
                <a:ea typeface="Sora"/>
                <a:cs typeface="Sora"/>
                <a:sym typeface="Sora"/>
              </a:endParaRPr>
            </a:p>
          </p:txBody>
        </p:sp>
      </p:grpSp>
      <p:grpSp>
        <p:nvGrpSpPr>
          <p:cNvPr id="1335" name="Google Shape;1335;p103"/>
          <p:cNvGrpSpPr/>
          <p:nvPr/>
        </p:nvGrpSpPr>
        <p:grpSpPr>
          <a:xfrm>
            <a:off x="689606" y="3573670"/>
            <a:ext cx="1025400" cy="944042"/>
            <a:chOff x="1510575" y="2405689"/>
            <a:chExt cx="1025400" cy="944042"/>
          </a:xfrm>
        </p:grpSpPr>
        <p:sp>
          <p:nvSpPr>
            <p:cNvPr id="1336" name="Google Shape;1336;p103"/>
            <p:cNvSpPr/>
            <p:nvPr/>
          </p:nvSpPr>
          <p:spPr>
            <a:xfrm>
              <a:off x="1510575" y="2723331"/>
              <a:ext cx="1025400" cy="6264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2500">
                  <a:solidFill>
                    <a:schemeClr val="dk1"/>
                  </a:solidFill>
                  <a:latin typeface="Sora ExtraBold"/>
                  <a:ea typeface="Sora ExtraBold"/>
                  <a:cs typeface="Sora ExtraBold"/>
                  <a:sym typeface="Sora ExtraBold"/>
                </a:rPr>
                <a:t>29</a:t>
              </a:r>
              <a:endParaRPr sz="2500">
                <a:solidFill>
                  <a:schemeClr val="dk1"/>
                </a:solidFill>
                <a:latin typeface="Sora ExtraBold"/>
                <a:ea typeface="Sora ExtraBold"/>
                <a:cs typeface="Sora ExtraBold"/>
                <a:sym typeface="Sora ExtraBold"/>
              </a:endParaRPr>
            </a:p>
          </p:txBody>
        </p:sp>
        <p:sp>
          <p:nvSpPr>
            <p:cNvPr id="1337" name="Google Shape;1337;p103"/>
            <p:cNvSpPr/>
            <p:nvPr/>
          </p:nvSpPr>
          <p:spPr>
            <a:xfrm>
              <a:off x="1510575" y="2405689"/>
              <a:ext cx="1025400" cy="2817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300">
                  <a:solidFill>
                    <a:schemeClr val="dk1"/>
                  </a:solidFill>
                  <a:latin typeface="Sora"/>
                  <a:ea typeface="Sora"/>
                  <a:cs typeface="Sora"/>
                  <a:sym typeface="Sora"/>
                </a:rPr>
                <a:t>Feedback</a:t>
              </a:r>
              <a:endParaRPr b="1" sz="1300">
                <a:solidFill>
                  <a:schemeClr val="dk1"/>
                </a:solidFill>
                <a:latin typeface="Sora"/>
                <a:ea typeface="Sora"/>
                <a:cs typeface="Sora"/>
                <a:sym typeface="Sora"/>
              </a:endParaRPr>
            </a:p>
          </p:txBody>
        </p:sp>
      </p:grpSp>
      <p:sp>
        <p:nvSpPr>
          <p:cNvPr id="1338" name="Google Shape;1338;p103"/>
          <p:cNvSpPr/>
          <p:nvPr/>
        </p:nvSpPr>
        <p:spPr>
          <a:xfrm>
            <a:off x="3567294" y="2796723"/>
            <a:ext cx="1591200" cy="821400"/>
          </a:xfrm>
          <a:prstGeom prst="rect">
            <a:avLst/>
          </a:pr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000">
              <a:solidFill>
                <a:schemeClr val="dk1"/>
              </a:solidFill>
              <a:latin typeface="Sora ExtraBold"/>
              <a:ea typeface="Sora ExtraBold"/>
              <a:cs typeface="Sora ExtraBold"/>
              <a:sym typeface="Sora ExtraBold"/>
            </a:endParaRPr>
          </a:p>
        </p:txBody>
      </p:sp>
      <p:sp>
        <p:nvSpPr>
          <p:cNvPr id="1339" name="Google Shape;1339;p103"/>
          <p:cNvSpPr txBox="1"/>
          <p:nvPr/>
        </p:nvSpPr>
        <p:spPr>
          <a:xfrm>
            <a:off x="3529094" y="2796698"/>
            <a:ext cx="1675500" cy="492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chemeClr val="accent4"/>
                </a:solidFill>
                <a:latin typeface="Sora Light"/>
                <a:ea typeface="Sora Light"/>
                <a:cs typeface="Sora Light"/>
                <a:sym typeface="Sora Light"/>
              </a:rPr>
              <a:t>Avg. Number of AI Exchanges per Session</a:t>
            </a:r>
            <a:endParaRPr sz="1000">
              <a:solidFill>
                <a:schemeClr val="accent4"/>
              </a:solidFill>
              <a:latin typeface="Sora Light"/>
              <a:ea typeface="Sora Light"/>
              <a:cs typeface="Sora Light"/>
              <a:sym typeface="Sora Light"/>
            </a:endParaRPr>
          </a:p>
        </p:txBody>
      </p:sp>
      <p:sp>
        <p:nvSpPr>
          <p:cNvPr id="1340" name="Google Shape;1340;p103"/>
          <p:cNvSpPr txBox="1"/>
          <p:nvPr/>
        </p:nvSpPr>
        <p:spPr>
          <a:xfrm>
            <a:off x="3630632" y="3165305"/>
            <a:ext cx="14724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800">
                <a:solidFill>
                  <a:schemeClr val="accent4"/>
                </a:solidFill>
                <a:latin typeface="Sora"/>
                <a:ea typeface="Sora"/>
                <a:cs typeface="Sora"/>
                <a:sym typeface="Sora"/>
              </a:rPr>
              <a:t>2.9</a:t>
            </a:r>
            <a:r>
              <a:rPr b="1" lang="en" sz="1800">
                <a:solidFill>
                  <a:schemeClr val="accent4"/>
                </a:solidFill>
                <a:latin typeface="Sora"/>
                <a:ea typeface="Sora"/>
                <a:cs typeface="Sora"/>
                <a:sym typeface="Sora"/>
              </a:rPr>
              <a:t> turns</a:t>
            </a:r>
            <a:endParaRPr b="1" sz="1800">
              <a:solidFill>
                <a:schemeClr val="accent4"/>
              </a:solidFill>
              <a:latin typeface="Sora"/>
              <a:ea typeface="Sora"/>
              <a:cs typeface="Sora"/>
              <a:sym typeface="Sora"/>
            </a:endParaRPr>
          </a:p>
        </p:txBody>
      </p:sp>
      <p:sp>
        <p:nvSpPr>
          <p:cNvPr id="1341" name="Google Shape;1341;p103"/>
          <p:cNvSpPr/>
          <p:nvPr/>
        </p:nvSpPr>
        <p:spPr>
          <a:xfrm>
            <a:off x="5268801" y="2796698"/>
            <a:ext cx="1591200" cy="821400"/>
          </a:xfrm>
          <a:prstGeom prst="rect">
            <a:avLst/>
          </a:prstGeom>
          <a:solidFill>
            <a:schemeClr val="accent3"/>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000">
              <a:solidFill>
                <a:schemeClr val="dk1"/>
              </a:solidFill>
              <a:latin typeface="Sora ExtraBold"/>
              <a:ea typeface="Sora ExtraBold"/>
              <a:cs typeface="Sora ExtraBold"/>
              <a:sym typeface="Sora ExtraBold"/>
            </a:endParaRPr>
          </a:p>
        </p:txBody>
      </p:sp>
      <p:sp>
        <p:nvSpPr>
          <p:cNvPr id="1342" name="Google Shape;1342;p103"/>
          <p:cNvSpPr txBox="1"/>
          <p:nvPr/>
        </p:nvSpPr>
        <p:spPr>
          <a:xfrm>
            <a:off x="5406032" y="2843481"/>
            <a:ext cx="1324800" cy="338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000">
                <a:solidFill>
                  <a:schemeClr val="accent4"/>
                </a:solidFill>
                <a:latin typeface="Sora Light"/>
                <a:ea typeface="Sora Light"/>
                <a:cs typeface="Sora Light"/>
                <a:sym typeface="Sora Light"/>
              </a:rPr>
              <a:t>Avg. Entry Length</a:t>
            </a:r>
            <a:endParaRPr sz="1000">
              <a:solidFill>
                <a:schemeClr val="accent4"/>
              </a:solidFill>
              <a:latin typeface="Sora Light"/>
              <a:ea typeface="Sora Light"/>
              <a:cs typeface="Sora Light"/>
              <a:sym typeface="Sora Light"/>
            </a:endParaRPr>
          </a:p>
        </p:txBody>
      </p:sp>
      <p:sp>
        <p:nvSpPr>
          <p:cNvPr id="1343" name="Google Shape;1343;p103"/>
          <p:cNvSpPr txBox="1"/>
          <p:nvPr/>
        </p:nvSpPr>
        <p:spPr>
          <a:xfrm>
            <a:off x="5304632" y="3127589"/>
            <a:ext cx="15276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800">
                <a:solidFill>
                  <a:schemeClr val="accent4"/>
                </a:solidFill>
                <a:latin typeface="Sora"/>
                <a:ea typeface="Sora"/>
                <a:cs typeface="Sora"/>
                <a:sym typeface="Sora"/>
              </a:rPr>
              <a:t>302 chars</a:t>
            </a:r>
            <a:endParaRPr b="1" sz="1800">
              <a:solidFill>
                <a:schemeClr val="accent4"/>
              </a:solidFill>
              <a:latin typeface="Sora"/>
              <a:ea typeface="Sora"/>
              <a:cs typeface="Sora"/>
              <a:sym typeface="Sora"/>
            </a:endParaRPr>
          </a:p>
        </p:txBody>
      </p:sp>
      <p:sp>
        <p:nvSpPr>
          <p:cNvPr id="1344" name="Google Shape;1344;p103"/>
          <p:cNvSpPr/>
          <p:nvPr/>
        </p:nvSpPr>
        <p:spPr>
          <a:xfrm>
            <a:off x="2000250" y="1465798"/>
            <a:ext cx="2042400" cy="11577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000">
              <a:solidFill>
                <a:schemeClr val="dk1"/>
              </a:solidFill>
              <a:latin typeface="Sora ExtraBold"/>
              <a:ea typeface="Sora ExtraBold"/>
              <a:cs typeface="Sora ExtraBold"/>
              <a:sym typeface="Sora ExtraBold"/>
            </a:endParaRPr>
          </a:p>
        </p:txBody>
      </p:sp>
      <p:sp>
        <p:nvSpPr>
          <p:cNvPr id="1345" name="Google Shape;1345;p103"/>
          <p:cNvSpPr/>
          <p:nvPr/>
        </p:nvSpPr>
        <p:spPr>
          <a:xfrm>
            <a:off x="4164098" y="1465798"/>
            <a:ext cx="2042400" cy="11577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000">
              <a:solidFill>
                <a:schemeClr val="dk1"/>
              </a:solidFill>
              <a:latin typeface="Sora ExtraBold"/>
              <a:ea typeface="Sora ExtraBold"/>
              <a:cs typeface="Sora ExtraBold"/>
              <a:sym typeface="Sora ExtraBold"/>
            </a:endParaRPr>
          </a:p>
        </p:txBody>
      </p:sp>
      <p:sp>
        <p:nvSpPr>
          <p:cNvPr id="1346" name="Google Shape;1346;p103"/>
          <p:cNvSpPr/>
          <p:nvPr/>
        </p:nvSpPr>
        <p:spPr>
          <a:xfrm>
            <a:off x="6327947" y="1465798"/>
            <a:ext cx="2042400" cy="1157700"/>
          </a:xfrm>
          <a:prstGeom prst="rect">
            <a:avLst/>
          </a:prstGeom>
          <a:solidFill>
            <a:schemeClr val="accen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2000">
              <a:solidFill>
                <a:schemeClr val="dk1"/>
              </a:solidFill>
              <a:latin typeface="Sora ExtraBold"/>
              <a:ea typeface="Sora ExtraBold"/>
              <a:cs typeface="Sora ExtraBold"/>
              <a:sym typeface="Sora ExtraBold"/>
            </a:endParaRPr>
          </a:p>
        </p:txBody>
      </p:sp>
      <p:sp>
        <p:nvSpPr>
          <p:cNvPr id="1347" name="Google Shape;1347;p103"/>
          <p:cNvSpPr txBox="1"/>
          <p:nvPr/>
        </p:nvSpPr>
        <p:spPr>
          <a:xfrm>
            <a:off x="2090006" y="3712179"/>
            <a:ext cx="5268000" cy="811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300">
                <a:solidFill>
                  <a:schemeClr val="dk1"/>
                </a:solidFill>
                <a:latin typeface="Sora"/>
                <a:ea typeface="Sora"/>
                <a:cs typeface="Sora"/>
                <a:sym typeface="Sora"/>
              </a:rPr>
              <a:t>Key Learnings:</a:t>
            </a:r>
            <a:endParaRPr sz="1200">
              <a:solidFill>
                <a:schemeClr val="dk1"/>
              </a:solidFill>
              <a:latin typeface="Sora Light"/>
              <a:ea typeface="Sora Light"/>
              <a:cs typeface="Sora Light"/>
              <a:sym typeface="Sora Light"/>
            </a:endParaRPr>
          </a:p>
          <a:p>
            <a:pPr indent="-304800" lvl="0" marL="457200" rtl="0" algn="l">
              <a:lnSpc>
                <a:spcPct val="115000"/>
              </a:lnSpc>
              <a:spcBef>
                <a:spcPts val="0"/>
              </a:spcBef>
              <a:spcAft>
                <a:spcPts val="0"/>
              </a:spcAft>
              <a:buClr>
                <a:schemeClr val="dk1"/>
              </a:buClr>
              <a:buSzPts val="1200"/>
              <a:buFont typeface="Sora"/>
              <a:buChar char="●"/>
            </a:pPr>
            <a:r>
              <a:rPr lang="en" sz="1200">
                <a:solidFill>
                  <a:schemeClr val="dk1"/>
                </a:solidFill>
                <a:latin typeface="Sora"/>
                <a:ea typeface="Sora"/>
                <a:cs typeface="Sora"/>
                <a:sym typeface="Sora"/>
              </a:rPr>
              <a:t>Users find the app </a:t>
            </a:r>
            <a:r>
              <a:rPr lang="en" sz="1200">
                <a:solidFill>
                  <a:schemeClr val="dk1"/>
                </a:solidFill>
                <a:latin typeface="Sora"/>
                <a:ea typeface="Sora"/>
                <a:cs typeface="Sora"/>
                <a:sym typeface="Sora"/>
              </a:rPr>
              <a:t>easy</a:t>
            </a:r>
            <a:r>
              <a:rPr lang="en" sz="1200">
                <a:solidFill>
                  <a:schemeClr val="dk1"/>
                </a:solidFill>
                <a:latin typeface="Sora"/>
                <a:ea typeface="Sora"/>
                <a:cs typeface="Sora"/>
                <a:sym typeface="Sora"/>
              </a:rPr>
              <a:t> to use, AI asks good questions</a:t>
            </a:r>
            <a:endParaRPr sz="1200">
              <a:solidFill>
                <a:schemeClr val="dk1"/>
              </a:solidFill>
              <a:latin typeface="Sora"/>
              <a:ea typeface="Sora"/>
              <a:cs typeface="Sora"/>
              <a:sym typeface="Sora"/>
            </a:endParaRPr>
          </a:p>
          <a:p>
            <a:pPr indent="-304800" lvl="0" marL="457200" rtl="0" algn="l">
              <a:lnSpc>
                <a:spcPct val="115000"/>
              </a:lnSpc>
              <a:spcBef>
                <a:spcPts val="0"/>
              </a:spcBef>
              <a:spcAft>
                <a:spcPts val="0"/>
              </a:spcAft>
              <a:buClr>
                <a:schemeClr val="dk1"/>
              </a:buClr>
              <a:buSzPts val="1200"/>
              <a:buFont typeface="Sora"/>
              <a:buChar char="●"/>
            </a:pPr>
            <a:r>
              <a:rPr lang="en" sz="1200">
                <a:solidFill>
                  <a:schemeClr val="dk1"/>
                </a:solidFill>
                <a:latin typeface="Sora"/>
                <a:ea typeface="Sora"/>
                <a:cs typeface="Sora"/>
                <a:sym typeface="Sora"/>
              </a:rPr>
              <a:t>A gap between user expectations and app functionality</a:t>
            </a:r>
            <a:endParaRPr sz="1200">
              <a:solidFill>
                <a:schemeClr val="dk1"/>
              </a:solidFill>
              <a:latin typeface="Sora"/>
              <a:ea typeface="Sora"/>
              <a:cs typeface="Sora"/>
              <a:sym typeface="Sora"/>
            </a:endParaRPr>
          </a:p>
        </p:txBody>
      </p:sp>
      <p:sp>
        <p:nvSpPr>
          <p:cNvPr id="1348" name="Google Shape;1348;p103"/>
          <p:cNvSpPr txBox="1"/>
          <p:nvPr/>
        </p:nvSpPr>
        <p:spPr>
          <a:xfrm>
            <a:off x="2000250" y="1465798"/>
            <a:ext cx="20424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solidFill>
                  <a:schemeClr val="dk1"/>
                </a:solidFill>
                <a:latin typeface="Sora Light"/>
                <a:ea typeface="Sora Light"/>
                <a:cs typeface="Sora Light"/>
                <a:sym typeface="Sora Light"/>
              </a:rPr>
              <a:t>How emotionally supportive and helpful was this session?</a:t>
            </a:r>
            <a:endParaRPr sz="900">
              <a:solidFill>
                <a:schemeClr val="dk1"/>
              </a:solidFill>
              <a:latin typeface="Sora Light"/>
              <a:ea typeface="Sora Light"/>
              <a:cs typeface="Sora Light"/>
              <a:sym typeface="Sora Light"/>
            </a:endParaRPr>
          </a:p>
        </p:txBody>
      </p:sp>
      <p:sp>
        <p:nvSpPr>
          <p:cNvPr id="1349" name="Google Shape;1349;p103"/>
          <p:cNvSpPr txBox="1"/>
          <p:nvPr/>
        </p:nvSpPr>
        <p:spPr>
          <a:xfrm>
            <a:off x="2000250" y="1836223"/>
            <a:ext cx="2042400" cy="307800"/>
          </a:xfrm>
          <a:prstGeom prst="rect">
            <a:avLst/>
          </a:prstGeom>
          <a:noFill/>
          <a:ln>
            <a:noFill/>
          </a:ln>
        </p:spPr>
        <p:txBody>
          <a:bodyPr anchorCtr="0" anchor="t" bIns="91425" lIns="91425" spcFirstLastPara="1" rIns="91425" wrap="square" tIns="91425">
            <a:spAutoFit/>
          </a:bodyPr>
          <a:lstStyle/>
          <a:p>
            <a:pPr indent="0" lvl="0" marL="0" rtl="0" algn="ctr">
              <a:lnSpc>
                <a:spcPct val="150000"/>
              </a:lnSpc>
              <a:spcBef>
                <a:spcPts val="0"/>
              </a:spcBef>
              <a:spcAft>
                <a:spcPts val="0"/>
              </a:spcAft>
              <a:buNone/>
            </a:pPr>
            <a:r>
              <a:rPr lang="en" sz="800">
                <a:solidFill>
                  <a:schemeClr val="dk1"/>
                </a:solidFill>
                <a:latin typeface="Sora Light"/>
                <a:ea typeface="Sora Light"/>
                <a:cs typeface="Sora Light"/>
                <a:sym typeface="Sora Light"/>
              </a:rPr>
              <a:t>1 = Not at all	5 = Extremely </a:t>
            </a:r>
            <a:endParaRPr sz="800">
              <a:solidFill>
                <a:schemeClr val="dk1"/>
              </a:solidFill>
              <a:latin typeface="Sora Light"/>
              <a:ea typeface="Sora Light"/>
              <a:cs typeface="Sora Light"/>
              <a:sym typeface="Sora Light"/>
            </a:endParaRPr>
          </a:p>
        </p:txBody>
      </p:sp>
      <p:sp>
        <p:nvSpPr>
          <p:cNvPr id="1350" name="Google Shape;1350;p103"/>
          <p:cNvSpPr txBox="1"/>
          <p:nvPr/>
        </p:nvSpPr>
        <p:spPr>
          <a:xfrm>
            <a:off x="2716200" y="2137870"/>
            <a:ext cx="6105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800">
                <a:solidFill>
                  <a:schemeClr val="dk2"/>
                </a:solidFill>
                <a:latin typeface="Sora"/>
                <a:ea typeface="Sora"/>
                <a:cs typeface="Sora"/>
                <a:sym typeface="Sora"/>
              </a:rPr>
              <a:t>3.8</a:t>
            </a:r>
            <a:endParaRPr b="1" sz="1800">
              <a:solidFill>
                <a:schemeClr val="dk2"/>
              </a:solidFill>
              <a:latin typeface="Sora"/>
              <a:ea typeface="Sora"/>
              <a:cs typeface="Sora"/>
              <a:sym typeface="Sora"/>
            </a:endParaRPr>
          </a:p>
        </p:txBody>
      </p:sp>
      <p:sp>
        <p:nvSpPr>
          <p:cNvPr id="1351" name="Google Shape;1351;p103"/>
          <p:cNvSpPr txBox="1"/>
          <p:nvPr/>
        </p:nvSpPr>
        <p:spPr>
          <a:xfrm>
            <a:off x="4199150" y="1465798"/>
            <a:ext cx="1990800" cy="600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solidFill>
                  <a:schemeClr val="dk1"/>
                </a:solidFill>
                <a:latin typeface="Sora Light"/>
                <a:ea typeface="Sora Light"/>
                <a:cs typeface="Sora Light"/>
                <a:sym typeface="Sora Light"/>
              </a:rPr>
              <a:t>How well did this session help you reflect on your thoughts or feelings?</a:t>
            </a:r>
            <a:endParaRPr sz="900">
              <a:solidFill>
                <a:schemeClr val="dk1"/>
              </a:solidFill>
              <a:latin typeface="Sora Light"/>
              <a:ea typeface="Sora Light"/>
              <a:cs typeface="Sora Light"/>
              <a:sym typeface="Sora Light"/>
            </a:endParaRPr>
          </a:p>
        </p:txBody>
      </p:sp>
      <p:sp>
        <p:nvSpPr>
          <p:cNvPr id="1352" name="Google Shape;1352;p103"/>
          <p:cNvSpPr txBox="1"/>
          <p:nvPr/>
        </p:nvSpPr>
        <p:spPr>
          <a:xfrm>
            <a:off x="4164100" y="1931623"/>
            <a:ext cx="2042400" cy="307800"/>
          </a:xfrm>
          <a:prstGeom prst="rect">
            <a:avLst/>
          </a:prstGeom>
          <a:noFill/>
          <a:ln>
            <a:noFill/>
          </a:ln>
        </p:spPr>
        <p:txBody>
          <a:bodyPr anchorCtr="0" anchor="t" bIns="91425" lIns="91425" spcFirstLastPara="1" rIns="91425" wrap="square" tIns="91425">
            <a:spAutoFit/>
          </a:bodyPr>
          <a:lstStyle/>
          <a:p>
            <a:pPr indent="0" lvl="0" marL="0" rtl="0" algn="ctr">
              <a:lnSpc>
                <a:spcPct val="150000"/>
              </a:lnSpc>
              <a:spcBef>
                <a:spcPts val="0"/>
              </a:spcBef>
              <a:spcAft>
                <a:spcPts val="0"/>
              </a:spcAft>
              <a:buNone/>
            </a:pPr>
            <a:r>
              <a:rPr lang="en" sz="800">
                <a:solidFill>
                  <a:schemeClr val="dk1"/>
                </a:solidFill>
                <a:latin typeface="Sora Light"/>
                <a:ea typeface="Sora Light"/>
                <a:cs typeface="Sora Light"/>
                <a:sym typeface="Sora Light"/>
              </a:rPr>
              <a:t>1 = Not at all	5 = Very Well </a:t>
            </a:r>
            <a:endParaRPr sz="800">
              <a:solidFill>
                <a:schemeClr val="dk1"/>
              </a:solidFill>
              <a:latin typeface="Sora Light"/>
              <a:ea typeface="Sora Light"/>
              <a:cs typeface="Sora Light"/>
              <a:sym typeface="Sora Light"/>
            </a:endParaRPr>
          </a:p>
        </p:txBody>
      </p:sp>
      <p:sp>
        <p:nvSpPr>
          <p:cNvPr id="1353" name="Google Shape;1353;p103"/>
          <p:cNvSpPr txBox="1"/>
          <p:nvPr/>
        </p:nvSpPr>
        <p:spPr>
          <a:xfrm>
            <a:off x="4869237" y="2137872"/>
            <a:ext cx="6105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800">
                <a:solidFill>
                  <a:schemeClr val="dk2"/>
                </a:solidFill>
                <a:latin typeface="Sora"/>
                <a:ea typeface="Sora"/>
                <a:cs typeface="Sora"/>
                <a:sym typeface="Sora"/>
              </a:rPr>
              <a:t>4</a:t>
            </a:r>
            <a:r>
              <a:rPr b="1" lang="en" sz="1800">
                <a:solidFill>
                  <a:schemeClr val="dk2"/>
                </a:solidFill>
                <a:latin typeface="Sora"/>
                <a:ea typeface="Sora"/>
                <a:cs typeface="Sora"/>
                <a:sym typeface="Sora"/>
              </a:rPr>
              <a:t>.0</a:t>
            </a:r>
            <a:endParaRPr b="1" sz="1800">
              <a:solidFill>
                <a:schemeClr val="dk2"/>
              </a:solidFill>
              <a:latin typeface="Sora"/>
              <a:ea typeface="Sora"/>
              <a:cs typeface="Sora"/>
              <a:sym typeface="Sora"/>
            </a:endParaRPr>
          </a:p>
        </p:txBody>
      </p:sp>
      <p:sp>
        <p:nvSpPr>
          <p:cNvPr id="1354" name="Google Shape;1354;p103"/>
          <p:cNvSpPr txBox="1"/>
          <p:nvPr/>
        </p:nvSpPr>
        <p:spPr>
          <a:xfrm>
            <a:off x="6327950" y="1465798"/>
            <a:ext cx="2042400" cy="600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900">
                <a:solidFill>
                  <a:schemeClr val="dk1"/>
                </a:solidFill>
                <a:latin typeface="Sora Light"/>
                <a:ea typeface="Sora Light"/>
                <a:cs typeface="Sora Light"/>
                <a:sym typeface="Sora Light"/>
              </a:rPr>
              <a:t>What could have made this session more helpful or relevant?</a:t>
            </a:r>
            <a:endParaRPr sz="900">
              <a:solidFill>
                <a:schemeClr val="dk1"/>
              </a:solidFill>
              <a:latin typeface="Sora Light"/>
              <a:ea typeface="Sora Light"/>
              <a:cs typeface="Sora Light"/>
              <a:sym typeface="Sora Light"/>
            </a:endParaRPr>
          </a:p>
        </p:txBody>
      </p:sp>
      <p:sp>
        <p:nvSpPr>
          <p:cNvPr id="1355" name="Google Shape;1355;p103"/>
          <p:cNvSpPr txBox="1"/>
          <p:nvPr/>
        </p:nvSpPr>
        <p:spPr>
          <a:xfrm>
            <a:off x="6267050" y="1977223"/>
            <a:ext cx="2164200" cy="5910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 sz="800">
                <a:solidFill>
                  <a:schemeClr val="dk2"/>
                </a:solidFill>
                <a:latin typeface="Sora"/>
                <a:ea typeface="Sora"/>
                <a:cs typeface="Sora"/>
                <a:sym typeface="Sora"/>
              </a:rPr>
              <a:t>“</a:t>
            </a:r>
            <a:r>
              <a:rPr b="1" lang="en" sz="800">
                <a:solidFill>
                  <a:schemeClr val="dk2"/>
                </a:solidFill>
                <a:latin typeface="Sora"/>
                <a:ea typeface="Sora"/>
                <a:cs typeface="Sora"/>
                <a:sym typeface="Sora"/>
              </a:rPr>
              <a:t>Replies were c</a:t>
            </a:r>
            <a:r>
              <a:rPr b="1" lang="en" sz="800">
                <a:solidFill>
                  <a:schemeClr val="dk2"/>
                </a:solidFill>
                <a:latin typeface="Sora"/>
                <a:ea typeface="Sora"/>
                <a:cs typeface="Sora"/>
                <a:sym typeface="Sora"/>
              </a:rPr>
              <a:t>onsistent and polite”</a:t>
            </a:r>
            <a:endParaRPr b="1" sz="800">
              <a:solidFill>
                <a:schemeClr val="dk2"/>
              </a:solidFill>
              <a:latin typeface="Sora"/>
              <a:ea typeface="Sora"/>
              <a:cs typeface="Sora"/>
              <a:sym typeface="Sora"/>
            </a:endParaRPr>
          </a:p>
          <a:p>
            <a:pPr indent="0" lvl="0" marL="0" rtl="0" algn="ctr">
              <a:lnSpc>
                <a:spcPct val="115000"/>
              </a:lnSpc>
              <a:spcBef>
                <a:spcPts val="0"/>
              </a:spcBef>
              <a:spcAft>
                <a:spcPts val="0"/>
              </a:spcAft>
              <a:buNone/>
            </a:pPr>
            <a:r>
              <a:rPr b="1" lang="en" sz="800">
                <a:solidFill>
                  <a:schemeClr val="dk2"/>
                </a:solidFill>
                <a:latin typeface="Sora"/>
                <a:ea typeface="Sora"/>
                <a:cs typeface="Sora"/>
                <a:sym typeface="Sora"/>
              </a:rPr>
              <a:t>“Feels like it would’ve just continued to ask questions forever”</a:t>
            </a:r>
            <a:endParaRPr b="1" sz="800">
              <a:solidFill>
                <a:schemeClr val="dk2"/>
              </a:solidFill>
              <a:latin typeface="Sora"/>
              <a:ea typeface="Sora"/>
              <a:cs typeface="Sora"/>
              <a:sym typeface="Sora"/>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4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5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5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5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9" name="Shape 1359"/>
        <p:cNvGrpSpPr/>
        <p:nvPr/>
      </p:nvGrpSpPr>
      <p:grpSpPr>
        <a:xfrm>
          <a:off x="0" y="0"/>
          <a:ext cx="0" cy="0"/>
          <a:chOff x="0" y="0"/>
          <a:chExt cx="0" cy="0"/>
        </a:xfrm>
      </p:grpSpPr>
      <p:sp>
        <p:nvSpPr>
          <p:cNvPr id="1360" name="Google Shape;1360;p10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K</a:t>
            </a:r>
            <a:r>
              <a:rPr lang="en"/>
              <a:t>ey Technical Takeaways </a:t>
            </a:r>
            <a:endParaRPr/>
          </a:p>
        </p:txBody>
      </p:sp>
      <p:sp>
        <p:nvSpPr>
          <p:cNvPr id="1361" name="Google Shape;1361;p104"/>
          <p:cNvSpPr txBox="1"/>
          <p:nvPr>
            <p:ph idx="1" type="body"/>
          </p:nvPr>
        </p:nvSpPr>
        <p:spPr>
          <a:xfrm>
            <a:off x="720000" y="1073125"/>
            <a:ext cx="7704000" cy="1498500"/>
          </a:xfrm>
          <a:prstGeom prst="rect">
            <a:avLst/>
          </a:prstGeom>
        </p:spPr>
        <p:txBody>
          <a:bodyPr anchorCtr="0" anchor="t" bIns="91425" lIns="91425" spcFirstLastPara="1" rIns="91425" wrap="square" tIns="91425">
            <a:noAutofit/>
          </a:bodyPr>
          <a:lstStyle/>
          <a:p>
            <a:pPr indent="-304800" lvl="0" marL="457200" rtl="0" algn="l">
              <a:lnSpc>
                <a:spcPct val="150000"/>
              </a:lnSpc>
              <a:spcBef>
                <a:spcPts val="0"/>
              </a:spcBef>
              <a:spcAft>
                <a:spcPts val="0"/>
              </a:spcAft>
              <a:buSzPts val="1200"/>
              <a:buFont typeface="Sora"/>
              <a:buChar char="●"/>
            </a:pPr>
            <a:r>
              <a:rPr b="1" lang="en" sz="1200">
                <a:latin typeface="Sora"/>
                <a:ea typeface="Sora"/>
                <a:cs typeface="Sora"/>
                <a:sym typeface="Sora"/>
              </a:rPr>
              <a:t>Rigid I</a:t>
            </a:r>
            <a:r>
              <a:rPr b="1" lang="en" sz="1200">
                <a:latin typeface="Sora"/>
                <a:ea typeface="Sora"/>
                <a:cs typeface="Sora"/>
                <a:sym typeface="Sora"/>
              </a:rPr>
              <a:t>nput Schema</a:t>
            </a:r>
            <a:endParaRPr b="1" sz="1200">
              <a:latin typeface="Sora"/>
              <a:ea typeface="Sora"/>
              <a:cs typeface="Sora"/>
              <a:sym typeface="Sora"/>
            </a:endParaRPr>
          </a:p>
          <a:p>
            <a:pPr indent="-304800" lvl="1" marL="914400" rtl="0" algn="l">
              <a:lnSpc>
                <a:spcPct val="150000"/>
              </a:lnSpc>
              <a:spcBef>
                <a:spcPts val="0"/>
              </a:spcBef>
              <a:spcAft>
                <a:spcPts val="0"/>
              </a:spcAft>
              <a:buSzPts val="1200"/>
              <a:buFont typeface="Sora Light"/>
              <a:buChar char="○"/>
            </a:pPr>
            <a:r>
              <a:rPr lang="en" sz="1200">
                <a:latin typeface="Sora"/>
                <a:ea typeface="Sora"/>
                <a:cs typeface="Sora"/>
                <a:sym typeface="Sora"/>
              </a:rPr>
              <a:t>Helps a</a:t>
            </a:r>
            <a:r>
              <a:rPr lang="en" sz="1200">
                <a:latin typeface="Sora"/>
                <a:ea typeface="Sora"/>
                <a:cs typeface="Sora"/>
                <a:sym typeface="Sora"/>
              </a:rPr>
              <a:t>void hallucinations; Properly organize info in large prompts</a:t>
            </a:r>
            <a:endParaRPr sz="1200">
              <a:latin typeface="Sora"/>
              <a:ea typeface="Sora"/>
              <a:cs typeface="Sora"/>
              <a:sym typeface="Sora"/>
            </a:endParaRPr>
          </a:p>
          <a:p>
            <a:pPr indent="-304800" lvl="0" marL="457200" rtl="0" algn="l">
              <a:lnSpc>
                <a:spcPct val="150000"/>
              </a:lnSpc>
              <a:spcBef>
                <a:spcPts val="0"/>
              </a:spcBef>
              <a:spcAft>
                <a:spcPts val="0"/>
              </a:spcAft>
              <a:buSzPts val="1200"/>
              <a:buFont typeface="Sora"/>
              <a:buChar char="●"/>
            </a:pPr>
            <a:r>
              <a:rPr b="1" lang="en" sz="1200">
                <a:latin typeface="Sora"/>
                <a:ea typeface="Sora"/>
                <a:cs typeface="Sora"/>
                <a:sym typeface="Sora"/>
              </a:rPr>
              <a:t>RAG Document Selection</a:t>
            </a:r>
            <a:endParaRPr b="1" sz="1200">
              <a:latin typeface="Sora"/>
              <a:ea typeface="Sora"/>
              <a:cs typeface="Sora"/>
              <a:sym typeface="Sora"/>
            </a:endParaRPr>
          </a:p>
          <a:p>
            <a:pPr indent="-304800" lvl="1" marL="914400" rtl="0" algn="l">
              <a:lnSpc>
                <a:spcPct val="150000"/>
              </a:lnSpc>
              <a:spcBef>
                <a:spcPts val="0"/>
              </a:spcBef>
              <a:spcAft>
                <a:spcPts val="0"/>
              </a:spcAft>
              <a:buSzPts val="1200"/>
              <a:buFont typeface="Sora Light"/>
              <a:buChar char="○"/>
            </a:pPr>
            <a:r>
              <a:rPr lang="en" sz="1200">
                <a:latin typeface="Sora"/>
                <a:ea typeface="Sora"/>
                <a:cs typeface="Sora"/>
                <a:sym typeface="Sora"/>
              </a:rPr>
              <a:t>Perspective matters, not just general subject matter</a:t>
            </a:r>
            <a:endParaRPr sz="1200">
              <a:latin typeface="Sora"/>
              <a:ea typeface="Sora"/>
              <a:cs typeface="Sora"/>
              <a:sym typeface="Sora"/>
            </a:endParaRPr>
          </a:p>
          <a:p>
            <a:pPr indent="-304800" lvl="0" marL="457200" rtl="0" algn="l">
              <a:lnSpc>
                <a:spcPct val="150000"/>
              </a:lnSpc>
              <a:spcBef>
                <a:spcPts val="0"/>
              </a:spcBef>
              <a:spcAft>
                <a:spcPts val="0"/>
              </a:spcAft>
              <a:buSzPts val="1200"/>
              <a:buFont typeface="Sora"/>
              <a:buChar char="●"/>
            </a:pPr>
            <a:r>
              <a:rPr b="1" lang="en" sz="1200">
                <a:latin typeface="Sora"/>
                <a:ea typeface="Sora"/>
                <a:cs typeface="Sora"/>
                <a:sym typeface="Sora"/>
              </a:rPr>
              <a:t>Model Matters!</a:t>
            </a:r>
            <a:endParaRPr sz="1200">
              <a:latin typeface="Sora"/>
              <a:ea typeface="Sora"/>
              <a:cs typeface="Sora"/>
              <a:sym typeface="Sora"/>
            </a:endParaRPr>
          </a:p>
        </p:txBody>
      </p:sp>
      <p:graphicFrame>
        <p:nvGraphicFramePr>
          <p:cNvPr id="1362" name="Google Shape;1362;p104"/>
          <p:cNvGraphicFramePr/>
          <p:nvPr/>
        </p:nvGraphicFramePr>
        <p:xfrm>
          <a:off x="1201250" y="2571750"/>
          <a:ext cx="3000000" cy="3000000"/>
        </p:xfrm>
        <a:graphic>
          <a:graphicData uri="http://schemas.openxmlformats.org/drawingml/2006/table">
            <a:tbl>
              <a:tblPr>
                <a:noFill/>
                <a:tableStyleId>{0A612CCA-1D9D-4723-A9E0-462132FB22D6}</a:tableStyleId>
              </a:tblPr>
              <a:tblGrid>
                <a:gridCol w="1148000"/>
                <a:gridCol w="2383350"/>
                <a:gridCol w="3691400"/>
              </a:tblGrid>
              <a:tr h="381000">
                <a:tc>
                  <a:txBody>
                    <a:bodyPr/>
                    <a:lstStyle/>
                    <a:p>
                      <a:pPr indent="0" lvl="0" marL="0" rtl="0" algn="ctr">
                        <a:spcBef>
                          <a:spcPts val="0"/>
                        </a:spcBef>
                        <a:spcAft>
                          <a:spcPts val="0"/>
                        </a:spcAft>
                        <a:buNone/>
                      </a:pPr>
                      <a:r>
                        <a:rPr b="1" lang="en" sz="1000">
                          <a:solidFill>
                            <a:schemeClr val="lt1"/>
                          </a:solidFill>
                          <a:latin typeface="Sora"/>
                          <a:ea typeface="Sora"/>
                          <a:cs typeface="Sora"/>
                          <a:sym typeface="Sora"/>
                        </a:rPr>
                        <a:t>Model</a:t>
                      </a:r>
                      <a:endParaRPr b="1" sz="1000">
                        <a:solidFill>
                          <a:schemeClr val="lt1"/>
                        </a:solidFill>
                        <a:latin typeface="Sora"/>
                        <a:ea typeface="Sora"/>
                        <a:cs typeface="Sora"/>
                        <a:sym typeface="Sora"/>
                      </a:endParaRPr>
                    </a:p>
                  </a:txBody>
                  <a:tcPr marT="91425" marB="91425" marR="91425" marL="91425">
                    <a:solidFill>
                      <a:schemeClr val="lt2"/>
                    </a:solidFill>
                  </a:tcPr>
                </a:tc>
                <a:tc>
                  <a:txBody>
                    <a:bodyPr/>
                    <a:lstStyle/>
                    <a:p>
                      <a:pPr indent="0" lvl="0" marL="0" rtl="0" algn="ctr">
                        <a:spcBef>
                          <a:spcPts val="0"/>
                        </a:spcBef>
                        <a:spcAft>
                          <a:spcPts val="0"/>
                        </a:spcAft>
                        <a:buNone/>
                      </a:pPr>
                      <a:r>
                        <a:rPr b="1" lang="en" sz="1000">
                          <a:solidFill>
                            <a:schemeClr val="lt1"/>
                          </a:solidFill>
                          <a:latin typeface="Sora"/>
                          <a:ea typeface="Sora"/>
                          <a:cs typeface="Sora"/>
                          <a:sym typeface="Sora"/>
                        </a:rPr>
                        <a:t>Hallucination Frequency</a:t>
                      </a:r>
                      <a:endParaRPr b="1" sz="1000">
                        <a:solidFill>
                          <a:schemeClr val="lt1"/>
                        </a:solidFill>
                        <a:latin typeface="Sora"/>
                        <a:ea typeface="Sora"/>
                        <a:cs typeface="Sora"/>
                        <a:sym typeface="Sora"/>
                      </a:endParaRPr>
                    </a:p>
                  </a:txBody>
                  <a:tcPr marT="91425" marB="91425" marR="91425" marL="91425">
                    <a:solidFill>
                      <a:schemeClr val="lt2"/>
                    </a:solidFill>
                  </a:tcPr>
                </a:tc>
                <a:tc>
                  <a:txBody>
                    <a:bodyPr/>
                    <a:lstStyle/>
                    <a:p>
                      <a:pPr indent="0" lvl="0" marL="0" rtl="0" algn="ctr">
                        <a:spcBef>
                          <a:spcPts val="0"/>
                        </a:spcBef>
                        <a:spcAft>
                          <a:spcPts val="0"/>
                        </a:spcAft>
                        <a:buNone/>
                      </a:pPr>
                      <a:r>
                        <a:rPr b="1" lang="en" sz="1000">
                          <a:solidFill>
                            <a:schemeClr val="lt1"/>
                          </a:solidFill>
                          <a:latin typeface="Sora"/>
                          <a:ea typeface="Sora"/>
                          <a:cs typeface="Sora"/>
                          <a:sym typeface="Sora"/>
                        </a:rPr>
                        <a:t>Takeaways</a:t>
                      </a:r>
                      <a:endParaRPr b="1" sz="1000">
                        <a:solidFill>
                          <a:schemeClr val="lt1"/>
                        </a:solidFill>
                        <a:latin typeface="Sora"/>
                        <a:ea typeface="Sora"/>
                        <a:cs typeface="Sora"/>
                        <a:sym typeface="Sora"/>
                      </a:endParaRPr>
                    </a:p>
                  </a:txBody>
                  <a:tcPr marT="91425" marB="91425" marR="91425" marL="91425">
                    <a:solidFill>
                      <a:schemeClr val="lt2"/>
                    </a:solidFill>
                  </a:tcPr>
                </a:tc>
              </a:tr>
              <a:tr h="381000">
                <a:tc>
                  <a:txBody>
                    <a:bodyPr/>
                    <a:lstStyle/>
                    <a:p>
                      <a:pPr indent="0" lvl="0" marL="0" rtl="0" algn="l">
                        <a:spcBef>
                          <a:spcPts val="0"/>
                        </a:spcBef>
                        <a:spcAft>
                          <a:spcPts val="0"/>
                        </a:spcAft>
                        <a:buNone/>
                      </a:pPr>
                      <a:r>
                        <a:rPr lang="en" sz="900">
                          <a:latin typeface="Sora SemiBold"/>
                          <a:ea typeface="Sora SemiBold"/>
                          <a:cs typeface="Sora SemiBold"/>
                          <a:sym typeface="Sora SemiBold"/>
                        </a:rPr>
                        <a:t>Gemma 9B</a:t>
                      </a:r>
                      <a:endParaRPr sz="900">
                        <a:latin typeface="Sora SemiBold"/>
                        <a:ea typeface="Sora SemiBold"/>
                        <a:cs typeface="Sora SemiBold"/>
                        <a:sym typeface="Sora SemiBold"/>
                      </a:endParaRPr>
                    </a:p>
                  </a:txBody>
                  <a:tcPr marT="91425" marB="91425" marR="91425" marL="91425" anchor="ctr">
                    <a:solidFill>
                      <a:schemeClr val="accent2"/>
                    </a:solidFill>
                  </a:tcPr>
                </a:tc>
                <a:tc>
                  <a:txBody>
                    <a:bodyPr/>
                    <a:lstStyle/>
                    <a:p>
                      <a:pPr indent="0" lvl="0" marL="0" rtl="0" algn="l">
                        <a:spcBef>
                          <a:spcPts val="0"/>
                        </a:spcBef>
                        <a:spcAft>
                          <a:spcPts val="0"/>
                        </a:spcAft>
                        <a:buNone/>
                      </a:pPr>
                      <a:r>
                        <a:rPr lang="en" sz="900">
                          <a:latin typeface="Sora SemiBold"/>
                          <a:ea typeface="Sora SemiBold"/>
                          <a:cs typeface="Sora SemiBold"/>
                          <a:sym typeface="Sora SemiBold"/>
                        </a:rPr>
                        <a:t>Low</a:t>
                      </a:r>
                      <a:endParaRPr sz="900">
                        <a:latin typeface="Sora SemiBold"/>
                        <a:ea typeface="Sora SemiBold"/>
                        <a:cs typeface="Sora SemiBold"/>
                        <a:sym typeface="Sora SemiBold"/>
                      </a:endParaRPr>
                    </a:p>
                  </a:txBody>
                  <a:tcPr marT="91425" marB="91425" marR="91425" marL="91425" anchor="ctr">
                    <a:solidFill>
                      <a:schemeClr val="accent2"/>
                    </a:solidFill>
                  </a:tcPr>
                </a:tc>
                <a:tc>
                  <a:txBody>
                    <a:bodyPr/>
                    <a:lstStyle/>
                    <a:p>
                      <a:pPr indent="0" lvl="0" marL="0" rtl="0" algn="l">
                        <a:spcBef>
                          <a:spcPts val="0"/>
                        </a:spcBef>
                        <a:spcAft>
                          <a:spcPts val="0"/>
                        </a:spcAft>
                        <a:buNone/>
                      </a:pPr>
                      <a:r>
                        <a:rPr lang="en" sz="900">
                          <a:latin typeface="Sora SemiBold"/>
                          <a:ea typeface="Sora SemiBold"/>
                          <a:cs typeface="Sora SemiBold"/>
                          <a:sym typeface="Sora SemiBold"/>
                        </a:rPr>
                        <a:t>High quality responses ; Reliable performance</a:t>
                      </a:r>
                      <a:endParaRPr sz="900">
                        <a:latin typeface="Sora SemiBold"/>
                        <a:ea typeface="Sora SemiBold"/>
                        <a:cs typeface="Sora SemiBold"/>
                        <a:sym typeface="Sora SemiBold"/>
                      </a:endParaRPr>
                    </a:p>
                  </a:txBody>
                  <a:tcPr marT="91425" marB="91425" marR="91425" marL="91425" anchor="ctr">
                    <a:solidFill>
                      <a:schemeClr val="accent2"/>
                    </a:solidFill>
                  </a:tcPr>
                </a:tc>
              </a:tr>
              <a:tr h="381000">
                <a:tc>
                  <a:txBody>
                    <a:bodyPr/>
                    <a:lstStyle/>
                    <a:p>
                      <a:pPr indent="0" lvl="0" marL="0" rtl="0" algn="l">
                        <a:spcBef>
                          <a:spcPts val="0"/>
                        </a:spcBef>
                        <a:spcAft>
                          <a:spcPts val="0"/>
                        </a:spcAft>
                        <a:buNone/>
                      </a:pPr>
                      <a:r>
                        <a:rPr lang="en" sz="900">
                          <a:latin typeface="Sora"/>
                          <a:ea typeface="Sora"/>
                          <a:cs typeface="Sora"/>
                          <a:sym typeface="Sora"/>
                        </a:rPr>
                        <a:t>Qwen 14B</a:t>
                      </a:r>
                      <a:endParaRPr sz="900">
                        <a:latin typeface="Sora"/>
                        <a:ea typeface="Sora"/>
                        <a:cs typeface="Sora"/>
                        <a:sym typeface="Sora"/>
                      </a:endParaRPr>
                    </a:p>
                  </a:txBody>
                  <a:tcPr marT="91425" marB="91425" marR="91425" marL="91425" anchor="ctr">
                    <a:noFill/>
                  </a:tcPr>
                </a:tc>
                <a:tc>
                  <a:txBody>
                    <a:bodyPr/>
                    <a:lstStyle/>
                    <a:p>
                      <a:pPr indent="0" lvl="0" marL="0" rtl="0" algn="l">
                        <a:spcBef>
                          <a:spcPts val="0"/>
                        </a:spcBef>
                        <a:spcAft>
                          <a:spcPts val="0"/>
                        </a:spcAft>
                        <a:buNone/>
                      </a:pPr>
                      <a:r>
                        <a:rPr lang="en" sz="900">
                          <a:latin typeface="Sora"/>
                          <a:ea typeface="Sora"/>
                          <a:cs typeface="Sora"/>
                          <a:sym typeface="Sora"/>
                        </a:rPr>
                        <a:t>Low (Colab), Medium (Langchain API)</a:t>
                      </a:r>
                      <a:endParaRPr sz="900">
                        <a:latin typeface="Sora"/>
                        <a:ea typeface="Sora"/>
                        <a:cs typeface="Sora"/>
                        <a:sym typeface="Sora"/>
                      </a:endParaRPr>
                    </a:p>
                  </a:txBody>
                  <a:tcPr marT="91425" marB="91425" marR="91425" marL="91425" anchor="ctr">
                    <a:noFill/>
                  </a:tcPr>
                </a:tc>
                <a:tc>
                  <a:txBody>
                    <a:bodyPr/>
                    <a:lstStyle/>
                    <a:p>
                      <a:pPr indent="0" lvl="0" marL="0" rtl="0" algn="l">
                        <a:spcBef>
                          <a:spcPts val="0"/>
                        </a:spcBef>
                        <a:spcAft>
                          <a:spcPts val="0"/>
                        </a:spcAft>
                        <a:buNone/>
                      </a:pPr>
                      <a:r>
                        <a:rPr lang="en" sz="900">
                          <a:latin typeface="Sora"/>
                          <a:ea typeface="Sora"/>
                          <a:cs typeface="Sora"/>
                          <a:sym typeface="Sora"/>
                        </a:rPr>
                        <a:t>Best quality responses; Inconsistent performance with Langchain AI schema</a:t>
                      </a:r>
                      <a:endParaRPr sz="900">
                        <a:latin typeface="Sora"/>
                        <a:ea typeface="Sora"/>
                        <a:cs typeface="Sora"/>
                        <a:sym typeface="Sora"/>
                      </a:endParaRPr>
                    </a:p>
                  </a:txBody>
                  <a:tcPr marT="91425" marB="91425" marR="91425" marL="91425" anchor="ctr">
                    <a:noFill/>
                  </a:tcPr>
                </a:tc>
              </a:tr>
              <a:tr h="381000">
                <a:tc>
                  <a:txBody>
                    <a:bodyPr/>
                    <a:lstStyle/>
                    <a:p>
                      <a:pPr indent="0" lvl="0" marL="0" rtl="0" algn="l">
                        <a:spcBef>
                          <a:spcPts val="0"/>
                        </a:spcBef>
                        <a:spcAft>
                          <a:spcPts val="0"/>
                        </a:spcAft>
                        <a:buNone/>
                      </a:pPr>
                      <a:r>
                        <a:rPr lang="en" sz="900">
                          <a:latin typeface="Sora"/>
                          <a:ea typeface="Sora"/>
                          <a:cs typeface="Sora"/>
                          <a:sym typeface="Sora"/>
                        </a:rPr>
                        <a:t>Mistral 7B</a:t>
                      </a:r>
                      <a:endParaRPr sz="900">
                        <a:latin typeface="Sora"/>
                        <a:ea typeface="Sora"/>
                        <a:cs typeface="Sora"/>
                        <a:sym typeface="Sora"/>
                      </a:endParaRPr>
                    </a:p>
                  </a:txBody>
                  <a:tcPr marT="91425" marB="91425" marR="91425" marL="91425" anchor="ctr">
                    <a:noFill/>
                  </a:tcPr>
                </a:tc>
                <a:tc>
                  <a:txBody>
                    <a:bodyPr/>
                    <a:lstStyle/>
                    <a:p>
                      <a:pPr indent="0" lvl="0" marL="0" rtl="0" algn="l">
                        <a:spcBef>
                          <a:spcPts val="0"/>
                        </a:spcBef>
                        <a:spcAft>
                          <a:spcPts val="0"/>
                        </a:spcAft>
                        <a:buNone/>
                      </a:pPr>
                      <a:r>
                        <a:rPr lang="en" sz="900">
                          <a:latin typeface="Sora"/>
                          <a:ea typeface="Sora"/>
                          <a:cs typeface="Sora"/>
                          <a:sym typeface="Sora"/>
                        </a:rPr>
                        <a:t>Medium</a:t>
                      </a:r>
                      <a:endParaRPr sz="900">
                        <a:latin typeface="Sora"/>
                        <a:ea typeface="Sora"/>
                        <a:cs typeface="Sora"/>
                        <a:sym typeface="Sora"/>
                      </a:endParaRPr>
                    </a:p>
                  </a:txBody>
                  <a:tcPr marT="91425" marB="91425" marR="91425" marL="91425" anchor="ctr">
                    <a:noFill/>
                  </a:tcPr>
                </a:tc>
                <a:tc>
                  <a:txBody>
                    <a:bodyPr/>
                    <a:lstStyle/>
                    <a:p>
                      <a:pPr indent="0" lvl="0" marL="0" rtl="0" algn="l">
                        <a:spcBef>
                          <a:spcPts val="0"/>
                        </a:spcBef>
                        <a:spcAft>
                          <a:spcPts val="0"/>
                        </a:spcAft>
                        <a:buNone/>
                      </a:pPr>
                      <a:r>
                        <a:rPr lang="en" sz="900">
                          <a:latin typeface="Sora"/>
                          <a:ea typeface="Sora"/>
                          <a:cs typeface="Sora"/>
                          <a:sym typeface="Sora"/>
                        </a:rPr>
                        <a:t>Decent quality responses; Frequent hallucinations</a:t>
                      </a:r>
                      <a:endParaRPr sz="900">
                        <a:latin typeface="Sora"/>
                        <a:ea typeface="Sora"/>
                        <a:cs typeface="Sora"/>
                        <a:sym typeface="Sora"/>
                      </a:endParaRPr>
                    </a:p>
                  </a:txBody>
                  <a:tcPr marT="91425" marB="91425" marR="91425" marL="91425" anchor="ctr">
                    <a:noFill/>
                  </a:tcPr>
                </a:tc>
              </a:tr>
              <a:tr h="381000">
                <a:tc>
                  <a:txBody>
                    <a:bodyPr/>
                    <a:lstStyle/>
                    <a:p>
                      <a:pPr indent="0" lvl="0" marL="0" rtl="0" algn="l">
                        <a:spcBef>
                          <a:spcPts val="0"/>
                        </a:spcBef>
                        <a:spcAft>
                          <a:spcPts val="0"/>
                        </a:spcAft>
                        <a:buNone/>
                      </a:pPr>
                      <a:r>
                        <a:rPr lang="en" sz="900">
                          <a:latin typeface="Sora"/>
                          <a:ea typeface="Sora"/>
                          <a:cs typeface="Sora"/>
                          <a:sym typeface="Sora"/>
                        </a:rPr>
                        <a:t>Llama 8B</a:t>
                      </a:r>
                      <a:endParaRPr sz="900">
                        <a:latin typeface="Sora"/>
                        <a:ea typeface="Sora"/>
                        <a:cs typeface="Sora"/>
                        <a:sym typeface="Sora"/>
                      </a:endParaRPr>
                    </a:p>
                  </a:txBody>
                  <a:tcPr marT="91425" marB="91425" marR="91425" marL="91425" anchor="ctr">
                    <a:noFill/>
                  </a:tcPr>
                </a:tc>
                <a:tc>
                  <a:txBody>
                    <a:bodyPr/>
                    <a:lstStyle/>
                    <a:p>
                      <a:pPr indent="0" lvl="0" marL="0" rtl="0" algn="l">
                        <a:spcBef>
                          <a:spcPts val="0"/>
                        </a:spcBef>
                        <a:spcAft>
                          <a:spcPts val="0"/>
                        </a:spcAft>
                        <a:buNone/>
                      </a:pPr>
                      <a:r>
                        <a:rPr lang="en" sz="900">
                          <a:latin typeface="Sora"/>
                          <a:ea typeface="Sora"/>
                          <a:cs typeface="Sora"/>
                          <a:sym typeface="Sora"/>
                        </a:rPr>
                        <a:t>High</a:t>
                      </a:r>
                      <a:endParaRPr sz="900">
                        <a:latin typeface="Sora"/>
                        <a:ea typeface="Sora"/>
                        <a:cs typeface="Sora"/>
                        <a:sym typeface="Sora"/>
                      </a:endParaRPr>
                    </a:p>
                  </a:txBody>
                  <a:tcPr marT="91425" marB="91425" marR="91425" marL="91425" anchor="ctr">
                    <a:noFill/>
                  </a:tcPr>
                </a:tc>
                <a:tc>
                  <a:txBody>
                    <a:bodyPr/>
                    <a:lstStyle/>
                    <a:p>
                      <a:pPr indent="0" lvl="0" marL="0" rtl="0" algn="l">
                        <a:spcBef>
                          <a:spcPts val="0"/>
                        </a:spcBef>
                        <a:spcAft>
                          <a:spcPts val="0"/>
                        </a:spcAft>
                        <a:buNone/>
                      </a:pPr>
                      <a:r>
                        <a:rPr lang="en" sz="900">
                          <a:latin typeface="Sora"/>
                          <a:ea typeface="Sora"/>
                          <a:cs typeface="Sora"/>
                          <a:sym typeface="Sora"/>
                        </a:rPr>
                        <a:t>Decent quality responses; Many hallucinations</a:t>
                      </a:r>
                      <a:endParaRPr sz="900">
                        <a:latin typeface="Sora"/>
                        <a:ea typeface="Sora"/>
                        <a:cs typeface="Sora"/>
                        <a:sym typeface="Sora"/>
                      </a:endParaRPr>
                    </a:p>
                  </a:txBody>
                  <a:tcPr marT="91425" marB="91425" marR="91425" marL="91425" anchor="ctr">
                    <a:noFill/>
                  </a:tcPr>
                </a:tc>
              </a:tr>
            </a:tbl>
          </a:graphicData>
        </a:graphic>
      </p:graphicFrame>
      <p:sp>
        <p:nvSpPr>
          <p:cNvPr id="1363" name="Google Shape;1363;p104"/>
          <p:cNvSpPr/>
          <p:nvPr/>
        </p:nvSpPr>
        <p:spPr>
          <a:xfrm>
            <a:off x="2023217" y="3014617"/>
            <a:ext cx="228600" cy="222000"/>
          </a:xfrm>
          <a:prstGeom prst="star5">
            <a:avLst>
              <a:gd fmla="val 19098" name="adj"/>
              <a:gd fmla="val 105146" name="hf"/>
              <a:gd fmla="val 110557" name="vf"/>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ato"/>
              <a:ea typeface="Lato"/>
              <a:cs typeface="Lato"/>
              <a:sym typeface="La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7" name="Shape 1367"/>
        <p:cNvGrpSpPr/>
        <p:nvPr/>
      </p:nvGrpSpPr>
      <p:grpSpPr>
        <a:xfrm>
          <a:off x="0" y="0"/>
          <a:ext cx="0" cy="0"/>
          <a:chOff x="0" y="0"/>
          <a:chExt cx="0" cy="0"/>
        </a:xfrm>
      </p:grpSpPr>
      <p:sp>
        <p:nvSpPr>
          <p:cNvPr id="1368" name="Google Shape;1368;p10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Deployment</a:t>
            </a:r>
            <a:endParaRPr/>
          </a:p>
        </p:txBody>
      </p:sp>
      <p:pic>
        <p:nvPicPr>
          <p:cNvPr id="1369" name="Google Shape;1369;p105" title="architecture.drawio.png"/>
          <p:cNvPicPr preferRelativeResize="0"/>
          <p:nvPr/>
        </p:nvPicPr>
        <p:blipFill>
          <a:blip r:embed="rId3">
            <a:alphaModFix/>
          </a:blip>
          <a:stretch>
            <a:fillRect/>
          </a:stretch>
        </p:blipFill>
        <p:spPr>
          <a:xfrm>
            <a:off x="2065162" y="1139575"/>
            <a:ext cx="5013674" cy="39217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3" name="Shape 1373"/>
        <p:cNvGrpSpPr/>
        <p:nvPr/>
      </p:nvGrpSpPr>
      <p:grpSpPr>
        <a:xfrm>
          <a:off x="0" y="0"/>
          <a:ext cx="0" cy="0"/>
          <a:chOff x="0" y="0"/>
          <a:chExt cx="0" cy="0"/>
        </a:xfrm>
      </p:grpSpPr>
      <p:cxnSp>
        <p:nvCxnSpPr>
          <p:cNvPr id="1374" name="Google Shape;1374;p106"/>
          <p:cNvCxnSpPr/>
          <p:nvPr/>
        </p:nvCxnSpPr>
        <p:spPr>
          <a:xfrm flipH="1" rot="10800000">
            <a:off x="-131325" y="2534675"/>
            <a:ext cx="2157000" cy="434700"/>
          </a:xfrm>
          <a:prstGeom prst="bentConnector3">
            <a:avLst>
              <a:gd fmla="val 50000" name="adj1"/>
            </a:avLst>
          </a:prstGeom>
          <a:noFill/>
          <a:ln cap="flat" cmpd="sng" w="19050">
            <a:solidFill>
              <a:srgbClr val="45818E"/>
            </a:solidFill>
            <a:prstDash val="solid"/>
            <a:round/>
            <a:headEnd len="med" w="med" type="oval"/>
            <a:tailEnd len="med" w="med" type="oval"/>
          </a:ln>
        </p:spPr>
      </p:cxnSp>
      <p:sp>
        <p:nvSpPr>
          <p:cNvPr id="1375" name="Google Shape;1375;p106"/>
          <p:cNvSpPr txBox="1"/>
          <p:nvPr>
            <p:ph type="title"/>
          </p:nvPr>
        </p:nvSpPr>
        <p:spPr>
          <a:xfrm>
            <a:off x="720000" y="445025"/>
            <a:ext cx="25461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Roadmap</a:t>
            </a:r>
            <a:endParaRPr/>
          </a:p>
        </p:txBody>
      </p:sp>
      <p:sp>
        <p:nvSpPr>
          <p:cNvPr id="1376" name="Google Shape;1376;p106"/>
          <p:cNvSpPr/>
          <p:nvPr/>
        </p:nvSpPr>
        <p:spPr>
          <a:xfrm>
            <a:off x="1612512" y="2128567"/>
            <a:ext cx="784500" cy="784500"/>
          </a:xfrm>
          <a:prstGeom prst="rect">
            <a:avLst/>
          </a:prstGeom>
          <a:solidFill>
            <a:schemeClr val="accent1"/>
          </a:solidFill>
          <a:ln>
            <a:noFill/>
          </a:ln>
        </p:spPr>
        <p:txBody>
          <a:bodyPr anchorCtr="0" anchor="ctr" bIns="100100" lIns="100100" spcFirstLastPara="1" rIns="100100" wrap="square" tIns="100100">
            <a:noAutofit/>
          </a:bodyPr>
          <a:lstStyle/>
          <a:p>
            <a:pPr indent="0" lvl="0" marL="0" rtl="0" algn="ctr">
              <a:spcBef>
                <a:spcPts val="0"/>
              </a:spcBef>
              <a:spcAft>
                <a:spcPts val="0"/>
              </a:spcAft>
              <a:buNone/>
            </a:pPr>
            <a:r>
              <a:t/>
            </a:r>
            <a:endParaRPr sz="1532">
              <a:latin typeface="Lato"/>
              <a:ea typeface="Lato"/>
              <a:cs typeface="Lato"/>
              <a:sym typeface="Lato"/>
            </a:endParaRPr>
          </a:p>
        </p:txBody>
      </p:sp>
      <p:sp>
        <p:nvSpPr>
          <p:cNvPr id="1377" name="Google Shape;1377;p106"/>
          <p:cNvSpPr/>
          <p:nvPr/>
        </p:nvSpPr>
        <p:spPr>
          <a:xfrm>
            <a:off x="6940300" y="2146775"/>
            <a:ext cx="784500" cy="784500"/>
          </a:xfrm>
          <a:prstGeom prst="rect">
            <a:avLst/>
          </a:prstGeom>
          <a:solidFill>
            <a:schemeClr val="dk2"/>
          </a:solidFill>
          <a:ln>
            <a:noFill/>
          </a:ln>
        </p:spPr>
        <p:txBody>
          <a:bodyPr anchorCtr="0" anchor="ctr" bIns="100125" lIns="100125" spcFirstLastPara="1" rIns="100125" wrap="square" tIns="100125">
            <a:noAutofit/>
          </a:bodyPr>
          <a:lstStyle/>
          <a:p>
            <a:pPr indent="0" lvl="0" marL="0" rtl="0" algn="ctr">
              <a:spcBef>
                <a:spcPts val="0"/>
              </a:spcBef>
              <a:spcAft>
                <a:spcPts val="0"/>
              </a:spcAft>
              <a:buNone/>
            </a:pPr>
            <a:r>
              <a:t/>
            </a:r>
            <a:endParaRPr sz="1533">
              <a:latin typeface="Lato"/>
              <a:ea typeface="Lato"/>
              <a:cs typeface="Lato"/>
              <a:sym typeface="Lato"/>
            </a:endParaRPr>
          </a:p>
        </p:txBody>
      </p:sp>
      <p:sp>
        <p:nvSpPr>
          <p:cNvPr id="1378" name="Google Shape;1378;p106"/>
          <p:cNvSpPr/>
          <p:nvPr/>
        </p:nvSpPr>
        <p:spPr>
          <a:xfrm>
            <a:off x="4213800" y="2146775"/>
            <a:ext cx="784500" cy="784500"/>
          </a:xfrm>
          <a:prstGeom prst="rect">
            <a:avLst/>
          </a:prstGeom>
          <a:solidFill>
            <a:schemeClr val="accent3"/>
          </a:solidFill>
          <a:ln>
            <a:noFill/>
          </a:ln>
        </p:spPr>
        <p:txBody>
          <a:bodyPr anchorCtr="0" anchor="ctr" bIns="100125" lIns="100125" spcFirstLastPara="1" rIns="100125" wrap="square" tIns="100125">
            <a:noAutofit/>
          </a:bodyPr>
          <a:lstStyle/>
          <a:p>
            <a:pPr indent="0" lvl="0" marL="0" rtl="0" algn="ctr">
              <a:spcBef>
                <a:spcPts val="0"/>
              </a:spcBef>
              <a:spcAft>
                <a:spcPts val="0"/>
              </a:spcAft>
              <a:buNone/>
            </a:pPr>
            <a:r>
              <a:t/>
            </a:r>
            <a:endParaRPr sz="1533">
              <a:latin typeface="Lato"/>
              <a:ea typeface="Lato"/>
              <a:cs typeface="Lato"/>
              <a:sym typeface="Lato"/>
            </a:endParaRPr>
          </a:p>
        </p:txBody>
      </p:sp>
      <p:cxnSp>
        <p:nvCxnSpPr>
          <p:cNvPr id="1379" name="Google Shape;1379;p106"/>
          <p:cNvCxnSpPr>
            <a:stCxn id="1376" idx="2"/>
            <a:endCxn id="1378" idx="1"/>
          </p:cNvCxnSpPr>
          <p:nvPr/>
        </p:nvCxnSpPr>
        <p:spPr>
          <a:xfrm rot="-5400000">
            <a:off x="2922162" y="1621567"/>
            <a:ext cx="374100" cy="2208900"/>
          </a:xfrm>
          <a:prstGeom prst="bentConnector4">
            <a:avLst>
              <a:gd fmla="val -63653" name="adj1"/>
              <a:gd fmla="val 58882" name="adj2"/>
            </a:avLst>
          </a:prstGeom>
          <a:noFill/>
          <a:ln cap="flat" cmpd="sng" w="19050">
            <a:solidFill>
              <a:srgbClr val="45818E"/>
            </a:solidFill>
            <a:prstDash val="solid"/>
            <a:round/>
            <a:headEnd len="med" w="med" type="none"/>
            <a:tailEnd len="med" w="med" type="oval"/>
          </a:ln>
        </p:spPr>
      </p:cxnSp>
      <p:cxnSp>
        <p:nvCxnSpPr>
          <p:cNvPr id="1380" name="Google Shape;1380;p106"/>
          <p:cNvCxnSpPr>
            <a:stCxn id="1378" idx="0"/>
            <a:endCxn id="1377" idx="1"/>
          </p:cNvCxnSpPr>
          <p:nvPr/>
        </p:nvCxnSpPr>
        <p:spPr>
          <a:xfrm flipH="1" rot="-5400000">
            <a:off x="5577000" y="1175825"/>
            <a:ext cx="392400" cy="2334300"/>
          </a:xfrm>
          <a:prstGeom prst="bentConnector4">
            <a:avLst>
              <a:gd fmla="val -60684" name="adj1"/>
              <a:gd fmla="val 58401" name="adj2"/>
            </a:avLst>
          </a:prstGeom>
          <a:noFill/>
          <a:ln cap="flat" cmpd="sng" w="19050">
            <a:solidFill>
              <a:srgbClr val="45818E"/>
            </a:solidFill>
            <a:prstDash val="solid"/>
            <a:round/>
            <a:headEnd len="med" w="med" type="none"/>
            <a:tailEnd len="med" w="med" type="oval"/>
          </a:ln>
        </p:spPr>
      </p:cxnSp>
      <p:cxnSp>
        <p:nvCxnSpPr>
          <p:cNvPr id="1381" name="Google Shape;1381;p106"/>
          <p:cNvCxnSpPr>
            <a:stCxn id="1377" idx="2"/>
          </p:cNvCxnSpPr>
          <p:nvPr/>
        </p:nvCxnSpPr>
        <p:spPr>
          <a:xfrm rot="-5400000">
            <a:off x="8617300" y="1195625"/>
            <a:ext cx="450900" cy="3020400"/>
          </a:xfrm>
          <a:prstGeom prst="bentConnector4">
            <a:avLst>
              <a:gd fmla="val -52811" name="adj1"/>
              <a:gd fmla="val 55930" name="adj2"/>
            </a:avLst>
          </a:prstGeom>
          <a:noFill/>
          <a:ln cap="flat" cmpd="sng" w="19050">
            <a:solidFill>
              <a:srgbClr val="45818E"/>
            </a:solidFill>
            <a:prstDash val="solid"/>
            <a:round/>
            <a:headEnd len="med" w="med" type="none"/>
            <a:tailEnd len="med" w="med" type="oval"/>
          </a:ln>
        </p:spPr>
      </p:cxnSp>
      <p:sp>
        <p:nvSpPr>
          <p:cNvPr id="1382" name="Google Shape;1382;p106"/>
          <p:cNvSpPr txBox="1"/>
          <p:nvPr>
            <p:ph idx="4294967295" type="subTitle"/>
          </p:nvPr>
        </p:nvSpPr>
        <p:spPr>
          <a:xfrm>
            <a:off x="1217058" y="1728500"/>
            <a:ext cx="1575300" cy="477000"/>
          </a:xfrm>
          <a:prstGeom prst="rect">
            <a:avLst/>
          </a:prstGeom>
        </p:spPr>
        <p:txBody>
          <a:bodyPr anchorCtr="0" anchor="t" bIns="102725" lIns="102725" spcFirstLastPara="1" rIns="102725" wrap="square" tIns="102725">
            <a:noAutofit/>
          </a:bodyPr>
          <a:lstStyle/>
          <a:p>
            <a:pPr indent="0" lvl="0" marL="0" rtl="0" algn="ctr">
              <a:spcBef>
                <a:spcPts val="0"/>
              </a:spcBef>
              <a:spcAft>
                <a:spcPts val="0"/>
              </a:spcAft>
              <a:buNone/>
            </a:pPr>
            <a:r>
              <a:rPr b="1" lang="en" sz="1682">
                <a:latin typeface="Sora"/>
                <a:ea typeface="Sora"/>
                <a:cs typeface="Sora"/>
                <a:sym typeface="Sora"/>
              </a:rPr>
              <a:t>Test Users</a:t>
            </a:r>
            <a:endParaRPr b="1" sz="1682">
              <a:latin typeface="Sora"/>
              <a:ea typeface="Sora"/>
              <a:cs typeface="Sora"/>
              <a:sym typeface="Sora"/>
            </a:endParaRPr>
          </a:p>
        </p:txBody>
      </p:sp>
      <p:sp>
        <p:nvSpPr>
          <p:cNvPr id="1383" name="Google Shape;1383;p106"/>
          <p:cNvSpPr txBox="1"/>
          <p:nvPr>
            <p:ph idx="4294967295" type="subTitle"/>
          </p:nvPr>
        </p:nvSpPr>
        <p:spPr>
          <a:xfrm>
            <a:off x="3818401" y="2931275"/>
            <a:ext cx="1575300" cy="435600"/>
          </a:xfrm>
          <a:prstGeom prst="rect">
            <a:avLst/>
          </a:prstGeom>
        </p:spPr>
        <p:txBody>
          <a:bodyPr anchorCtr="0" anchor="t" bIns="93825" lIns="93825" spcFirstLastPara="1" rIns="93825" wrap="square" tIns="93825">
            <a:noAutofit/>
          </a:bodyPr>
          <a:lstStyle/>
          <a:p>
            <a:pPr indent="0" lvl="0" marL="0" rtl="0" algn="ctr">
              <a:spcBef>
                <a:spcPts val="0"/>
              </a:spcBef>
              <a:spcAft>
                <a:spcPts val="0"/>
              </a:spcAft>
              <a:buNone/>
            </a:pPr>
            <a:r>
              <a:rPr b="1" lang="en" sz="1536">
                <a:latin typeface="Sora"/>
                <a:ea typeface="Sora"/>
                <a:cs typeface="Sora"/>
                <a:sym typeface="Sora"/>
              </a:rPr>
              <a:t>Model</a:t>
            </a:r>
            <a:endParaRPr b="1" sz="1536">
              <a:latin typeface="Sora"/>
              <a:ea typeface="Sora"/>
              <a:cs typeface="Sora"/>
              <a:sym typeface="Sora"/>
            </a:endParaRPr>
          </a:p>
        </p:txBody>
      </p:sp>
      <p:sp>
        <p:nvSpPr>
          <p:cNvPr id="1384" name="Google Shape;1384;p106"/>
          <p:cNvSpPr txBox="1"/>
          <p:nvPr>
            <p:ph idx="4294967295" type="subTitle"/>
          </p:nvPr>
        </p:nvSpPr>
        <p:spPr>
          <a:xfrm>
            <a:off x="2731250" y="3313850"/>
            <a:ext cx="4044600" cy="10494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Font typeface="Sora Light"/>
              <a:buChar char="●"/>
            </a:pPr>
            <a:r>
              <a:rPr lang="en" sz="1200">
                <a:latin typeface="Sora Light"/>
                <a:ea typeface="Sora Light"/>
                <a:cs typeface="Sora Light"/>
                <a:sym typeface="Sora Light"/>
              </a:rPr>
              <a:t>Improve ability of users to ask AI questions</a:t>
            </a:r>
            <a:endParaRPr sz="1200">
              <a:latin typeface="Sora Light"/>
              <a:ea typeface="Sora Light"/>
              <a:cs typeface="Sora Light"/>
              <a:sym typeface="Sora Light"/>
            </a:endParaRPr>
          </a:p>
          <a:p>
            <a:pPr indent="-304800" lvl="0" marL="457200" rtl="0" algn="l">
              <a:spcBef>
                <a:spcPts val="0"/>
              </a:spcBef>
              <a:spcAft>
                <a:spcPts val="0"/>
              </a:spcAft>
              <a:buSzPts val="1200"/>
              <a:buFont typeface="Sora Light"/>
              <a:buChar char="●"/>
            </a:pPr>
            <a:r>
              <a:rPr lang="en" sz="1200">
                <a:latin typeface="Sora Light"/>
                <a:ea typeface="Sora Light"/>
                <a:cs typeface="Sora Light"/>
                <a:sym typeface="Sora Light"/>
              </a:rPr>
              <a:t>Provide relevant worksheets &amp; resources</a:t>
            </a:r>
            <a:endParaRPr sz="1200">
              <a:latin typeface="Sora Light"/>
              <a:ea typeface="Sora Light"/>
              <a:cs typeface="Sora Light"/>
              <a:sym typeface="Sora Light"/>
            </a:endParaRPr>
          </a:p>
          <a:p>
            <a:pPr indent="-304800" lvl="0" marL="457200" rtl="0" algn="l">
              <a:spcBef>
                <a:spcPts val="0"/>
              </a:spcBef>
              <a:spcAft>
                <a:spcPts val="0"/>
              </a:spcAft>
              <a:buSzPts val="1200"/>
              <a:buFont typeface="Sora Light"/>
              <a:buChar char="●"/>
            </a:pPr>
            <a:r>
              <a:rPr lang="en" sz="1200">
                <a:latin typeface="Sora Light"/>
                <a:ea typeface="Sora Light"/>
                <a:cs typeface="Sora Light"/>
                <a:sym typeface="Sora Light"/>
              </a:rPr>
              <a:t>Allow users to highlight parts of their journal entry for AI to analyze</a:t>
            </a:r>
            <a:endParaRPr sz="1200">
              <a:latin typeface="Sora Light"/>
              <a:ea typeface="Sora Light"/>
              <a:cs typeface="Sora Light"/>
              <a:sym typeface="Sora Light"/>
            </a:endParaRPr>
          </a:p>
        </p:txBody>
      </p:sp>
      <p:pic>
        <p:nvPicPr>
          <p:cNvPr id="1385" name="Google Shape;1385;p106"/>
          <p:cNvPicPr preferRelativeResize="0"/>
          <p:nvPr/>
        </p:nvPicPr>
        <p:blipFill>
          <a:blip r:embed="rId3">
            <a:alphaModFix/>
          </a:blip>
          <a:stretch>
            <a:fillRect/>
          </a:stretch>
        </p:blipFill>
        <p:spPr>
          <a:xfrm>
            <a:off x="1825847" y="1411285"/>
            <a:ext cx="357720" cy="357720"/>
          </a:xfrm>
          <a:prstGeom prst="rect">
            <a:avLst/>
          </a:prstGeom>
          <a:noFill/>
          <a:ln>
            <a:noFill/>
          </a:ln>
        </p:spPr>
      </p:pic>
      <p:sp>
        <p:nvSpPr>
          <p:cNvPr id="1386" name="Google Shape;1386;p106"/>
          <p:cNvSpPr txBox="1"/>
          <p:nvPr>
            <p:ph idx="4294967295" type="subTitle"/>
          </p:nvPr>
        </p:nvSpPr>
        <p:spPr>
          <a:xfrm>
            <a:off x="6613138" y="1749200"/>
            <a:ext cx="1438800" cy="435600"/>
          </a:xfrm>
          <a:prstGeom prst="rect">
            <a:avLst/>
          </a:prstGeom>
        </p:spPr>
        <p:txBody>
          <a:bodyPr anchorCtr="0" anchor="t" bIns="93825" lIns="93825" spcFirstLastPara="1" rIns="93825" wrap="square" tIns="93825">
            <a:noAutofit/>
          </a:bodyPr>
          <a:lstStyle/>
          <a:p>
            <a:pPr indent="0" lvl="0" marL="0" rtl="0" algn="ctr">
              <a:spcBef>
                <a:spcPts val="0"/>
              </a:spcBef>
              <a:spcAft>
                <a:spcPts val="0"/>
              </a:spcAft>
              <a:buNone/>
            </a:pPr>
            <a:r>
              <a:rPr b="1" lang="en" sz="1536">
                <a:latin typeface="Sora"/>
                <a:ea typeface="Sora"/>
                <a:cs typeface="Sora"/>
                <a:sym typeface="Sora"/>
              </a:rPr>
              <a:t>Features</a:t>
            </a:r>
            <a:endParaRPr b="1" sz="1536">
              <a:latin typeface="Sora"/>
              <a:ea typeface="Sora"/>
              <a:cs typeface="Sora"/>
              <a:sym typeface="Sora"/>
            </a:endParaRPr>
          </a:p>
        </p:txBody>
      </p:sp>
      <p:sp>
        <p:nvSpPr>
          <p:cNvPr id="1387" name="Google Shape;1387;p106"/>
          <p:cNvSpPr txBox="1"/>
          <p:nvPr>
            <p:ph idx="4294967295" type="subTitle"/>
          </p:nvPr>
        </p:nvSpPr>
        <p:spPr>
          <a:xfrm>
            <a:off x="5975200" y="617000"/>
            <a:ext cx="2714700" cy="11115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SzPts val="1200"/>
              <a:buFont typeface="Sora Light"/>
              <a:buChar char="●"/>
            </a:pPr>
            <a:r>
              <a:rPr lang="en" sz="1200">
                <a:latin typeface="Sora Light"/>
                <a:ea typeface="Sora Light"/>
                <a:cs typeface="Sora Light"/>
                <a:sym typeface="Sora Light"/>
              </a:rPr>
              <a:t>Track mood</a:t>
            </a:r>
            <a:endParaRPr sz="1200">
              <a:latin typeface="Sora Light"/>
              <a:ea typeface="Sora Light"/>
              <a:cs typeface="Sora Light"/>
              <a:sym typeface="Sora Light"/>
            </a:endParaRPr>
          </a:p>
          <a:p>
            <a:pPr indent="-304800" lvl="0" marL="457200" rtl="0" algn="l">
              <a:spcBef>
                <a:spcPts val="0"/>
              </a:spcBef>
              <a:spcAft>
                <a:spcPts val="0"/>
              </a:spcAft>
              <a:buSzPts val="1200"/>
              <a:buFont typeface="Sora Light"/>
              <a:buChar char="●"/>
            </a:pPr>
            <a:r>
              <a:rPr lang="en" sz="1200">
                <a:latin typeface="Sora Light"/>
                <a:ea typeface="Sora Light"/>
                <a:cs typeface="Sora Light"/>
                <a:sym typeface="Sora Light"/>
              </a:rPr>
              <a:t>Speech-to-text</a:t>
            </a:r>
            <a:endParaRPr sz="1200">
              <a:latin typeface="Sora Light"/>
              <a:ea typeface="Sora Light"/>
              <a:cs typeface="Sora Light"/>
              <a:sym typeface="Sora Light"/>
            </a:endParaRPr>
          </a:p>
          <a:p>
            <a:pPr indent="-304800" lvl="0" marL="457200" rtl="0" algn="l">
              <a:spcBef>
                <a:spcPts val="0"/>
              </a:spcBef>
              <a:spcAft>
                <a:spcPts val="0"/>
              </a:spcAft>
              <a:buSzPts val="1200"/>
              <a:buFont typeface="Sora Light"/>
              <a:buChar char="●"/>
            </a:pPr>
            <a:r>
              <a:rPr lang="en" sz="1200">
                <a:latin typeface="Sora Light"/>
                <a:ea typeface="Sora Light"/>
                <a:cs typeface="Sora Light"/>
                <a:sym typeface="Sora Light"/>
              </a:rPr>
              <a:t>Handwritten notes-to-text</a:t>
            </a:r>
            <a:endParaRPr sz="1200">
              <a:latin typeface="Sora Light"/>
              <a:ea typeface="Sora Light"/>
              <a:cs typeface="Sora Light"/>
              <a:sym typeface="Sora Light"/>
            </a:endParaRPr>
          </a:p>
          <a:p>
            <a:pPr indent="-304800" lvl="0" marL="457200" rtl="0" algn="l">
              <a:spcBef>
                <a:spcPts val="0"/>
              </a:spcBef>
              <a:spcAft>
                <a:spcPts val="0"/>
              </a:spcAft>
              <a:buSzPts val="1200"/>
              <a:buFont typeface="Sora Light"/>
              <a:buChar char="●"/>
            </a:pPr>
            <a:r>
              <a:rPr lang="en" sz="1200">
                <a:latin typeface="Sora Light"/>
                <a:ea typeface="Sora Light"/>
                <a:cs typeface="Sora Light"/>
                <a:sym typeface="Sora Light"/>
              </a:rPr>
              <a:t>Email reminders</a:t>
            </a:r>
            <a:endParaRPr sz="1200">
              <a:latin typeface="Sora Light"/>
              <a:ea typeface="Sora Light"/>
              <a:cs typeface="Sora Light"/>
              <a:sym typeface="Sora Light"/>
            </a:endParaRPr>
          </a:p>
          <a:p>
            <a:pPr indent="-304800" lvl="0" marL="457200" rtl="0" algn="l">
              <a:spcBef>
                <a:spcPts val="0"/>
              </a:spcBef>
              <a:spcAft>
                <a:spcPts val="0"/>
              </a:spcAft>
              <a:buSzPts val="1200"/>
              <a:buFont typeface="Sora Light"/>
              <a:buChar char="●"/>
            </a:pPr>
            <a:r>
              <a:rPr lang="en" sz="1200">
                <a:latin typeface="Sora Light"/>
                <a:ea typeface="Sora Light"/>
                <a:cs typeface="Sora Light"/>
                <a:sym typeface="Sora Light"/>
              </a:rPr>
              <a:t>About CBT page</a:t>
            </a:r>
            <a:endParaRPr sz="1200">
              <a:latin typeface="Sora Light"/>
              <a:ea typeface="Sora Light"/>
              <a:cs typeface="Sora Light"/>
              <a:sym typeface="Sora Light"/>
            </a:endParaRPr>
          </a:p>
        </p:txBody>
      </p:sp>
      <p:grpSp>
        <p:nvGrpSpPr>
          <p:cNvPr id="1388" name="Google Shape;1388;p106"/>
          <p:cNvGrpSpPr/>
          <p:nvPr/>
        </p:nvGrpSpPr>
        <p:grpSpPr>
          <a:xfrm>
            <a:off x="4331966" y="2265054"/>
            <a:ext cx="548266" cy="548146"/>
            <a:chOff x="719993" y="2099482"/>
            <a:chExt cx="500654" cy="500544"/>
          </a:xfrm>
        </p:grpSpPr>
        <p:sp>
          <p:nvSpPr>
            <p:cNvPr id="1389" name="Google Shape;1389;p106"/>
            <p:cNvSpPr/>
            <p:nvPr/>
          </p:nvSpPr>
          <p:spPr>
            <a:xfrm>
              <a:off x="719993" y="2099482"/>
              <a:ext cx="500654" cy="500544"/>
            </a:xfrm>
            <a:custGeom>
              <a:rect b="b" l="l" r="r" t="t"/>
              <a:pathLst>
                <a:path extrusionOk="0" h="18340" w="18344">
                  <a:moveTo>
                    <a:pt x="9716" y="2178"/>
                  </a:moveTo>
                  <a:cubicBezTo>
                    <a:pt x="13138" y="2439"/>
                    <a:pt x="15908" y="5212"/>
                    <a:pt x="16170" y="8632"/>
                  </a:cubicBezTo>
                  <a:lnTo>
                    <a:pt x="14010" y="8632"/>
                  </a:lnTo>
                  <a:lnTo>
                    <a:pt x="14010" y="9701"/>
                  </a:lnTo>
                  <a:lnTo>
                    <a:pt x="16170" y="9701"/>
                  </a:lnTo>
                  <a:cubicBezTo>
                    <a:pt x="15905" y="13127"/>
                    <a:pt x="13131" y="15897"/>
                    <a:pt x="9712" y="16162"/>
                  </a:cubicBezTo>
                  <a:lnTo>
                    <a:pt x="9712" y="14002"/>
                  </a:lnTo>
                  <a:lnTo>
                    <a:pt x="8636" y="14002"/>
                  </a:lnTo>
                  <a:lnTo>
                    <a:pt x="8636" y="16162"/>
                  </a:lnTo>
                  <a:cubicBezTo>
                    <a:pt x="5216" y="15897"/>
                    <a:pt x="2446" y="13127"/>
                    <a:pt x="2185" y="9708"/>
                  </a:cubicBezTo>
                  <a:lnTo>
                    <a:pt x="4341" y="9708"/>
                  </a:lnTo>
                  <a:lnTo>
                    <a:pt x="4341" y="8632"/>
                  </a:lnTo>
                  <a:lnTo>
                    <a:pt x="2185" y="8632"/>
                  </a:lnTo>
                  <a:cubicBezTo>
                    <a:pt x="2446" y="5212"/>
                    <a:pt x="5216" y="2442"/>
                    <a:pt x="8639" y="2178"/>
                  </a:cubicBezTo>
                  <a:lnTo>
                    <a:pt x="8639" y="4334"/>
                  </a:lnTo>
                  <a:lnTo>
                    <a:pt x="9716" y="4334"/>
                  </a:lnTo>
                  <a:lnTo>
                    <a:pt x="9716" y="2178"/>
                  </a:lnTo>
                  <a:close/>
                  <a:moveTo>
                    <a:pt x="8636" y="1"/>
                  </a:moveTo>
                  <a:lnTo>
                    <a:pt x="8636" y="1102"/>
                  </a:lnTo>
                  <a:cubicBezTo>
                    <a:pt x="4620" y="1366"/>
                    <a:pt x="1374" y="4616"/>
                    <a:pt x="1105" y="8632"/>
                  </a:cubicBezTo>
                  <a:lnTo>
                    <a:pt x="1" y="8632"/>
                  </a:lnTo>
                  <a:lnTo>
                    <a:pt x="1" y="9708"/>
                  </a:lnTo>
                  <a:lnTo>
                    <a:pt x="1105" y="9708"/>
                  </a:lnTo>
                  <a:cubicBezTo>
                    <a:pt x="1370" y="13720"/>
                    <a:pt x="4620" y="16967"/>
                    <a:pt x="8636" y="17235"/>
                  </a:cubicBezTo>
                  <a:lnTo>
                    <a:pt x="8636" y="18339"/>
                  </a:lnTo>
                  <a:lnTo>
                    <a:pt x="9712" y="18339"/>
                  </a:lnTo>
                  <a:lnTo>
                    <a:pt x="9712" y="17235"/>
                  </a:lnTo>
                  <a:cubicBezTo>
                    <a:pt x="13724" y="16970"/>
                    <a:pt x="16971" y="13720"/>
                    <a:pt x="17239" y="9708"/>
                  </a:cubicBezTo>
                  <a:lnTo>
                    <a:pt x="18343" y="9708"/>
                  </a:lnTo>
                  <a:lnTo>
                    <a:pt x="18343" y="8632"/>
                  </a:lnTo>
                  <a:lnTo>
                    <a:pt x="17239" y="8632"/>
                  </a:lnTo>
                  <a:cubicBezTo>
                    <a:pt x="16974" y="4616"/>
                    <a:pt x="13724" y="1370"/>
                    <a:pt x="9712" y="1102"/>
                  </a:cubicBezTo>
                  <a:lnTo>
                    <a:pt x="9712" y="1"/>
                  </a:lnTo>
                  <a:close/>
                </a:path>
              </a:pathLst>
            </a:custGeom>
            <a:solidFill>
              <a:schemeClr val="accent2"/>
            </a:solidFill>
            <a:ln>
              <a:noFill/>
            </a:ln>
          </p:spPr>
          <p:txBody>
            <a:bodyPr anchorCtr="0" anchor="ctr" bIns="100125" lIns="100125" spcFirstLastPara="1" rIns="100125" wrap="square" tIns="100125">
              <a:noAutofit/>
            </a:bodyPr>
            <a:lstStyle/>
            <a:p>
              <a:pPr indent="0" lvl="0" marL="0" rtl="0" algn="l">
                <a:spcBef>
                  <a:spcPts val="0"/>
                </a:spcBef>
                <a:spcAft>
                  <a:spcPts val="0"/>
                </a:spcAft>
                <a:buNone/>
              </a:pPr>
              <a:r>
                <a:t/>
              </a:r>
              <a:endParaRPr/>
            </a:p>
          </p:txBody>
        </p:sp>
        <p:sp>
          <p:nvSpPr>
            <p:cNvPr id="1390" name="Google Shape;1390;p106"/>
            <p:cNvSpPr/>
            <p:nvPr/>
          </p:nvSpPr>
          <p:spPr>
            <a:xfrm>
              <a:off x="720212" y="2099482"/>
              <a:ext cx="88919" cy="88919"/>
            </a:xfrm>
            <a:custGeom>
              <a:rect b="b" l="l" r="r" t="t"/>
              <a:pathLst>
                <a:path extrusionOk="0" h="3258" w="3258">
                  <a:moveTo>
                    <a:pt x="0" y="1"/>
                  </a:moveTo>
                  <a:lnTo>
                    <a:pt x="0" y="3258"/>
                  </a:lnTo>
                  <a:lnTo>
                    <a:pt x="1076" y="3258"/>
                  </a:lnTo>
                  <a:lnTo>
                    <a:pt x="1076" y="1077"/>
                  </a:lnTo>
                  <a:lnTo>
                    <a:pt x="3257" y="1077"/>
                  </a:lnTo>
                  <a:lnTo>
                    <a:pt x="3257" y="1"/>
                  </a:lnTo>
                  <a:close/>
                </a:path>
              </a:pathLst>
            </a:custGeom>
            <a:solidFill>
              <a:schemeClr val="accent2"/>
            </a:solidFill>
            <a:ln>
              <a:noFill/>
            </a:ln>
          </p:spPr>
          <p:txBody>
            <a:bodyPr anchorCtr="0" anchor="ctr" bIns="100125" lIns="100125" spcFirstLastPara="1" rIns="100125" wrap="square" tIns="100125">
              <a:noAutofit/>
            </a:bodyPr>
            <a:lstStyle/>
            <a:p>
              <a:pPr indent="0" lvl="0" marL="0" rtl="0" algn="l">
                <a:spcBef>
                  <a:spcPts val="0"/>
                </a:spcBef>
                <a:spcAft>
                  <a:spcPts val="0"/>
                </a:spcAft>
                <a:buNone/>
              </a:pPr>
              <a:r>
                <a:t/>
              </a:r>
              <a:endParaRPr/>
            </a:p>
          </p:txBody>
        </p:sp>
        <p:sp>
          <p:nvSpPr>
            <p:cNvPr id="1391" name="Google Shape;1391;p106"/>
            <p:cNvSpPr/>
            <p:nvPr/>
          </p:nvSpPr>
          <p:spPr>
            <a:xfrm>
              <a:off x="720212" y="2510999"/>
              <a:ext cx="88919" cy="89028"/>
            </a:xfrm>
            <a:custGeom>
              <a:rect b="b" l="l" r="r" t="t"/>
              <a:pathLst>
                <a:path extrusionOk="0" h="3262" w="3258">
                  <a:moveTo>
                    <a:pt x="0" y="1"/>
                  </a:moveTo>
                  <a:lnTo>
                    <a:pt x="0" y="3261"/>
                  </a:lnTo>
                  <a:lnTo>
                    <a:pt x="3257" y="3261"/>
                  </a:lnTo>
                  <a:lnTo>
                    <a:pt x="3257" y="2185"/>
                  </a:lnTo>
                  <a:lnTo>
                    <a:pt x="1076" y="2185"/>
                  </a:lnTo>
                  <a:lnTo>
                    <a:pt x="1076" y="1"/>
                  </a:lnTo>
                  <a:close/>
                </a:path>
              </a:pathLst>
            </a:custGeom>
            <a:solidFill>
              <a:schemeClr val="accent2"/>
            </a:solidFill>
            <a:ln>
              <a:noFill/>
            </a:ln>
          </p:spPr>
          <p:txBody>
            <a:bodyPr anchorCtr="0" anchor="ctr" bIns="100125" lIns="100125" spcFirstLastPara="1" rIns="100125" wrap="square" tIns="100125">
              <a:noAutofit/>
            </a:bodyPr>
            <a:lstStyle/>
            <a:p>
              <a:pPr indent="0" lvl="0" marL="0" rtl="0" algn="l">
                <a:spcBef>
                  <a:spcPts val="0"/>
                </a:spcBef>
                <a:spcAft>
                  <a:spcPts val="0"/>
                </a:spcAft>
                <a:buNone/>
              </a:pPr>
              <a:r>
                <a:t/>
              </a:r>
              <a:endParaRPr/>
            </a:p>
          </p:txBody>
        </p:sp>
        <p:sp>
          <p:nvSpPr>
            <p:cNvPr id="1392" name="Google Shape;1392;p106"/>
            <p:cNvSpPr/>
            <p:nvPr/>
          </p:nvSpPr>
          <p:spPr>
            <a:xfrm>
              <a:off x="1132601" y="2099482"/>
              <a:ext cx="88046" cy="88919"/>
            </a:xfrm>
            <a:custGeom>
              <a:rect b="b" l="l" r="r" t="t"/>
              <a:pathLst>
                <a:path extrusionOk="0" h="3258" w="3226">
                  <a:moveTo>
                    <a:pt x="0" y="1"/>
                  </a:moveTo>
                  <a:lnTo>
                    <a:pt x="0" y="1077"/>
                  </a:lnTo>
                  <a:lnTo>
                    <a:pt x="2149" y="1077"/>
                  </a:lnTo>
                  <a:lnTo>
                    <a:pt x="2149" y="3258"/>
                  </a:lnTo>
                  <a:lnTo>
                    <a:pt x="3225" y="3258"/>
                  </a:lnTo>
                  <a:lnTo>
                    <a:pt x="3225" y="1"/>
                  </a:lnTo>
                  <a:close/>
                </a:path>
              </a:pathLst>
            </a:custGeom>
            <a:solidFill>
              <a:schemeClr val="accent2"/>
            </a:solidFill>
            <a:ln>
              <a:noFill/>
            </a:ln>
          </p:spPr>
          <p:txBody>
            <a:bodyPr anchorCtr="0" anchor="ctr" bIns="100125" lIns="100125" spcFirstLastPara="1" rIns="100125" wrap="square" tIns="100125">
              <a:noAutofit/>
            </a:bodyPr>
            <a:lstStyle/>
            <a:p>
              <a:pPr indent="0" lvl="0" marL="0" rtl="0" algn="l">
                <a:spcBef>
                  <a:spcPts val="0"/>
                </a:spcBef>
                <a:spcAft>
                  <a:spcPts val="0"/>
                </a:spcAft>
                <a:buNone/>
              </a:pPr>
              <a:r>
                <a:t/>
              </a:r>
              <a:endParaRPr/>
            </a:p>
          </p:txBody>
        </p:sp>
        <p:sp>
          <p:nvSpPr>
            <p:cNvPr id="1393" name="Google Shape;1393;p106"/>
            <p:cNvSpPr/>
            <p:nvPr/>
          </p:nvSpPr>
          <p:spPr>
            <a:xfrm>
              <a:off x="1132601" y="2510999"/>
              <a:ext cx="88046" cy="89028"/>
            </a:xfrm>
            <a:custGeom>
              <a:rect b="b" l="l" r="r" t="t"/>
              <a:pathLst>
                <a:path extrusionOk="0" h="3262" w="3226">
                  <a:moveTo>
                    <a:pt x="2149" y="1"/>
                  </a:moveTo>
                  <a:lnTo>
                    <a:pt x="2149" y="2185"/>
                  </a:lnTo>
                  <a:lnTo>
                    <a:pt x="0" y="2185"/>
                  </a:lnTo>
                  <a:lnTo>
                    <a:pt x="0" y="3261"/>
                  </a:lnTo>
                  <a:lnTo>
                    <a:pt x="3225" y="3261"/>
                  </a:lnTo>
                  <a:lnTo>
                    <a:pt x="3225" y="1"/>
                  </a:lnTo>
                  <a:close/>
                </a:path>
              </a:pathLst>
            </a:custGeom>
            <a:solidFill>
              <a:schemeClr val="accent2"/>
            </a:solidFill>
            <a:ln>
              <a:noFill/>
            </a:ln>
          </p:spPr>
          <p:txBody>
            <a:bodyPr anchorCtr="0" anchor="ctr" bIns="100125" lIns="100125" spcFirstLastPara="1" rIns="100125" wrap="square" tIns="100125">
              <a:noAutofit/>
            </a:bodyPr>
            <a:lstStyle/>
            <a:p>
              <a:pPr indent="0" lvl="0" marL="0" rtl="0" algn="l">
                <a:spcBef>
                  <a:spcPts val="0"/>
                </a:spcBef>
                <a:spcAft>
                  <a:spcPts val="0"/>
                </a:spcAft>
                <a:buNone/>
              </a:pPr>
              <a:r>
                <a:t/>
              </a:r>
              <a:endParaRPr/>
            </a:p>
          </p:txBody>
        </p:sp>
        <p:sp>
          <p:nvSpPr>
            <p:cNvPr id="1394" name="Google Shape;1394;p106"/>
            <p:cNvSpPr/>
            <p:nvPr/>
          </p:nvSpPr>
          <p:spPr>
            <a:xfrm>
              <a:off x="867537" y="2247026"/>
              <a:ext cx="205649" cy="205458"/>
            </a:xfrm>
            <a:custGeom>
              <a:rect b="b" l="l" r="r" t="t"/>
              <a:pathLst>
                <a:path extrusionOk="0" h="7528" w="7535">
                  <a:moveTo>
                    <a:pt x="4310" y="3226"/>
                  </a:moveTo>
                  <a:lnTo>
                    <a:pt x="4310" y="4302"/>
                  </a:lnTo>
                  <a:lnTo>
                    <a:pt x="3233" y="4302"/>
                  </a:lnTo>
                  <a:lnTo>
                    <a:pt x="3233" y="3226"/>
                  </a:lnTo>
                  <a:close/>
                  <a:moveTo>
                    <a:pt x="2153" y="1"/>
                  </a:moveTo>
                  <a:lnTo>
                    <a:pt x="2153" y="1077"/>
                  </a:lnTo>
                  <a:lnTo>
                    <a:pt x="1077" y="1077"/>
                  </a:lnTo>
                  <a:lnTo>
                    <a:pt x="1077" y="2153"/>
                  </a:lnTo>
                  <a:lnTo>
                    <a:pt x="1" y="2153"/>
                  </a:lnTo>
                  <a:lnTo>
                    <a:pt x="1" y="3229"/>
                  </a:lnTo>
                  <a:lnTo>
                    <a:pt x="1077" y="3229"/>
                  </a:lnTo>
                  <a:lnTo>
                    <a:pt x="1077" y="4306"/>
                  </a:lnTo>
                  <a:lnTo>
                    <a:pt x="1" y="4306"/>
                  </a:lnTo>
                  <a:lnTo>
                    <a:pt x="1" y="5375"/>
                  </a:lnTo>
                  <a:lnTo>
                    <a:pt x="1077" y="5375"/>
                  </a:lnTo>
                  <a:lnTo>
                    <a:pt x="1077" y="6451"/>
                  </a:lnTo>
                  <a:lnTo>
                    <a:pt x="2153" y="6451"/>
                  </a:lnTo>
                  <a:lnTo>
                    <a:pt x="2153" y="7527"/>
                  </a:lnTo>
                  <a:lnTo>
                    <a:pt x="3230" y="7527"/>
                  </a:lnTo>
                  <a:lnTo>
                    <a:pt x="3230" y="6451"/>
                  </a:lnTo>
                  <a:lnTo>
                    <a:pt x="4306" y="6451"/>
                  </a:lnTo>
                  <a:lnTo>
                    <a:pt x="4306" y="7527"/>
                  </a:lnTo>
                  <a:lnTo>
                    <a:pt x="5382" y="7527"/>
                  </a:lnTo>
                  <a:lnTo>
                    <a:pt x="5382" y="6451"/>
                  </a:lnTo>
                  <a:lnTo>
                    <a:pt x="6459" y="6451"/>
                  </a:lnTo>
                  <a:lnTo>
                    <a:pt x="6459" y="5375"/>
                  </a:lnTo>
                  <a:lnTo>
                    <a:pt x="7535" y="5375"/>
                  </a:lnTo>
                  <a:lnTo>
                    <a:pt x="7535" y="4299"/>
                  </a:lnTo>
                  <a:lnTo>
                    <a:pt x="6459" y="4299"/>
                  </a:lnTo>
                  <a:lnTo>
                    <a:pt x="6459" y="3222"/>
                  </a:lnTo>
                  <a:lnTo>
                    <a:pt x="7535" y="3222"/>
                  </a:lnTo>
                  <a:lnTo>
                    <a:pt x="7535" y="2153"/>
                  </a:lnTo>
                  <a:lnTo>
                    <a:pt x="6459" y="2153"/>
                  </a:lnTo>
                  <a:lnTo>
                    <a:pt x="6459" y="1077"/>
                  </a:lnTo>
                  <a:lnTo>
                    <a:pt x="5382" y="1077"/>
                  </a:lnTo>
                  <a:lnTo>
                    <a:pt x="5382" y="1"/>
                  </a:lnTo>
                  <a:lnTo>
                    <a:pt x="4306" y="1"/>
                  </a:lnTo>
                  <a:lnTo>
                    <a:pt x="4306" y="1077"/>
                  </a:lnTo>
                  <a:lnTo>
                    <a:pt x="3230" y="1077"/>
                  </a:lnTo>
                  <a:lnTo>
                    <a:pt x="3230" y="1"/>
                  </a:lnTo>
                  <a:close/>
                </a:path>
              </a:pathLst>
            </a:custGeom>
            <a:solidFill>
              <a:schemeClr val="accent2"/>
            </a:solidFill>
            <a:ln>
              <a:noFill/>
            </a:ln>
          </p:spPr>
          <p:txBody>
            <a:bodyPr anchorCtr="0" anchor="ctr" bIns="100125" lIns="100125" spcFirstLastPara="1" rIns="100125" wrap="square" tIns="100125">
              <a:noAutofit/>
            </a:bodyPr>
            <a:lstStyle/>
            <a:p>
              <a:pPr indent="0" lvl="0" marL="0" rtl="0" algn="l">
                <a:spcBef>
                  <a:spcPts val="0"/>
                </a:spcBef>
                <a:spcAft>
                  <a:spcPts val="0"/>
                </a:spcAft>
                <a:buNone/>
              </a:pPr>
              <a:r>
                <a:t/>
              </a:r>
              <a:endParaRPr/>
            </a:p>
          </p:txBody>
        </p:sp>
      </p:grpSp>
      <p:grpSp>
        <p:nvGrpSpPr>
          <p:cNvPr id="1395" name="Google Shape;1395;p106"/>
          <p:cNvGrpSpPr/>
          <p:nvPr/>
        </p:nvGrpSpPr>
        <p:grpSpPr>
          <a:xfrm>
            <a:off x="7084790" y="2265766"/>
            <a:ext cx="495633" cy="546891"/>
            <a:chOff x="744557" y="4028134"/>
            <a:chExt cx="452592" cy="499398"/>
          </a:xfrm>
        </p:grpSpPr>
        <p:sp>
          <p:nvSpPr>
            <p:cNvPr id="1396" name="Google Shape;1396;p106"/>
            <p:cNvSpPr/>
            <p:nvPr/>
          </p:nvSpPr>
          <p:spPr>
            <a:xfrm>
              <a:off x="744557" y="4028134"/>
              <a:ext cx="452592" cy="323826"/>
            </a:xfrm>
            <a:custGeom>
              <a:rect b="b" l="l" r="r" t="t"/>
              <a:pathLst>
                <a:path extrusionOk="0" h="11865" w="16583">
                  <a:moveTo>
                    <a:pt x="13368" y="1"/>
                  </a:moveTo>
                  <a:lnTo>
                    <a:pt x="13368" y="3215"/>
                  </a:lnTo>
                  <a:lnTo>
                    <a:pt x="14440" y="3215"/>
                  </a:lnTo>
                  <a:lnTo>
                    <a:pt x="14440" y="4288"/>
                  </a:lnTo>
                  <a:lnTo>
                    <a:pt x="12295" y="4288"/>
                  </a:lnTo>
                  <a:lnTo>
                    <a:pt x="12295" y="2143"/>
                  </a:lnTo>
                  <a:lnTo>
                    <a:pt x="11222" y="2143"/>
                  </a:lnTo>
                  <a:lnTo>
                    <a:pt x="11222" y="6430"/>
                  </a:lnTo>
                  <a:lnTo>
                    <a:pt x="9080" y="6430"/>
                  </a:lnTo>
                  <a:lnTo>
                    <a:pt x="9080" y="4292"/>
                  </a:lnTo>
                  <a:lnTo>
                    <a:pt x="10153" y="4292"/>
                  </a:lnTo>
                  <a:lnTo>
                    <a:pt x="10153" y="1077"/>
                  </a:lnTo>
                  <a:lnTo>
                    <a:pt x="6935" y="1077"/>
                  </a:lnTo>
                  <a:lnTo>
                    <a:pt x="6935" y="4292"/>
                  </a:lnTo>
                  <a:lnTo>
                    <a:pt x="8007" y="4292"/>
                  </a:lnTo>
                  <a:lnTo>
                    <a:pt x="8007" y="6437"/>
                  </a:lnTo>
                  <a:lnTo>
                    <a:pt x="5866" y="6437"/>
                  </a:lnTo>
                  <a:lnTo>
                    <a:pt x="5866" y="2150"/>
                  </a:lnTo>
                  <a:lnTo>
                    <a:pt x="4793" y="2150"/>
                  </a:lnTo>
                  <a:lnTo>
                    <a:pt x="4793" y="4292"/>
                  </a:lnTo>
                  <a:lnTo>
                    <a:pt x="2644" y="4292"/>
                  </a:lnTo>
                  <a:lnTo>
                    <a:pt x="2644" y="3219"/>
                  </a:lnTo>
                  <a:lnTo>
                    <a:pt x="3717" y="3219"/>
                  </a:lnTo>
                  <a:lnTo>
                    <a:pt x="3717" y="4"/>
                  </a:lnTo>
                  <a:lnTo>
                    <a:pt x="502" y="4"/>
                  </a:lnTo>
                  <a:lnTo>
                    <a:pt x="502" y="3219"/>
                  </a:lnTo>
                  <a:lnTo>
                    <a:pt x="1571" y="3219"/>
                  </a:lnTo>
                  <a:lnTo>
                    <a:pt x="1571" y="5364"/>
                  </a:lnTo>
                  <a:lnTo>
                    <a:pt x="4789" y="5364"/>
                  </a:lnTo>
                  <a:lnTo>
                    <a:pt x="4789" y="6437"/>
                  </a:lnTo>
                  <a:lnTo>
                    <a:pt x="2894" y="6437"/>
                  </a:lnTo>
                  <a:lnTo>
                    <a:pt x="1" y="10795"/>
                  </a:lnTo>
                  <a:lnTo>
                    <a:pt x="7598" y="10795"/>
                  </a:lnTo>
                  <a:lnTo>
                    <a:pt x="9740" y="11864"/>
                  </a:lnTo>
                  <a:lnTo>
                    <a:pt x="14624" y="11864"/>
                  </a:lnTo>
                  <a:cubicBezTo>
                    <a:pt x="15859" y="10583"/>
                    <a:pt x="16582" y="8787"/>
                    <a:pt x="16582" y="6970"/>
                  </a:cubicBezTo>
                  <a:lnTo>
                    <a:pt x="16582" y="6430"/>
                  </a:lnTo>
                  <a:lnTo>
                    <a:pt x="12295" y="6430"/>
                  </a:lnTo>
                  <a:lnTo>
                    <a:pt x="12295" y="5361"/>
                  </a:lnTo>
                  <a:lnTo>
                    <a:pt x="15510" y="5361"/>
                  </a:lnTo>
                  <a:lnTo>
                    <a:pt x="15510" y="3215"/>
                  </a:lnTo>
                  <a:lnTo>
                    <a:pt x="16582" y="3215"/>
                  </a:lnTo>
                  <a:lnTo>
                    <a:pt x="16582" y="1"/>
                  </a:lnTo>
                  <a:close/>
                </a:path>
              </a:pathLst>
            </a:custGeom>
            <a:solidFill>
              <a:schemeClr val="accent2"/>
            </a:solidFill>
            <a:ln>
              <a:noFill/>
            </a:ln>
          </p:spPr>
          <p:txBody>
            <a:bodyPr anchorCtr="0" anchor="ctr" bIns="100125" lIns="100125" spcFirstLastPara="1" rIns="100125" wrap="square" tIns="100125">
              <a:noAutofit/>
            </a:bodyPr>
            <a:lstStyle/>
            <a:p>
              <a:pPr indent="0" lvl="0" marL="0" rtl="0" algn="l">
                <a:spcBef>
                  <a:spcPts val="0"/>
                </a:spcBef>
                <a:spcAft>
                  <a:spcPts val="0"/>
                </a:spcAft>
                <a:buNone/>
              </a:pPr>
              <a:r>
                <a:t/>
              </a:r>
              <a:endParaRPr/>
            </a:p>
          </p:txBody>
        </p:sp>
        <p:sp>
          <p:nvSpPr>
            <p:cNvPr id="1397" name="Google Shape;1397;p106"/>
            <p:cNvSpPr/>
            <p:nvPr/>
          </p:nvSpPr>
          <p:spPr>
            <a:xfrm>
              <a:off x="875260" y="4028243"/>
              <a:ext cx="29203" cy="29285"/>
            </a:xfrm>
            <a:custGeom>
              <a:rect b="b" l="l" r="r" t="t"/>
              <a:pathLst>
                <a:path extrusionOk="0" h="1073" w="1070">
                  <a:moveTo>
                    <a:pt x="0" y="0"/>
                  </a:moveTo>
                  <a:lnTo>
                    <a:pt x="0" y="1073"/>
                  </a:lnTo>
                  <a:lnTo>
                    <a:pt x="1069" y="1073"/>
                  </a:lnTo>
                  <a:lnTo>
                    <a:pt x="1069" y="0"/>
                  </a:lnTo>
                  <a:close/>
                </a:path>
              </a:pathLst>
            </a:custGeom>
            <a:solidFill>
              <a:schemeClr val="accent2"/>
            </a:solidFill>
            <a:ln>
              <a:noFill/>
            </a:ln>
          </p:spPr>
          <p:txBody>
            <a:bodyPr anchorCtr="0" anchor="ctr" bIns="100125" lIns="100125" spcFirstLastPara="1" rIns="100125" wrap="square" tIns="100125">
              <a:noAutofit/>
            </a:bodyPr>
            <a:lstStyle/>
            <a:p>
              <a:pPr indent="0" lvl="0" marL="0" rtl="0" algn="l">
                <a:spcBef>
                  <a:spcPts val="0"/>
                </a:spcBef>
                <a:spcAft>
                  <a:spcPts val="0"/>
                </a:spcAft>
                <a:buNone/>
              </a:pPr>
              <a:r>
                <a:t/>
              </a:r>
              <a:endParaRPr/>
            </a:p>
          </p:txBody>
        </p:sp>
        <p:sp>
          <p:nvSpPr>
            <p:cNvPr id="1398" name="Google Shape;1398;p106"/>
            <p:cNvSpPr/>
            <p:nvPr/>
          </p:nvSpPr>
          <p:spPr>
            <a:xfrm>
              <a:off x="1050833" y="4028243"/>
              <a:ext cx="29285" cy="29285"/>
            </a:xfrm>
            <a:custGeom>
              <a:rect b="b" l="l" r="r" t="t"/>
              <a:pathLst>
                <a:path extrusionOk="0" h="1073" w="1073">
                  <a:moveTo>
                    <a:pt x="0" y="0"/>
                  </a:moveTo>
                  <a:lnTo>
                    <a:pt x="0" y="1073"/>
                  </a:lnTo>
                  <a:lnTo>
                    <a:pt x="1073" y="1073"/>
                  </a:lnTo>
                  <a:lnTo>
                    <a:pt x="1073" y="0"/>
                  </a:lnTo>
                  <a:close/>
                </a:path>
              </a:pathLst>
            </a:custGeom>
            <a:solidFill>
              <a:schemeClr val="accent2"/>
            </a:solidFill>
            <a:ln>
              <a:noFill/>
            </a:ln>
          </p:spPr>
          <p:txBody>
            <a:bodyPr anchorCtr="0" anchor="ctr" bIns="100125" lIns="100125" spcFirstLastPara="1" rIns="100125" wrap="square" tIns="100125">
              <a:noAutofit/>
            </a:bodyPr>
            <a:lstStyle/>
            <a:p>
              <a:pPr indent="0" lvl="0" marL="0" rtl="0" algn="l">
                <a:spcBef>
                  <a:spcPts val="0"/>
                </a:spcBef>
                <a:spcAft>
                  <a:spcPts val="0"/>
                </a:spcAft>
                <a:buNone/>
              </a:pPr>
              <a:r>
                <a:t/>
              </a:r>
              <a:endParaRPr/>
            </a:p>
          </p:txBody>
        </p:sp>
        <p:sp>
          <p:nvSpPr>
            <p:cNvPr id="1399" name="Google Shape;1399;p106"/>
            <p:cNvSpPr/>
            <p:nvPr/>
          </p:nvSpPr>
          <p:spPr>
            <a:xfrm>
              <a:off x="933803" y="4381190"/>
              <a:ext cx="175600" cy="146342"/>
            </a:xfrm>
            <a:custGeom>
              <a:rect b="b" l="l" r="r" t="t"/>
              <a:pathLst>
                <a:path extrusionOk="0" h="5362" w="6434">
                  <a:moveTo>
                    <a:pt x="2905" y="1"/>
                  </a:moveTo>
                  <a:lnTo>
                    <a:pt x="1" y="2905"/>
                  </a:lnTo>
                  <a:lnTo>
                    <a:pt x="1" y="5361"/>
                  </a:lnTo>
                  <a:lnTo>
                    <a:pt x="1073" y="5361"/>
                  </a:lnTo>
                  <a:lnTo>
                    <a:pt x="1073" y="4288"/>
                  </a:lnTo>
                  <a:lnTo>
                    <a:pt x="2679" y="4288"/>
                  </a:lnTo>
                  <a:lnTo>
                    <a:pt x="2679" y="5361"/>
                  </a:lnTo>
                  <a:lnTo>
                    <a:pt x="3752" y="5361"/>
                  </a:lnTo>
                  <a:lnTo>
                    <a:pt x="3752" y="4288"/>
                  </a:lnTo>
                  <a:lnTo>
                    <a:pt x="5361" y="4288"/>
                  </a:lnTo>
                  <a:lnTo>
                    <a:pt x="5361" y="5361"/>
                  </a:lnTo>
                  <a:lnTo>
                    <a:pt x="6434" y="5361"/>
                  </a:lnTo>
                  <a:lnTo>
                    <a:pt x="6434" y="1"/>
                  </a:lnTo>
                  <a:close/>
                </a:path>
              </a:pathLst>
            </a:custGeom>
            <a:solidFill>
              <a:schemeClr val="accent2"/>
            </a:solidFill>
            <a:ln>
              <a:noFill/>
            </a:ln>
          </p:spPr>
          <p:txBody>
            <a:bodyPr anchorCtr="0" anchor="ctr" bIns="100125" lIns="100125" spcFirstLastPara="1" rIns="100125" wrap="square" tIns="100125">
              <a:noAutofit/>
            </a:bodyPr>
            <a:lstStyle/>
            <a:p>
              <a:pPr indent="0" lvl="0" marL="0" rtl="0" algn="l">
                <a:spcBef>
                  <a:spcPts val="0"/>
                </a:spcBef>
                <a:spcAft>
                  <a:spcPts val="0"/>
                </a:spcAft>
                <a:buNone/>
              </a:pPr>
              <a:r>
                <a:t/>
              </a:r>
              <a:endParaRPr/>
            </a:p>
          </p:txBody>
        </p:sp>
        <p:sp>
          <p:nvSpPr>
            <p:cNvPr id="1400" name="Google Shape;1400;p106"/>
            <p:cNvSpPr/>
            <p:nvPr/>
          </p:nvSpPr>
          <p:spPr>
            <a:xfrm>
              <a:off x="816691" y="4351932"/>
              <a:ext cx="165502" cy="87855"/>
            </a:xfrm>
            <a:custGeom>
              <a:rect b="b" l="l" r="r" t="t"/>
              <a:pathLst>
                <a:path extrusionOk="0" h="3219" w="6064">
                  <a:moveTo>
                    <a:pt x="1" y="0"/>
                  </a:moveTo>
                  <a:lnTo>
                    <a:pt x="1" y="3218"/>
                  </a:lnTo>
                  <a:lnTo>
                    <a:pt x="3530" y="3218"/>
                  </a:lnTo>
                  <a:lnTo>
                    <a:pt x="6063" y="685"/>
                  </a:lnTo>
                  <a:lnTo>
                    <a:pt x="4694" y="0"/>
                  </a:lnTo>
                  <a:close/>
                </a:path>
              </a:pathLst>
            </a:custGeom>
            <a:solidFill>
              <a:schemeClr val="accent2"/>
            </a:solidFill>
            <a:ln>
              <a:noFill/>
            </a:ln>
          </p:spPr>
          <p:txBody>
            <a:bodyPr anchorCtr="0" anchor="ctr" bIns="100125" lIns="100125" spcFirstLastPara="1" rIns="100125" wrap="square" tIns="100125">
              <a:noAutofit/>
            </a:bodyPr>
            <a:lstStyle/>
            <a:p>
              <a:pPr indent="0" lvl="0" marL="0" rtl="0" algn="l">
                <a:spcBef>
                  <a:spcPts val="0"/>
                </a:spcBef>
                <a:spcAft>
                  <a:spcPts val="0"/>
                </a:spcAft>
                <a:buNone/>
              </a:pPr>
              <a:r>
                <a:t/>
              </a:r>
              <a:endParaRPr/>
            </a:p>
          </p:txBody>
        </p:sp>
      </p:grpSp>
      <p:grpSp>
        <p:nvGrpSpPr>
          <p:cNvPr id="1401" name="Google Shape;1401;p106"/>
          <p:cNvGrpSpPr/>
          <p:nvPr/>
        </p:nvGrpSpPr>
        <p:grpSpPr>
          <a:xfrm>
            <a:off x="1796073" y="2246841"/>
            <a:ext cx="417400" cy="548046"/>
            <a:chOff x="2380442" y="3324315"/>
            <a:chExt cx="381222" cy="500544"/>
          </a:xfrm>
        </p:grpSpPr>
        <p:sp>
          <p:nvSpPr>
            <p:cNvPr id="1402" name="Google Shape;1402;p106"/>
            <p:cNvSpPr/>
            <p:nvPr/>
          </p:nvSpPr>
          <p:spPr>
            <a:xfrm>
              <a:off x="2380442" y="3707529"/>
              <a:ext cx="381222" cy="117330"/>
            </a:xfrm>
            <a:custGeom>
              <a:rect b="b" l="l" r="r" t="t"/>
              <a:pathLst>
                <a:path extrusionOk="0" h="4299" w="13968">
                  <a:moveTo>
                    <a:pt x="2690" y="1"/>
                  </a:moveTo>
                  <a:cubicBezTo>
                    <a:pt x="1208" y="1"/>
                    <a:pt x="1" y="1204"/>
                    <a:pt x="1" y="2686"/>
                  </a:cubicBezTo>
                  <a:lnTo>
                    <a:pt x="1" y="4299"/>
                  </a:lnTo>
                  <a:lnTo>
                    <a:pt x="13968" y="4299"/>
                  </a:lnTo>
                  <a:lnTo>
                    <a:pt x="13968" y="2686"/>
                  </a:lnTo>
                  <a:cubicBezTo>
                    <a:pt x="13968" y="1204"/>
                    <a:pt x="12764" y="1"/>
                    <a:pt x="11282" y="1"/>
                  </a:cubicBezTo>
                  <a:lnTo>
                    <a:pt x="10358" y="1"/>
                  </a:lnTo>
                  <a:cubicBezTo>
                    <a:pt x="10139" y="152"/>
                    <a:pt x="9910" y="290"/>
                    <a:pt x="9670" y="417"/>
                  </a:cubicBezTo>
                  <a:lnTo>
                    <a:pt x="9670" y="540"/>
                  </a:lnTo>
                  <a:cubicBezTo>
                    <a:pt x="9670" y="2019"/>
                    <a:pt x="8466" y="3226"/>
                    <a:pt x="6984" y="3226"/>
                  </a:cubicBezTo>
                  <a:cubicBezTo>
                    <a:pt x="5502" y="3226"/>
                    <a:pt x="4299" y="2022"/>
                    <a:pt x="4299" y="540"/>
                  </a:cubicBezTo>
                  <a:lnTo>
                    <a:pt x="4299" y="417"/>
                  </a:lnTo>
                  <a:cubicBezTo>
                    <a:pt x="4055" y="293"/>
                    <a:pt x="3830" y="156"/>
                    <a:pt x="3611" y="1"/>
                  </a:cubicBezTo>
                  <a:close/>
                </a:path>
              </a:pathLst>
            </a:custGeom>
            <a:solidFill>
              <a:schemeClr val="accent2"/>
            </a:solidFill>
            <a:ln>
              <a:noFill/>
            </a:ln>
          </p:spPr>
          <p:txBody>
            <a:bodyPr anchorCtr="0" anchor="ctr" bIns="100100" lIns="100100" spcFirstLastPara="1" rIns="100100" wrap="square" tIns="100100">
              <a:noAutofit/>
            </a:bodyPr>
            <a:lstStyle/>
            <a:p>
              <a:pPr indent="0" lvl="0" marL="0" rtl="0" algn="l">
                <a:spcBef>
                  <a:spcPts val="0"/>
                </a:spcBef>
                <a:spcAft>
                  <a:spcPts val="0"/>
                </a:spcAft>
                <a:buNone/>
              </a:pPr>
              <a:r>
                <a:t/>
              </a:r>
              <a:endParaRPr/>
            </a:p>
          </p:txBody>
        </p:sp>
        <p:sp>
          <p:nvSpPr>
            <p:cNvPr id="1403" name="Google Shape;1403;p106"/>
            <p:cNvSpPr/>
            <p:nvPr/>
          </p:nvSpPr>
          <p:spPr>
            <a:xfrm>
              <a:off x="2585791" y="3353900"/>
              <a:ext cx="175873" cy="263891"/>
            </a:xfrm>
            <a:custGeom>
              <a:rect b="b" l="l" r="r" t="t"/>
              <a:pathLst>
                <a:path extrusionOk="0" h="9669" w="6444">
                  <a:moveTo>
                    <a:pt x="2686" y="6444"/>
                  </a:moveTo>
                  <a:lnTo>
                    <a:pt x="2686" y="7520"/>
                  </a:lnTo>
                  <a:lnTo>
                    <a:pt x="1609" y="7520"/>
                  </a:lnTo>
                  <a:lnTo>
                    <a:pt x="1609" y="6444"/>
                  </a:lnTo>
                  <a:close/>
                  <a:moveTo>
                    <a:pt x="0" y="0"/>
                  </a:moveTo>
                  <a:lnTo>
                    <a:pt x="0" y="7520"/>
                  </a:lnTo>
                  <a:cubicBezTo>
                    <a:pt x="0" y="8705"/>
                    <a:pt x="960" y="9669"/>
                    <a:pt x="2149" y="9669"/>
                  </a:cubicBezTo>
                  <a:lnTo>
                    <a:pt x="4009" y="9669"/>
                  </a:lnTo>
                  <a:cubicBezTo>
                    <a:pt x="4132" y="9323"/>
                    <a:pt x="4203" y="8963"/>
                    <a:pt x="4249" y="8593"/>
                  </a:cubicBezTo>
                  <a:lnTo>
                    <a:pt x="6444" y="8593"/>
                  </a:lnTo>
                  <a:lnTo>
                    <a:pt x="6444" y="3218"/>
                  </a:lnTo>
                  <a:lnTo>
                    <a:pt x="5367" y="3218"/>
                  </a:lnTo>
                  <a:lnTo>
                    <a:pt x="5367" y="5367"/>
                  </a:lnTo>
                  <a:lnTo>
                    <a:pt x="4291" y="5367"/>
                  </a:lnTo>
                  <a:lnTo>
                    <a:pt x="4291" y="4295"/>
                  </a:lnTo>
                  <a:lnTo>
                    <a:pt x="2682" y="4295"/>
                  </a:lnTo>
                  <a:lnTo>
                    <a:pt x="2682" y="5371"/>
                  </a:lnTo>
                  <a:lnTo>
                    <a:pt x="1609" y="5371"/>
                  </a:lnTo>
                  <a:lnTo>
                    <a:pt x="1609" y="0"/>
                  </a:lnTo>
                  <a:close/>
                </a:path>
              </a:pathLst>
            </a:custGeom>
            <a:solidFill>
              <a:schemeClr val="accent2"/>
            </a:solidFill>
            <a:ln>
              <a:noFill/>
            </a:ln>
          </p:spPr>
          <p:txBody>
            <a:bodyPr anchorCtr="0" anchor="ctr" bIns="100100" lIns="100100" spcFirstLastPara="1" rIns="100100" wrap="square" tIns="100100">
              <a:noAutofit/>
            </a:bodyPr>
            <a:lstStyle/>
            <a:p>
              <a:pPr indent="0" lvl="0" marL="0" rtl="0" algn="l">
                <a:spcBef>
                  <a:spcPts val="0"/>
                </a:spcBef>
                <a:spcAft>
                  <a:spcPts val="0"/>
                </a:spcAft>
                <a:buNone/>
              </a:pPr>
              <a:r>
                <a:t/>
              </a:r>
              <a:endParaRPr/>
            </a:p>
          </p:txBody>
        </p:sp>
        <p:sp>
          <p:nvSpPr>
            <p:cNvPr id="1404" name="Google Shape;1404;p106"/>
            <p:cNvSpPr/>
            <p:nvPr/>
          </p:nvSpPr>
          <p:spPr>
            <a:xfrm>
              <a:off x="2439012" y="3460887"/>
              <a:ext cx="241266" cy="305430"/>
            </a:xfrm>
            <a:custGeom>
              <a:rect b="b" l="l" r="r" t="t"/>
              <a:pathLst>
                <a:path extrusionOk="0" h="11191" w="8840">
                  <a:moveTo>
                    <a:pt x="0" y="0"/>
                  </a:moveTo>
                  <a:lnTo>
                    <a:pt x="0" y="4136"/>
                  </a:lnTo>
                  <a:cubicBezTo>
                    <a:pt x="0" y="6193"/>
                    <a:pt x="1306" y="8078"/>
                    <a:pt x="3226" y="8752"/>
                  </a:cubicBezTo>
                  <a:lnTo>
                    <a:pt x="3226" y="9581"/>
                  </a:lnTo>
                  <a:cubicBezTo>
                    <a:pt x="3226" y="10467"/>
                    <a:pt x="3949" y="11190"/>
                    <a:pt x="4838" y="11190"/>
                  </a:cubicBezTo>
                  <a:cubicBezTo>
                    <a:pt x="5727" y="11190"/>
                    <a:pt x="6451" y="10467"/>
                    <a:pt x="6451" y="9581"/>
                  </a:cubicBezTo>
                  <a:lnTo>
                    <a:pt x="6451" y="8752"/>
                  </a:lnTo>
                  <a:cubicBezTo>
                    <a:pt x="7446" y="8399"/>
                    <a:pt x="8272" y="7665"/>
                    <a:pt x="8840" y="6825"/>
                  </a:cubicBezTo>
                  <a:lnTo>
                    <a:pt x="7520" y="6825"/>
                  </a:lnTo>
                  <a:cubicBezTo>
                    <a:pt x="5745" y="6825"/>
                    <a:pt x="4298" y="5378"/>
                    <a:pt x="4298" y="3600"/>
                  </a:cubicBezTo>
                  <a:lnTo>
                    <a:pt x="4298" y="375"/>
                  </a:lnTo>
                  <a:lnTo>
                    <a:pt x="1609" y="375"/>
                  </a:lnTo>
                  <a:cubicBezTo>
                    <a:pt x="1034" y="375"/>
                    <a:pt x="491" y="233"/>
                    <a:pt x="0" y="0"/>
                  </a:cubicBezTo>
                  <a:close/>
                </a:path>
              </a:pathLst>
            </a:custGeom>
            <a:solidFill>
              <a:schemeClr val="accent2"/>
            </a:solidFill>
            <a:ln>
              <a:noFill/>
            </a:ln>
          </p:spPr>
          <p:txBody>
            <a:bodyPr anchorCtr="0" anchor="ctr" bIns="100100" lIns="100100" spcFirstLastPara="1" rIns="100100" wrap="square" tIns="100100">
              <a:noAutofit/>
            </a:bodyPr>
            <a:lstStyle/>
            <a:p>
              <a:pPr indent="0" lvl="0" marL="0" rtl="0" algn="l">
                <a:spcBef>
                  <a:spcPts val="0"/>
                </a:spcBef>
                <a:spcAft>
                  <a:spcPts val="0"/>
                </a:spcAft>
                <a:buNone/>
              </a:pPr>
              <a:r>
                <a:t/>
              </a:r>
              <a:endParaRPr/>
            </a:p>
          </p:txBody>
        </p:sp>
        <p:sp>
          <p:nvSpPr>
            <p:cNvPr id="1405" name="Google Shape;1405;p106"/>
            <p:cNvSpPr/>
            <p:nvPr/>
          </p:nvSpPr>
          <p:spPr>
            <a:xfrm>
              <a:off x="2409727" y="3324315"/>
              <a:ext cx="146697" cy="117440"/>
            </a:xfrm>
            <a:custGeom>
              <a:rect b="b" l="l" r="r" t="t"/>
              <a:pathLst>
                <a:path extrusionOk="0" h="4303" w="5375">
                  <a:moveTo>
                    <a:pt x="1" y="1"/>
                  </a:moveTo>
                  <a:lnTo>
                    <a:pt x="1" y="8"/>
                  </a:lnTo>
                  <a:lnTo>
                    <a:pt x="1" y="1617"/>
                  </a:lnTo>
                  <a:cubicBezTo>
                    <a:pt x="1" y="3099"/>
                    <a:pt x="1207" y="4302"/>
                    <a:pt x="2690" y="4302"/>
                  </a:cubicBezTo>
                  <a:lnTo>
                    <a:pt x="5375" y="4302"/>
                  </a:lnTo>
                  <a:lnTo>
                    <a:pt x="5375" y="1077"/>
                  </a:lnTo>
                  <a:lnTo>
                    <a:pt x="3766" y="1077"/>
                  </a:lnTo>
                  <a:cubicBezTo>
                    <a:pt x="3469" y="1077"/>
                    <a:pt x="3226" y="837"/>
                    <a:pt x="3226" y="541"/>
                  </a:cubicBezTo>
                  <a:lnTo>
                    <a:pt x="3226" y="1"/>
                  </a:lnTo>
                  <a:close/>
                </a:path>
              </a:pathLst>
            </a:custGeom>
            <a:solidFill>
              <a:schemeClr val="accent2"/>
            </a:solidFill>
            <a:ln>
              <a:noFill/>
            </a:ln>
          </p:spPr>
          <p:txBody>
            <a:bodyPr anchorCtr="0" anchor="ctr" bIns="100100" lIns="100100" spcFirstLastPara="1" rIns="100100" wrap="square" tIns="100100">
              <a:noAutofit/>
            </a:bodyPr>
            <a:lstStyle/>
            <a:p>
              <a:pPr indent="0" lvl="0" marL="0" rtl="0" algn="l">
                <a:spcBef>
                  <a:spcPts val="0"/>
                </a:spcBef>
                <a:spcAft>
                  <a:spcPts val="0"/>
                </a:spcAft>
                <a:buNone/>
              </a:pPr>
              <a:r>
                <a:t/>
              </a:r>
              <a:endParaRPr/>
            </a:p>
          </p:txBody>
        </p:sp>
        <p:sp>
          <p:nvSpPr>
            <p:cNvPr id="1406" name="Google Shape;1406;p106"/>
            <p:cNvSpPr/>
            <p:nvPr/>
          </p:nvSpPr>
          <p:spPr>
            <a:xfrm>
              <a:off x="2659071" y="3353900"/>
              <a:ext cx="43941" cy="87936"/>
            </a:xfrm>
            <a:custGeom>
              <a:rect b="b" l="l" r="r" t="t"/>
              <a:pathLst>
                <a:path extrusionOk="0" h="3222" w="1610">
                  <a:moveTo>
                    <a:pt x="1" y="0"/>
                  </a:moveTo>
                  <a:lnTo>
                    <a:pt x="1" y="3222"/>
                  </a:lnTo>
                  <a:lnTo>
                    <a:pt x="1610" y="3222"/>
                  </a:lnTo>
                  <a:lnTo>
                    <a:pt x="1610" y="1609"/>
                  </a:lnTo>
                  <a:cubicBezTo>
                    <a:pt x="1610" y="723"/>
                    <a:pt x="886" y="0"/>
                    <a:pt x="1" y="0"/>
                  </a:cubicBezTo>
                  <a:close/>
                </a:path>
              </a:pathLst>
            </a:custGeom>
            <a:solidFill>
              <a:schemeClr val="accent2"/>
            </a:solidFill>
            <a:ln>
              <a:noFill/>
            </a:ln>
          </p:spPr>
          <p:txBody>
            <a:bodyPr anchorCtr="0" anchor="ctr" bIns="100100" lIns="100100" spcFirstLastPara="1" rIns="100100" wrap="square" tIns="100100">
              <a:noAutofit/>
            </a:bodyPr>
            <a:lstStyle/>
            <a:p>
              <a:pPr indent="0" lvl="0" marL="0" rtl="0" algn="l">
                <a:spcBef>
                  <a:spcPts val="0"/>
                </a:spcBef>
                <a:spcAft>
                  <a:spcPts val="0"/>
                </a:spcAft>
                <a:buNone/>
              </a:pPr>
              <a:r>
                <a:t/>
              </a:r>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9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0" name="Shape 1410"/>
        <p:cNvGrpSpPr/>
        <p:nvPr/>
      </p:nvGrpSpPr>
      <p:grpSpPr>
        <a:xfrm>
          <a:off x="0" y="0"/>
          <a:ext cx="0" cy="0"/>
          <a:chOff x="0" y="0"/>
          <a:chExt cx="0" cy="0"/>
        </a:xfrm>
      </p:grpSpPr>
      <p:sp>
        <p:nvSpPr>
          <p:cNvPr id="1411" name="Google Shape;1411;p10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Our </a:t>
            </a:r>
            <a:r>
              <a:rPr lang="en"/>
              <a:t>Mission</a:t>
            </a:r>
            <a:endParaRPr/>
          </a:p>
        </p:txBody>
      </p:sp>
      <p:sp>
        <p:nvSpPr>
          <p:cNvPr id="1412" name="Google Shape;1412;p107"/>
          <p:cNvSpPr txBox="1"/>
          <p:nvPr/>
        </p:nvSpPr>
        <p:spPr>
          <a:xfrm>
            <a:off x="1196600" y="1746548"/>
            <a:ext cx="7331400" cy="2316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500">
                <a:solidFill>
                  <a:schemeClr val="lt2"/>
                </a:solidFill>
                <a:latin typeface="Sora"/>
                <a:ea typeface="Sora"/>
                <a:cs typeface="Sora"/>
                <a:sym typeface="Sora"/>
              </a:rPr>
              <a:t>Our Mission:</a:t>
            </a:r>
            <a:br>
              <a:rPr b="1" lang="en" sz="1500">
                <a:latin typeface="Sora"/>
                <a:ea typeface="Sora"/>
                <a:cs typeface="Sora"/>
                <a:sym typeface="Sora"/>
              </a:rPr>
            </a:br>
            <a:r>
              <a:rPr lang="en" sz="1500">
                <a:latin typeface="Sora"/>
                <a:ea typeface="Sora"/>
                <a:cs typeface="Sora"/>
                <a:sym typeface="Sora"/>
              </a:rPr>
              <a:t>Empower users to take small, daily steps toward better mental health through AI-guided journaling rooted in Cognitive Behavioral Therapy.</a:t>
            </a:r>
            <a:endParaRPr sz="1500">
              <a:latin typeface="Sora"/>
              <a:ea typeface="Sora"/>
              <a:cs typeface="Sora"/>
              <a:sym typeface="Sora"/>
            </a:endParaRPr>
          </a:p>
          <a:p>
            <a:pPr indent="0" lvl="0" marL="0" rtl="0" algn="l">
              <a:lnSpc>
                <a:spcPct val="115000"/>
              </a:lnSpc>
              <a:spcBef>
                <a:spcPts val="1200"/>
              </a:spcBef>
              <a:spcAft>
                <a:spcPts val="0"/>
              </a:spcAft>
              <a:buNone/>
            </a:pPr>
            <a:r>
              <a:t/>
            </a:r>
            <a:endParaRPr sz="1500">
              <a:latin typeface="Sora"/>
              <a:ea typeface="Sora"/>
              <a:cs typeface="Sora"/>
              <a:sym typeface="Sora"/>
            </a:endParaRPr>
          </a:p>
          <a:p>
            <a:pPr indent="0" lvl="0" marL="0" rtl="0" algn="l">
              <a:lnSpc>
                <a:spcPct val="115000"/>
              </a:lnSpc>
              <a:spcBef>
                <a:spcPts val="1200"/>
              </a:spcBef>
              <a:spcAft>
                <a:spcPts val="1200"/>
              </a:spcAft>
              <a:buNone/>
            </a:pPr>
            <a:r>
              <a:rPr b="1" lang="en" sz="1500">
                <a:solidFill>
                  <a:schemeClr val="lt2"/>
                </a:solidFill>
                <a:latin typeface="Sora"/>
                <a:ea typeface="Sora"/>
                <a:cs typeface="Sora"/>
                <a:sym typeface="Sora"/>
              </a:rPr>
              <a:t>Goal:</a:t>
            </a:r>
            <a:br>
              <a:rPr b="1" lang="en" sz="1500">
                <a:latin typeface="Sora"/>
                <a:ea typeface="Sora"/>
                <a:cs typeface="Sora"/>
                <a:sym typeface="Sora"/>
              </a:rPr>
            </a:br>
            <a:r>
              <a:rPr lang="en" sz="1500">
                <a:latin typeface="Sora"/>
                <a:ea typeface="Sora"/>
                <a:cs typeface="Sora"/>
                <a:sym typeface="Sora"/>
              </a:rPr>
              <a:t>Build a tool that feels less like an app and more like a supportive friend that helps users think, feel, and grow.</a:t>
            </a:r>
            <a:endParaRPr sz="1800">
              <a:solidFill>
                <a:schemeClr val="dk1"/>
              </a:solidFill>
              <a:latin typeface="Sora"/>
              <a:ea typeface="Sora"/>
              <a:cs typeface="Sora"/>
              <a:sym typeface="Sora"/>
            </a:endParaRPr>
          </a:p>
        </p:txBody>
      </p:sp>
      <p:sp>
        <p:nvSpPr>
          <p:cNvPr id="1413" name="Google Shape;1413;p107"/>
          <p:cNvSpPr/>
          <p:nvPr/>
        </p:nvSpPr>
        <p:spPr>
          <a:xfrm>
            <a:off x="652073" y="2011887"/>
            <a:ext cx="366573" cy="438705"/>
          </a:xfrm>
          <a:custGeom>
            <a:rect b="b" l="l" r="r" t="t"/>
            <a:pathLst>
              <a:path extrusionOk="0" h="12729" w="10776">
                <a:moveTo>
                  <a:pt x="1670" y="851"/>
                </a:moveTo>
                <a:lnTo>
                  <a:pt x="1670" y="9326"/>
                </a:lnTo>
                <a:cubicBezTo>
                  <a:pt x="1355" y="9326"/>
                  <a:pt x="1072" y="9421"/>
                  <a:pt x="851" y="9578"/>
                </a:cubicBezTo>
                <a:lnTo>
                  <a:pt x="851" y="2049"/>
                </a:lnTo>
                <a:cubicBezTo>
                  <a:pt x="851" y="1481"/>
                  <a:pt x="1198" y="1072"/>
                  <a:pt x="1670" y="851"/>
                </a:cubicBezTo>
                <a:close/>
                <a:moveTo>
                  <a:pt x="9925" y="10177"/>
                </a:moveTo>
                <a:lnTo>
                  <a:pt x="9925" y="10208"/>
                </a:lnTo>
                <a:lnTo>
                  <a:pt x="9925" y="11846"/>
                </a:lnTo>
                <a:lnTo>
                  <a:pt x="1670" y="11846"/>
                </a:lnTo>
                <a:cubicBezTo>
                  <a:pt x="1229" y="11846"/>
                  <a:pt x="851" y="11468"/>
                  <a:pt x="851" y="11027"/>
                </a:cubicBezTo>
                <a:cubicBezTo>
                  <a:pt x="851" y="10586"/>
                  <a:pt x="1229" y="10177"/>
                  <a:pt x="1670" y="10177"/>
                </a:cubicBezTo>
                <a:close/>
                <a:moveTo>
                  <a:pt x="2111" y="1"/>
                </a:moveTo>
                <a:cubicBezTo>
                  <a:pt x="914" y="1"/>
                  <a:pt x="1" y="946"/>
                  <a:pt x="1" y="2080"/>
                </a:cubicBezTo>
                <a:lnTo>
                  <a:pt x="1" y="11059"/>
                </a:lnTo>
                <a:cubicBezTo>
                  <a:pt x="1" y="11973"/>
                  <a:pt x="757" y="12729"/>
                  <a:pt x="1670" y="12729"/>
                </a:cubicBezTo>
                <a:lnTo>
                  <a:pt x="10334" y="12729"/>
                </a:lnTo>
                <a:cubicBezTo>
                  <a:pt x="10586" y="12729"/>
                  <a:pt x="10775" y="12508"/>
                  <a:pt x="10775" y="12319"/>
                </a:cubicBezTo>
                <a:lnTo>
                  <a:pt x="10775" y="473"/>
                </a:lnTo>
                <a:cubicBezTo>
                  <a:pt x="10775" y="221"/>
                  <a:pt x="10586" y="64"/>
                  <a:pt x="10334" y="64"/>
                </a:cubicBezTo>
                <a:lnTo>
                  <a:pt x="9105" y="64"/>
                </a:lnTo>
                <a:lnTo>
                  <a:pt x="9105" y="3781"/>
                </a:lnTo>
                <a:cubicBezTo>
                  <a:pt x="9105" y="4011"/>
                  <a:pt x="8912" y="4171"/>
                  <a:pt x="8708" y="4171"/>
                </a:cubicBezTo>
                <a:cubicBezTo>
                  <a:pt x="8604" y="4171"/>
                  <a:pt x="8498" y="4129"/>
                  <a:pt x="8412" y="4033"/>
                </a:cubicBezTo>
                <a:lnTo>
                  <a:pt x="7845" y="3498"/>
                </a:lnTo>
                <a:lnTo>
                  <a:pt x="7310" y="4033"/>
                </a:lnTo>
                <a:cubicBezTo>
                  <a:pt x="7214" y="4129"/>
                  <a:pt x="7100" y="4171"/>
                  <a:pt x="6991" y="4171"/>
                </a:cubicBezTo>
                <a:cubicBezTo>
                  <a:pt x="6778" y="4171"/>
                  <a:pt x="6585" y="4011"/>
                  <a:pt x="6585" y="3781"/>
                </a:cubicBezTo>
                <a:lnTo>
                  <a:pt x="6585" y="64"/>
                </a:lnTo>
                <a:lnTo>
                  <a:pt x="2111" y="64"/>
                </a:lnTo>
                <a:lnTo>
                  <a:pt x="2111" y="1"/>
                </a:ln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14" name="Google Shape;1414;p107"/>
          <p:cNvGrpSpPr/>
          <p:nvPr/>
        </p:nvGrpSpPr>
        <p:grpSpPr>
          <a:xfrm>
            <a:off x="615991" y="3297827"/>
            <a:ext cx="438726" cy="438688"/>
            <a:chOff x="-30354000" y="3569100"/>
            <a:chExt cx="292250" cy="292225"/>
          </a:xfrm>
        </p:grpSpPr>
        <p:sp>
          <p:nvSpPr>
            <p:cNvPr id="1415" name="Google Shape;1415;p107"/>
            <p:cNvSpPr/>
            <p:nvPr/>
          </p:nvSpPr>
          <p:spPr>
            <a:xfrm>
              <a:off x="-30354000" y="3604550"/>
              <a:ext cx="137875" cy="256000"/>
            </a:xfrm>
            <a:custGeom>
              <a:rect b="b" l="l" r="r" t="t"/>
              <a:pathLst>
                <a:path extrusionOk="0" h="10240" w="5515">
                  <a:moveTo>
                    <a:pt x="662" y="0"/>
                  </a:moveTo>
                  <a:cubicBezTo>
                    <a:pt x="284" y="0"/>
                    <a:pt x="1" y="315"/>
                    <a:pt x="1" y="662"/>
                  </a:cubicBezTo>
                  <a:lnTo>
                    <a:pt x="1" y="4411"/>
                  </a:lnTo>
                  <a:cubicBezTo>
                    <a:pt x="1" y="4632"/>
                    <a:pt x="64" y="4884"/>
                    <a:pt x="190" y="5073"/>
                  </a:cubicBezTo>
                  <a:lnTo>
                    <a:pt x="1639" y="7467"/>
                  </a:lnTo>
                  <a:cubicBezTo>
                    <a:pt x="1891" y="7877"/>
                    <a:pt x="2049" y="8097"/>
                    <a:pt x="2049" y="8538"/>
                  </a:cubicBezTo>
                  <a:lnTo>
                    <a:pt x="2049" y="9861"/>
                  </a:lnTo>
                  <a:cubicBezTo>
                    <a:pt x="2049" y="10082"/>
                    <a:pt x="2206" y="10239"/>
                    <a:pt x="2395" y="10239"/>
                  </a:cubicBezTo>
                  <a:lnTo>
                    <a:pt x="5514" y="10239"/>
                  </a:lnTo>
                  <a:lnTo>
                    <a:pt x="5514" y="6364"/>
                  </a:lnTo>
                  <a:cubicBezTo>
                    <a:pt x="5514" y="5986"/>
                    <a:pt x="5357" y="5671"/>
                    <a:pt x="5168" y="5419"/>
                  </a:cubicBezTo>
                  <a:cubicBezTo>
                    <a:pt x="5167" y="5420"/>
                    <a:pt x="5165" y="5421"/>
                    <a:pt x="5163" y="5421"/>
                  </a:cubicBezTo>
                  <a:cubicBezTo>
                    <a:pt x="5042" y="5421"/>
                    <a:pt x="3214" y="3623"/>
                    <a:pt x="3183" y="3592"/>
                  </a:cubicBezTo>
                  <a:cubicBezTo>
                    <a:pt x="3041" y="3432"/>
                    <a:pt x="2828" y="3332"/>
                    <a:pt x="2613" y="3332"/>
                  </a:cubicBezTo>
                  <a:cubicBezTo>
                    <a:pt x="2448" y="3332"/>
                    <a:pt x="2280" y="3392"/>
                    <a:pt x="2143" y="3529"/>
                  </a:cubicBezTo>
                  <a:cubicBezTo>
                    <a:pt x="1891" y="3812"/>
                    <a:pt x="1923" y="4285"/>
                    <a:pt x="2112" y="4442"/>
                  </a:cubicBezTo>
                  <a:lnTo>
                    <a:pt x="3970" y="6301"/>
                  </a:lnTo>
                  <a:cubicBezTo>
                    <a:pt x="4097" y="6427"/>
                    <a:pt x="4097" y="6648"/>
                    <a:pt x="3970" y="6774"/>
                  </a:cubicBezTo>
                  <a:cubicBezTo>
                    <a:pt x="3907" y="6821"/>
                    <a:pt x="3821" y="6845"/>
                    <a:pt x="3734" y="6845"/>
                  </a:cubicBezTo>
                  <a:cubicBezTo>
                    <a:pt x="3648" y="6845"/>
                    <a:pt x="3561" y="6821"/>
                    <a:pt x="3498" y="6774"/>
                  </a:cubicBezTo>
                  <a:lnTo>
                    <a:pt x="1639" y="4915"/>
                  </a:lnTo>
                  <a:cubicBezTo>
                    <a:pt x="1450" y="4726"/>
                    <a:pt x="1324" y="4442"/>
                    <a:pt x="1324" y="4190"/>
                  </a:cubicBezTo>
                  <a:lnTo>
                    <a:pt x="1324" y="662"/>
                  </a:lnTo>
                  <a:cubicBezTo>
                    <a:pt x="1324" y="252"/>
                    <a:pt x="1009" y="0"/>
                    <a:pt x="662" y="0"/>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113100" lIns="113100" spcFirstLastPara="1" rIns="113100" wrap="square" tIns="113100">
              <a:noAutofit/>
            </a:bodyPr>
            <a:lstStyle/>
            <a:p>
              <a:pPr indent="0" lvl="0" marL="0" rtl="0" algn="l">
                <a:spcBef>
                  <a:spcPts val="0"/>
                </a:spcBef>
                <a:spcAft>
                  <a:spcPts val="0"/>
                </a:spcAft>
                <a:buNone/>
              </a:pPr>
              <a:r>
                <a:t/>
              </a:r>
              <a:endParaRPr/>
            </a:p>
          </p:txBody>
        </p:sp>
        <p:sp>
          <p:nvSpPr>
            <p:cNvPr id="1416" name="Google Shape;1416;p107"/>
            <p:cNvSpPr/>
            <p:nvPr/>
          </p:nvSpPr>
          <p:spPr>
            <a:xfrm>
              <a:off x="-30198825" y="3604550"/>
              <a:ext cx="137075" cy="256775"/>
            </a:xfrm>
            <a:custGeom>
              <a:rect b="b" l="l" r="r" t="t"/>
              <a:pathLst>
                <a:path extrusionOk="0" h="10271" w="5483">
                  <a:moveTo>
                    <a:pt x="4758" y="0"/>
                  </a:moveTo>
                  <a:cubicBezTo>
                    <a:pt x="4380" y="0"/>
                    <a:pt x="4096" y="315"/>
                    <a:pt x="4096" y="662"/>
                  </a:cubicBezTo>
                  <a:lnTo>
                    <a:pt x="4096" y="4190"/>
                  </a:lnTo>
                  <a:cubicBezTo>
                    <a:pt x="4096" y="4474"/>
                    <a:pt x="3970" y="4758"/>
                    <a:pt x="3781" y="4915"/>
                  </a:cubicBezTo>
                  <a:lnTo>
                    <a:pt x="1922" y="6774"/>
                  </a:lnTo>
                  <a:cubicBezTo>
                    <a:pt x="1875" y="6821"/>
                    <a:pt x="1788" y="6845"/>
                    <a:pt x="1698" y="6845"/>
                  </a:cubicBezTo>
                  <a:cubicBezTo>
                    <a:pt x="1607" y="6845"/>
                    <a:pt x="1513" y="6821"/>
                    <a:pt x="1450" y="6774"/>
                  </a:cubicBezTo>
                  <a:cubicBezTo>
                    <a:pt x="1355" y="6648"/>
                    <a:pt x="1355" y="6427"/>
                    <a:pt x="1450" y="6301"/>
                  </a:cubicBezTo>
                  <a:lnTo>
                    <a:pt x="3308" y="4442"/>
                  </a:lnTo>
                  <a:cubicBezTo>
                    <a:pt x="3497" y="4285"/>
                    <a:pt x="3560" y="3812"/>
                    <a:pt x="3277" y="3529"/>
                  </a:cubicBezTo>
                  <a:cubicBezTo>
                    <a:pt x="3140" y="3392"/>
                    <a:pt x="2972" y="3332"/>
                    <a:pt x="2807" y="3332"/>
                  </a:cubicBezTo>
                  <a:cubicBezTo>
                    <a:pt x="2592" y="3332"/>
                    <a:pt x="2379" y="3432"/>
                    <a:pt x="2237" y="3592"/>
                  </a:cubicBezTo>
                  <a:cubicBezTo>
                    <a:pt x="2237" y="3592"/>
                    <a:pt x="347" y="5419"/>
                    <a:pt x="347" y="5482"/>
                  </a:cubicBezTo>
                  <a:cubicBezTo>
                    <a:pt x="158" y="5671"/>
                    <a:pt x="0" y="6018"/>
                    <a:pt x="0" y="6427"/>
                  </a:cubicBezTo>
                  <a:lnTo>
                    <a:pt x="0" y="8129"/>
                  </a:lnTo>
                  <a:lnTo>
                    <a:pt x="0" y="8412"/>
                  </a:lnTo>
                  <a:lnTo>
                    <a:pt x="0" y="10271"/>
                  </a:lnTo>
                  <a:lnTo>
                    <a:pt x="3088" y="10271"/>
                  </a:lnTo>
                  <a:cubicBezTo>
                    <a:pt x="3277" y="10271"/>
                    <a:pt x="3434" y="10113"/>
                    <a:pt x="3434" y="9924"/>
                  </a:cubicBezTo>
                  <a:lnTo>
                    <a:pt x="3434" y="8570"/>
                  </a:lnTo>
                  <a:cubicBezTo>
                    <a:pt x="3434" y="8129"/>
                    <a:pt x="3623" y="7908"/>
                    <a:pt x="3812" y="7530"/>
                  </a:cubicBezTo>
                  <a:lnTo>
                    <a:pt x="5293" y="5104"/>
                  </a:lnTo>
                  <a:cubicBezTo>
                    <a:pt x="5388" y="4915"/>
                    <a:pt x="5482" y="4663"/>
                    <a:pt x="5482" y="4411"/>
                  </a:cubicBezTo>
                  <a:lnTo>
                    <a:pt x="5482" y="662"/>
                  </a:lnTo>
                  <a:cubicBezTo>
                    <a:pt x="5451" y="284"/>
                    <a:pt x="5136" y="0"/>
                    <a:pt x="4758" y="0"/>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113100" lIns="113100" spcFirstLastPara="1" rIns="113100" wrap="square" tIns="113100">
              <a:noAutofit/>
            </a:bodyPr>
            <a:lstStyle/>
            <a:p>
              <a:pPr indent="0" lvl="0" marL="0" rtl="0" algn="l">
                <a:spcBef>
                  <a:spcPts val="0"/>
                </a:spcBef>
                <a:spcAft>
                  <a:spcPts val="0"/>
                </a:spcAft>
                <a:buNone/>
              </a:pPr>
              <a:r>
                <a:t/>
              </a:r>
              <a:endParaRPr/>
            </a:p>
          </p:txBody>
        </p:sp>
        <p:sp>
          <p:nvSpPr>
            <p:cNvPr id="1417" name="Google Shape;1417;p107"/>
            <p:cNvSpPr/>
            <p:nvPr/>
          </p:nvSpPr>
          <p:spPr>
            <a:xfrm>
              <a:off x="-30139750" y="3636850"/>
              <a:ext cx="26000" cy="37825"/>
            </a:xfrm>
            <a:custGeom>
              <a:rect b="b" l="l" r="r" t="t"/>
              <a:pathLst>
                <a:path extrusionOk="0" h="1513" w="1040">
                  <a:moveTo>
                    <a:pt x="504" y="0"/>
                  </a:moveTo>
                  <a:cubicBezTo>
                    <a:pt x="252" y="32"/>
                    <a:pt x="0" y="284"/>
                    <a:pt x="0" y="567"/>
                  </a:cubicBezTo>
                  <a:lnTo>
                    <a:pt x="0" y="1418"/>
                  </a:lnTo>
                  <a:cubicBezTo>
                    <a:pt x="126" y="1386"/>
                    <a:pt x="252" y="1355"/>
                    <a:pt x="410" y="1355"/>
                  </a:cubicBezTo>
                  <a:cubicBezTo>
                    <a:pt x="630" y="1355"/>
                    <a:pt x="819" y="1386"/>
                    <a:pt x="1040" y="1512"/>
                  </a:cubicBezTo>
                  <a:lnTo>
                    <a:pt x="1040" y="504"/>
                  </a:lnTo>
                  <a:cubicBezTo>
                    <a:pt x="1040" y="252"/>
                    <a:pt x="788" y="0"/>
                    <a:pt x="504" y="0"/>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113100" lIns="113100" spcFirstLastPara="1" rIns="113100" wrap="square" tIns="113100">
              <a:noAutofit/>
            </a:bodyPr>
            <a:lstStyle/>
            <a:p>
              <a:pPr indent="0" lvl="0" marL="0" rtl="0" algn="l">
                <a:spcBef>
                  <a:spcPts val="0"/>
                </a:spcBef>
                <a:spcAft>
                  <a:spcPts val="0"/>
                </a:spcAft>
                <a:buNone/>
              </a:pPr>
              <a:r>
                <a:t/>
              </a:r>
              <a:endParaRPr/>
            </a:p>
          </p:txBody>
        </p:sp>
        <p:sp>
          <p:nvSpPr>
            <p:cNvPr id="1418" name="Google Shape;1418;p107"/>
            <p:cNvSpPr/>
            <p:nvPr/>
          </p:nvSpPr>
          <p:spPr>
            <a:xfrm>
              <a:off x="-30302800" y="3638950"/>
              <a:ext cx="25225" cy="36500"/>
            </a:xfrm>
            <a:custGeom>
              <a:rect b="b" l="l" r="r" t="t"/>
              <a:pathLst>
                <a:path extrusionOk="0" h="1460" w="1009">
                  <a:moveTo>
                    <a:pt x="418" y="1"/>
                  </a:moveTo>
                  <a:cubicBezTo>
                    <a:pt x="177" y="1"/>
                    <a:pt x="1" y="229"/>
                    <a:pt x="1" y="483"/>
                  </a:cubicBezTo>
                  <a:lnTo>
                    <a:pt x="1" y="1460"/>
                  </a:lnTo>
                  <a:cubicBezTo>
                    <a:pt x="190" y="1334"/>
                    <a:pt x="379" y="1302"/>
                    <a:pt x="631" y="1302"/>
                  </a:cubicBezTo>
                  <a:cubicBezTo>
                    <a:pt x="725" y="1302"/>
                    <a:pt x="883" y="1334"/>
                    <a:pt x="1009" y="1365"/>
                  </a:cubicBezTo>
                  <a:lnTo>
                    <a:pt x="1009" y="515"/>
                  </a:lnTo>
                  <a:cubicBezTo>
                    <a:pt x="1009" y="231"/>
                    <a:pt x="788" y="11"/>
                    <a:pt x="505" y="11"/>
                  </a:cubicBezTo>
                  <a:cubicBezTo>
                    <a:pt x="475" y="4"/>
                    <a:pt x="446" y="1"/>
                    <a:pt x="418" y="1"/>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113100" lIns="113100" spcFirstLastPara="1" rIns="113100" wrap="square" tIns="113100">
              <a:noAutofit/>
            </a:bodyPr>
            <a:lstStyle/>
            <a:p>
              <a:pPr indent="0" lvl="0" marL="0" rtl="0" algn="l">
                <a:spcBef>
                  <a:spcPts val="0"/>
                </a:spcBef>
                <a:spcAft>
                  <a:spcPts val="0"/>
                </a:spcAft>
                <a:buNone/>
              </a:pPr>
              <a:r>
                <a:t/>
              </a:r>
              <a:endParaRPr/>
            </a:p>
          </p:txBody>
        </p:sp>
        <p:sp>
          <p:nvSpPr>
            <p:cNvPr id="1419" name="Google Shape;1419;p107"/>
            <p:cNvSpPr/>
            <p:nvPr/>
          </p:nvSpPr>
          <p:spPr>
            <a:xfrm>
              <a:off x="-30242925" y="3569100"/>
              <a:ext cx="68525" cy="68550"/>
            </a:xfrm>
            <a:custGeom>
              <a:rect b="b" l="l" r="r" t="t"/>
              <a:pathLst>
                <a:path extrusionOk="0" h="2742" w="2741">
                  <a:moveTo>
                    <a:pt x="1386" y="1"/>
                  </a:moveTo>
                  <a:cubicBezTo>
                    <a:pt x="630" y="1"/>
                    <a:pt x="0" y="631"/>
                    <a:pt x="0" y="1387"/>
                  </a:cubicBezTo>
                  <a:cubicBezTo>
                    <a:pt x="0" y="2174"/>
                    <a:pt x="630" y="2742"/>
                    <a:pt x="1386" y="2742"/>
                  </a:cubicBezTo>
                  <a:cubicBezTo>
                    <a:pt x="2111" y="2742"/>
                    <a:pt x="2741" y="2111"/>
                    <a:pt x="2741" y="1387"/>
                  </a:cubicBezTo>
                  <a:cubicBezTo>
                    <a:pt x="2741" y="631"/>
                    <a:pt x="2111" y="1"/>
                    <a:pt x="1386" y="1"/>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113100" lIns="113100" spcFirstLastPara="1" rIns="113100" wrap="square" tIns="113100">
              <a:noAutofit/>
            </a:bodyPr>
            <a:lstStyle/>
            <a:p>
              <a:pPr indent="0" lvl="0" marL="0" rtl="0" algn="l">
                <a:spcBef>
                  <a:spcPts val="0"/>
                </a:spcBef>
                <a:spcAft>
                  <a:spcPts val="0"/>
                </a:spcAft>
                <a:buNone/>
              </a:pPr>
              <a:r>
                <a:t/>
              </a:r>
              <a:endParaRPr/>
            </a:p>
          </p:txBody>
        </p:sp>
        <p:sp>
          <p:nvSpPr>
            <p:cNvPr id="1420" name="Google Shape;1420;p107"/>
            <p:cNvSpPr/>
            <p:nvPr/>
          </p:nvSpPr>
          <p:spPr>
            <a:xfrm>
              <a:off x="-30262625" y="3654950"/>
              <a:ext cx="107925" cy="68550"/>
            </a:xfrm>
            <a:custGeom>
              <a:rect b="b" l="l" r="r" t="t"/>
              <a:pathLst>
                <a:path extrusionOk="0" h="2742" w="4317">
                  <a:moveTo>
                    <a:pt x="2174" y="1"/>
                  </a:moveTo>
                  <a:cubicBezTo>
                    <a:pt x="1292" y="1"/>
                    <a:pt x="505" y="379"/>
                    <a:pt x="0" y="1040"/>
                  </a:cubicBezTo>
                  <a:lnTo>
                    <a:pt x="32" y="1103"/>
                  </a:lnTo>
                  <a:cubicBezTo>
                    <a:pt x="946" y="1985"/>
                    <a:pt x="1450" y="2458"/>
                    <a:pt x="1702" y="2742"/>
                  </a:cubicBezTo>
                  <a:lnTo>
                    <a:pt x="2647" y="2742"/>
                  </a:lnTo>
                  <a:lnTo>
                    <a:pt x="4254" y="1135"/>
                  </a:lnTo>
                  <a:lnTo>
                    <a:pt x="4317" y="1040"/>
                  </a:lnTo>
                  <a:cubicBezTo>
                    <a:pt x="3813" y="410"/>
                    <a:pt x="3025" y="1"/>
                    <a:pt x="2174" y="1"/>
                  </a:cubicBezTo>
                  <a:close/>
                </a:path>
              </a:pathLst>
            </a:custGeom>
            <a:solidFill>
              <a:schemeClr val="accent3"/>
            </a:solidFill>
            <a:ln cap="flat" cmpd="sng" w="9525">
              <a:solidFill>
                <a:schemeClr val="accent3"/>
              </a:solidFill>
              <a:prstDash val="solid"/>
              <a:round/>
              <a:headEnd len="sm" w="sm" type="none"/>
              <a:tailEnd len="sm" w="sm" type="none"/>
            </a:ln>
          </p:spPr>
          <p:txBody>
            <a:bodyPr anchorCtr="0" anchor="ctr" bIns="113100" lIns="113100" spcFirstLastPara="1" rIns="113100" wrap="square" tIns="113100">
              <a:noAutofit/>
            </a:bodyPr>
            <a:lstStyle/>
            <a:p>
              <a:pPr indent="0" lvl="0" marL="0" rtl="0" algn="l">
                <a:spcBef>
                  <a:spcPts val="0"/>
                </a:spcBef>
                <a:spcAft>
                  <a:spcPts val="0"/>
                </a:spcAft>
                <a:buNone/>
              </a:pPr>
              <a:r>
                <a:t/>
              </a:r>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4" name="Shape 1424"/>
        <p:cNvGrpSpPr/>
        <p:nvPr/>
      </p:nvGrpSpPr>
      <p:grpSpPr>
        <a:xfrm>
          <a:off x="0" y="0"/>
          <a:ext cx="0" cy="0"/>
          <a:chOff x="0" y="0"/>
          <a:chExt cx="0" cy="0"/>
        </a:xfrm>
      </p:grpSpPr>
      <p:sp>
        <p:nvSpPr>
          <p:cNvPr id="1425" name="Google Shape;1425;p108"/>
          <p:cNvSpPr txBox="1"/>
          <p:nvPr>
            <p:ph type="title"/>
          </p:nvPr>
        </p:nvSpPr>
        <p:spPr>
          <a:xfrm>
            <a:off x="1610850" y="1973700"/>
            <a:ext cx="5922300" cy="11961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6500"/>
              <a:t>Thank You!</a:t>
            </a:r>
            <a:endParaRPr sz="65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29" name="Shape 1429"/>
        <p:cNvGrpSpPr/>
        <p:nvPr/>
      </p:nvGrpSpPr>
      <p:grpSpPr>
        <a:xfrm>
          <a:off x="0" y="0"/>
          <a:ext cx="0" cy="0"/>
          <a:chOff x="0" y="0"/>
          <a:chExt cx="0" cy="0"/>
        </a:xfrm>
      </p:grpSpPr>
      <p:sp>
        <p:nvSpPr>
          <p:cNvPr id="1430" name="Google Shape;1430;p10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Contributions</a:t>
            </a:r>
            <a:endParaRPr/>
          </a:p>
        </p:txBody>
      </p:sp>
      <p:sp>
        <p:nvSpPr>
          <p:cNvPr id="1431" name="Google Shape;1431;p109"/>
          <p:cNvSpPr txBox="1"/>
          <p:nvPr/>
        </p:nvSpPr>
        <p:spPr>
          <a:xfrm>
            <a:off x="806475" y="1754325"/>
            <a:ext cx="4378200" cy="2093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500">
                <a:solidFill>
                  <a:schemeClr val="dk1"/>
                </a:solidFill>
                <a:latin typeface="Sora"/>
                <a:ea typeface="Sora"/>
                <a:cs typeface="Sora"/>
                <a:sym typeface="Sora"/>
              </a:rPr>
              <a:t>Sineli: </a:t>
            </a:r>
            <a:r>
              <a:rPr lang="en">
                <a:solidFill>
                  <a:schemeClr val="dk1"/>
                </a:solidFill>
                <a:latin typeface="Sora"/>
                <a:ea typeface="Sora"/>
                <a:cs typeface="Sora"/>
                <a:sym typeface="Sora"/>
              </a:rPr>
              <a:t>Backend</a:t>
            </a:r>
            <a:endParaRPr>
              <a:solidFill>
                <a:schemeClr val="dk1"/>
              </a:solidFill>
              <a:latin typeface="Sora"/>
              <a:ea typeface="Sora"/>
              <a:cs typeface="Sora"/>
              <a:sym typeface="Sora"/>
            </a:endParaRPr>
          </a:p>
          <a:p>
            <a:pPr indent="0" lvl="0" marL="0" rtl="0" algn="l">
              <a:lnSpc>
                <a:spcPct val="115000"/>
              </a:lnSpc>
              <a:spcBef>
                <a:spcPts val="1200"/>
              </a:spcBef>
              <a:spcAft>
                <a:spcPts val="0"/>
              </a:spcAft>
              <a:buNone/>
            </a:pPr>
            <a:r>
              <a:rPr b="1" lang="en" sz="1500">
                <a:solidFill>
                  <a:schemeClr val="dk1"/>
                </a:solidFill>
                <a:latin typeface="Sora"/>
                <a:ea typeface="Sora"/>
                <a:cs typeface="Sora"/>
                <a:sym typeface="Sora"/>
              </a:rPr>
              <a:t>Hannah: </a:t>
            </a:r>
            <a:r>
              <a:rPr lang="en">
                <a:solidFill>
                  <a:schemeClr val="dk1"/>
                </a:solidFill>
                <a:latin typeface="Sora"/>
                <a:ea typeface="Sora"/>
                <a:cs typeface="Sora"/>
                <a:sym typeface="Sora"/>
              </a:rPr>
              <a:t>Frontend</a:t>
            </a:r>
            <a:endParaRPr b="1" sz="1500">
              <a:solidFill>
                <a:schemeClr val="dk1"/>
              </a:solidFill>
              <a:latin typeface="Sora"/>
              <a:ea typeface="Sora"/>
              <a:cs typeface="Sora"/>
              <a:sym typeface="Sora"/>
            </a:endParaRPr>
          </a:p>
          <a:p>
            <a:pPr indent="0" lvl="0" marL="0" rtl="0" algn="l">
              <a:lnSpc>
                <a:spcPct val="115000"/>
              </a:lnSpc>
              <a:spcBef>
                <a:spcPts val="1200"/>
              </a:spcBef>
              <a:spcAft>
                <a:spcPts val="0"/>
              </a:spcAft>
              <a:buNone/>
            </a:pPr>
            <a:r>
              <a:rPr b="1" lang="en" sz="1500">
                <a:solidFill>
                  <a:schemeClr val="dk1"/>
                </a:solidFill>
                <a:latin typeface="Sora"/>
                <a:ea typeface="Sora"/>
                <a:cs typeface="Sora"/>
                <a:sym typeface="Sora"/>
              </a:rPr>
              <a:t>Brad: </a:t>
            </a:r>
            <a:r>
              <a:rPr lang="en">
                <a:solidFill>
                  <a:schemeClr val="dk1"/>
                </a:solidFill>
                <a:latin typeface="Sora"/>
                <a:ea typeface="Sora"/>
                <a:cs typeface="Sora"/>
                <a:sym typeface="Sora"/>
              </a:rPr>
              <a:t>RAG Pipeline</a:t>
            </a:r>
            <a:endParaRPr>
              <a:solidFill>
                <a:schemeClr val="dk1"/>
              </a:solidFill>
              <a:latin typeface="Sora"/>
              <a:ea typeface="Sora"/>
              <a:cs typeface="Sora"/>
              <a:sym typeface="Sora"/>
            </a:endParaRPr>
          </a:p>
          <a:p>
            <a:pPr indent="0" lvl="0" marL="0" rtl="0" algn="l">
              <a:lnSpc>
                <a:spcPct val="115000"/>
              </a:lnSpc>
              <a:spcBef>
                <a:spcPts val="1200"/>
              </a:spcBef>
              <a:spcAft>
                <a:spcPts val="0"/>
              </a:spcAft>
              <a:buNone/>
            </a:pPr>
            <a:r>
              <a:rPr b="1" lang="en" sz="1500">
                <a:solidFill>
                  <a:schemeClr val="dk1"/>
                </a:solidFill>
                <a:latin typeface="Sora"/>
                <a:ea typeface="Sora"/>
                <a:cs typeface="Sora"/>
                <a:sym typeface="Sora"/>
              </a:rPr>
              <a:t>Michael: </a:t>
            </a:r>
            <a:r>
              <a:rPr lang="en">
                <a:solidFill>
                  <a:schemeClr val="dk1"/>
                </a:solidFill>
                <a:latin typeface="Sora"/>
                <a:ea typeface="Sora"/>
                <a:cs typeface="Sora"/>
                <a:sym typeface="Sora"/>
              </a:rPr>
              <a:t>Prompt Engineering, Evaluation</a:t>
            </a:r>
            <a:endParaRPr>
              <a:solidFill>
                <a:schemeClr val="dk1"/>
              </a:solidFill>
              <a:latin typeface="Sora"/>
              <a:ea typeface="Sora"/>
              <a:cs typeface="Sora"/>
              <a:sym typeface="Sora"/>
            </a:endParaRPr>
          </a:p>
          <a:p>
            <a:pPr indent="0" lvl="0" marL="0" rtl="0" algn="l">
              <a:lnSpc>
                <a:spcPct val="115000"/>
              </a:lnSpc>
              <a:spcBef>
                <a:spcPts val="1200"/>
              </a:spcBef>
              <a:spcAft>
                <a:spcPts val="1200"/>
              </a:spcAft>
              <a:buNone/>
            </a:pPr>
            <a:r>
              <a:rPr b="1" lang="en" sz="1500">
                <a:solidFill>
                  <a:schemeClr val="dk1"/>
                </a:solidFill>
                <a:latin typeface="Sora"/>
                <a:ea typeface="Sora"/>
                <a:cs typeface="Sora"/>
                <a:sym typeface="Sora"/>
              </a:rPr>
              <a:t>Shyam: </a:t>
            </a:r>
            <a:r>
              <a:rPr lang="en">
                <a:solidFill>
                  <a:schemeClr val="dk1"/>
                </a:solidFill>
                <a:latin typeface="Sora"/>
                <a:ea typeface="Sora"/>
                <a:cs typeface="Sora"/>
                <a:sym typeface="Sora"/>
              </a:rPr>
              <a:t>LLM, Deployment</a:t>
            </a:r>
            <a:endParaRPr>
              <a:solidFill>
                <a:schemeClr val="dk1"/>
              </a:solidFill>
              <a:latin typeface="Sora"/>
              <a:ea typeface="Sora"/>
              <a:cs typeface="Sora"/>
              <a:sym typeface="Sora"/>
            </a:endParaRPr>
          </a:p>
        </p:txBody>
      </p:sp>
    </p:spTree>
  </p:cSld>
  <p:clrMapOvr>
    <a:masterClrMapping/>
  </p:clrMapOvr>
</p:sld>
</file>

<file path=ppt/theme/theme1.xml><?xml version="1.0" encoding="utf-8"?>
<a:theme xmlns:a="http://schemas.openxmlformats.org/drawingml/2006/main" xmlns:r="http://schemas.openxmlformats.org/officeDocument/2006/relationships" name="AI Essentials Workshop by Slidesgo">
  <a:themeElements>
    <a:clrScheme name="Simple Light">
      <a:dk1>
        <a:srgbClr val="0C343D"/>
      </a:dk1>
      <a:lt1>
        <a:srgbClr val="F3F7F8"/>
      </a:lt1>
      <a:dk2>
        <a:srgbClr val="134F5C"/>
      </a:dk2>
      <a:lt2>
        <a:srgbClr val="45818E"/>
      </a:lt2>
      <a:accent1>
        <a:srgbClr val="76A5AF"/>
      </a:accent1>
      <a:accent2>
        <a:srgbClr val="D9EAD3"/>
      </a:accent2>
      <a:accent3>
        <a:srgbClr val="88ADA5"/>
      </a:accent3>
      <a:accent4>
        <a:srgbClr val="F3F3F3"/>
      </a:accent4>
      <a:accent5>
        <a:srgbClr val="FFFFFF"/>
      </a:accent5>
      <a:accent6>
        <a:srgbClr val="FFFFFF"/>
      </a:accent6>
      <a:hlink>
        <a:srgbClr val="0C343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AI Essentials Workshop by Slidesgo">
  <a:themeElements>
    <a:clrScheme name="Simple Light">
      <a:dk1>
        <a:srgbClr val="0C343D"/>
      </a:dk1>
      <a:lt1>
        <a:srgbClr val="F3F7F8"/>
      </a:lt1>
      <a:dk2>
        <a:srgbClr val="134F5C"/>
      </a:dk2>
      <a:lt2>
        <a:srgbClr val="45818E"/>
      </a:lt2>
      <a:accent1>
        <a:srgbClr val="76A5AF"/>
      </a:accent1>
      <a:accent2>
        <a:srgbClr val="D9EAD3"/>
      </a:accent2>
      <a:accent3>
        <a:srgbClr val="88ADA5"/>
      </a:accent3>
      <a:accent4>
        <a:srgbClr val="F3F3F3"/>
      </a:accent4>
      <a:accent5>
        <a:srgbClr val="FFFFFF"/>
      </a:accent5>
      <a:accent6>
        <a:srgbClr val="FFFFFF"/>
      </a:accent6>
      <a:hlink>
        <a:srgbClr val="0C343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AI Essentials Workshop by Slidesgo">
  <a:themeElements>
    <a:clrScheme name="Simple Light">
      <a:dk1>
        <a:srgbClr val="0C343D"/>
      </a:dk1>
      <a:lt1>
        <a:srgbClr val="F3F7F8"/>
      </a:lt1>
      <a:dk2>
        <a:srgbClr val="134F5C"/>
      </a:dk2>
      <a:lt2>
        <a:srgbClr val="45818E"/>
      </a:lt2>
      <a:accent1>
        <a:srgbClr val="76A5AF"/>
      </a:accent1>
      <a:accent2>
        <a:srgbClr val="D9EAD3"/>
      </a:accent2>
      <a:accent3>
        <a:srgbClr val="88ADA5"/>
      </a:accent3>
      <a:accent4>
        <a:srgbClr val="F3F3F3"/>
      </a:accent4>
      <a:accent5>
        <a:srgbClr val="FFFFFF"/>
      </a:accent5>
      <a:accent6>
        <a:srgbClr val="FFFFFF"/>
      </a:accent6>
      <a:hlink>
        <a:srgbClr val="0C343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